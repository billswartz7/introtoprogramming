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13"/>
  </p:notesMasterIdLst>
  <p:sldIdLst>
    <p:sldId id="256" r:id="rId4"/>
    <p:sldId id="264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2448"/>
        <p:guide pos="3168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Num" idx="19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84248F-72EB-4DE5-929E-276F76CCF6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Rectangle 7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F1AD9CE5-08E1-4DC7-8E48-11CF26660D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294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489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289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450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617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6688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948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3964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414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tdallas.edu/~bill-swartz/videos/IntroProgramming_hb.mp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AutoShape 3"/>
          <p:cNvSpPr/>
          <p:nvPr/>
        </p:nvSpPr>
        <p:spPr>
          <a:xfrm>
            <a:off x="481680" y="1829520"/>
            <a:ext cx="9051840" cy="364536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 smtClean="0">
                <a:solidFill>
                  <a:schemeClr val="lt1"/>
                </a:solidFill>
                <a:effectLst/>
                <a:uFillTx/>
                <a:latin typeface="Arial"/>
              </a:rPr>
              <a:t>Integrated Development 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Environments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Introduction to Programming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304553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Now that we have view the introduction to programming video (</a:t>
            </a:r>
            <a:r>
              <a:rPr lang="en-US" sz="3200" dirty="0" smtClean="0">
                <a:solidFill>
                  <a:srgbClr val="000000"/>
                </a:solidFill>
                <a:latin typeface="Arial"/>
                <a:hlinkClick r:id="rId3"/>
              </a:rPr>
              <a:t>IntroProgramming_hb.mp4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),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Let’s look at the big picture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Software Engineering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756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IDE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255309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Integrated Development 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Evironment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(IDE)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All the software tools needed to create a program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IDE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501530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Hides the details of the build process which is often complicated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Gives the appearance of a single tool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Gra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phical with many button shortcuts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Color coding of text known as syntax highlighting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Auto completion : guess what you intend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97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IDE Components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56920" y="2146739"/>
            <a:ext cx="8997840" cy="353797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Code editor with syntax highlighting and auto completion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Compiler/Linker  to build your code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Debugger/Interpreter to test your code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10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Alternative Method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56920" y="2146739"/>
            <a:ext cx="8997840" cy="550774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Command line tools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Explicitly define the build process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Usually control the build process using “make”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User writes code in text editor such as vi, or 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emacs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 “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Makefile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” calls the compiler and linker to build the program</a:t>
            </a:r>
          </a:p>
        </p:txBody>
      </p:sp>
    </p:spTree>
    <p:extLst>
      <p:ext uri="{BB962C8B-B14F-4D97-AF65-F5344CB8AC3E}">
        <p14:creationId xmlns:p14="http://schemas.microsoft.com/office/powerpoint/2010/main" val="295757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Alternative Method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56920" y="2146739"/>
            <a:ext cx="8997840" cy="501530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IDEs hide the details of the alternative method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Makefile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are problematic due to lack of agreement on how to check for individual computer capabilities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 huge mistake!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Lead to the creation of many different build systems</a:t>
            </a:r>
          </a:p>
        </p:txBody>
      </p:sp>
    </p:spTree>
    <p:extLst>
      <p:ext uri="{BB962C8B-B14F-4D97-AF65-F5344CB8AC3E}">
        <p14:creationId xmlns:p14="http://schemas.microsoft.com/office/powerpoint/2010/main" val="422068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IDEs in this class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56920" y="2146739"/>
            <a:ext cx="8997840" cy="501530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Visual Studio Code aka 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VSCode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Arduino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PlatformIO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Rust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err="1">
                <a:solidFill>
                  <a:srgbClr val="000000"/>
                </a:solidFill>
                <a:latin typeface="Arial"/>
              </a:rPr>
              <a:t>CLion</a:t>
            </a: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173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Unix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56920" y="2146739"/>
            <a:ext cx="8997840" cy="304553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Microsoft users will download WSL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   or Windows Subsystem for Linux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Mac users need to install 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Xcode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Download </a:t>
            </a:r>
            <a:r>
              <a:rPr lang="en-US" sz="3200" smtClean="0">
                <a:solidFill>
                  <a:srgbClr val="000000"/>
                </a:solidFill>
                <a:latin typeface="Arial"/>
              </a:rPr>
              <a:t>NoMachine</a:t>
            </a:r>
            <a:endParaRPr lang="en-U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35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53518</TotalTime>
  <Words>244</Words>
  <Application>Microsoft Office PowerPoint</Application>
  <PresentationFormat>Custom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ＭＳ Ｐゴシック</vt:lpstr>
      <vt:lpstr>Arial</vt:lpstr>
      <vt:lpstr>Calibri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</cp:lastModifiedBy>
  <cp:revision>326</cp:revision>
  <dcterms:created xsi:type="dcterms:W3CDTF">2013-08-28T11:36:20Z</dcterms:created>
  <dcterms:modified xsi:type="dcterms:W3CDTF">2026-09-23T02:26:54Z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