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4" r:id="rId2"/>
    <p:sldMasterId id="2147483668" r:id="rId3"/>
  </p:sldMasterIdLst>
  <p:notesMasterIdLst>
    <p:notesMasterId r:id="rId60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  <p:sldId id="295" r:id="rId43"/>
    <p:sldId id="296" r:id="rId44"/>
    <p:sldId id="297" r:id="rId45"/>
    <p:sldId id="298" r:id="rId46"/>
    <p:sldId id="299" r:id="rId47"/>
    <p:sldId id="300" r:id="rId48"/>
    <p:sldId id="301" r:id="rId49"/>
    <p:sldId id="302" r:id="rId50"/>
    <p:sldId id="303" r:id="rId51"/>
    <p:sldId id="304" r:id="rId52"/>
    <p:sldId id="305" r:id="rId53"/>
    <p:sldId id="306" r:id="rId54"/>
    <p:sldId id="307" r:id="rId55"/>
    <p:sldId id="308" r:id="rId56"/>
    <p:sldId id="309" r:id="rId57"/>
    <p:sldId id="310" r:id="rId58"/>
    <p:sldId id="311" r:id="rId59"/>
  </p:sldIdLst>
  <p:sldSz cx="10058400" cy="7772400"/>
  <p:notesSz cx="10058400" cy="7772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4392" userDrawn="1">
          <p15:clr>
            <a:srgbClr val="A4A3A4"/>
          </p15:clr>
        </p15:guide>
        <p15:guide id="2" pos="331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844" autoAdjust="0"/>
    <p:restoredTop sz="94660"/>
  </p:normalViewPr>
  <p:slideViewPr>
    <p:cSldViewPr snapToGrid="0" showGuides="1">
      <p:cViewPr varScale="1">
        <p:scale>
          <a:sx n="97" d="100"/>
          <a:sy n="97" d="100"/>
        </p:scale>
        <p:origin x="2148" y="78"/>
      </p:cViewPr>
      <p:guideLst>
        <p:guide orient="horz" pos="4392"/>
        <p:guide pos="3312"/>
      </p:guideLst>
    </p:cSldViewPr>
  </p:slideViewPr>
  <p:notesTextViewPr>
    <p:cViewPr>
      <p:scale>
        <a:sx n="66" d="100"/>
        <a:sy n="66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slide" Target="slides/slide23.xml"/><Relationship Id="rId39" Type="http://schemas.openxmlformats.org/officeDocument/2006/relationships/slide" Target="slides/slide36.xml"/><Relationship Id="rId21" Type="http://schemas.openxmlformats.org/officeDocument/2006/relationships/slide" Target="slides/slide18.xml"/><Relationship Id="rId34" Type="http://schemas.openxmlformats.org/officeDocument/2006/relationships/slide" Target="slides/slide31.xml"/><Relationship Id="rId42" Type="http://schemas.openxmlformats.org/officeDocument/2006/relationships/slide" Target="slides/slide39.xml"/><Relationship Id="rId47" Type="http://schemas.openxmlformats.org/officeDocument/2006/relationships/slide" Target="slides/slide44.xml"/><Relationship Id="rId50" Type="http://schemas.openxmlformats.org/officeDocument/2006/relationships/slide" Target="slides/slide47.xml"/><Relationship Id="rId55" Type="http://schemas.openxmlformats.org/officeDocument/2006/relationships/slide" Target="slides/slide52.xml"/><Relationship Id="rId63" Type="http://schemas.openxmlformats.org/officeDocument/2006/relationships/theme" Target="theme/theme1.xml"/><Relationship Id="rId7" Type="http://schemas.openxmlformats.org/officeDocument/2006/relationships/slide" Target="slides/slide4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0" Type="http://schemas.openxmlformats.org/officeDocument/2006/relationships/slide" Target="slides/slide17.xml"/><Relationship Id="rId29" Type="http://schemas.openxmlformats.org/officeDocument/2006/relationships/slide" Target="slides/slide26.xml"/><Relationship Id="rId41" Type="http://schemas.openxmlformats.org/officeDocument/2006/relationships/slide" Target="slides/slide38.xml"/><Relationship Id="rId54" Type="http://schemas.openxmlformats.org/officeDocument/2006/relationships/slide" Target="slides/slide51.xml"/><Relationship Id="rId62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slide" Target="slides/slide29.xml"/><Relationship Id="rId37" Type="http://schemas.openxmlformats.org/officeDocument/2006/relationships/slide" Target="slides/slide34.xml"/><Relationship Id="rId40" Type="http://schemas.openxmlformats.org/officeDocument/2006/relationships/slide" Target="slides/slide37.xml"/><Relationship Id="rId45" Type="http://schemas.openxmlformats.org/officeDocument/2006/relationships/slide" Target="slides/slide42.xml"/><Relationship Id="rId53" Type="http://schemas.openxmlformats.org/officeDocument/2006/relationships/slide" Target="slides/slide50.xml"/><Relationship Id="rId58" Type="http://schemas.openxmlformats.org/officeDocument/2006/relationships/slide" Target="slides/slide55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slide" Target="slides/slide33.xml"/><Relationship Id="rId49" Type="http://schemas.openxmlformats.org/officeDocument/2006/relationships/slide" Target="slides/slide46.xml"/><Relationship Id="rId57" Type="http://schemas.openxmlformats.org/officeDocument/2006/relationships/slide" Target="slides/slide54.xml"/><Relationship Id="rId61" Type="http://schemas.openxmlformats.org/officeDocument/2006/relationships/presProps" Target="presProps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31" Type="http://schemas.openxmlformats.org/officeDocument/2006/relationships/slide" Target="slides/slide28.xml"/><Relationship Id="rId44" Type="http://schemas.openxmlformats.org/officeDocument/2006/relationships/slide" Target="slides/slide41.xml"/><Relationship Id="rId52" Type="http://schemas.openxmlformats.org/officeDocument/2006/relationships/slide" Target="slides/slide49.xml"/><Relationship Id="rId60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43" Type="http://schemas.openxmlformats.org/officeDocument/2006/relationships/slide" Target="slides/slide40.xml"/><Relationship Id="rId48" Type="http://schemas.openxmlformats.org/officeDocument/2006/relationships/slide" Target="slides/slide45.xml"/><Relationship Id="rId56" Type="http://schemas.openxmlformats.org/officeDocument/2006/relationships/slide" Target="slides/slide53.xml"/><Relationship Id="rId64" Type="http://schemas.openxmlformats.org/officeDocument/2006/relationships/tableStyles" Target="tableStyles.xml"/><Relationship Id="rId8" Type="http://schemas.openxmlformats.org/officeDocument/2006/relationships/slide" Target="slides/slide5.xml"/><Relationship Id="rId51" Type="http://schemas.openxmlformats.org/officeDocument/2006/relationships/slide" Target="slides/slide48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slide" Target="slides/slide35.xml"/><Relationship Id="rId46" Type="http://schemas.openxmlformats.org/officeDocument/2006/relationships/slide" Target="slides/slide43.xml"/><Relationship Id="rId59" Type="http://schemas.openxmlformats.org/officeDocument/2006/relationships/slide" Target="slides/slide56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76428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move the slide</a:t>
            </a:r>
          </a:p>
        </p:txBody>
      </p:sp>
      <p:sp>
        <p:nvSpPr>
          <p:cNvPr id="381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</a:p>
        </p:txBody>
      </p:sp>
      <p:sp>
        <p:nvSpPr>
          <p:cNvPr id="382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</a:p>
        </p:txBody>
      </p:sp>
      <p:sp>
        <p:nvSpPr>
          <p:cNvPr id="383" name="PlaceHolder 4"/>
          <p:cNvSpPr>
            <a:spLocks noGrp="1"/>
          </p:cNvSpPr>
          <p:nvPr>
            <p:ph type="dt" idx="16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384" name="PlaceHolder 5"/>
          <p:cNvSpPr>
            <a:spLocks noGrp="1"/>
          </p:cNvSpPr>
          <p:nvPr>
            <p:ph type="ftr" idx="17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385" name="PlaceHolder 6"/>
          <p:cNvSpPr>
            <a:spLocks noGrp="1"/>
          </p:cNvSpPr>
          <p:nvPr>
            <p:ph type="sldNum" idx="18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20BBEA29-00E4-49AD-9593-1714797B7997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‹#›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5833190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Title slide. At last: getting data into a program and results out of it - and an important rule about what output is NOT for.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224131773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Students have been using the debugger to see values from the start. That was deliberate, and today explains why.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135134382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Keep the last line in mind: output exists for whoever uses the program. That becomes the rule later in the lecture.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369744834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The numbers are the file descriptors the operating system uses. They are the same on Linux, macOS and Windows consoles.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332389561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By default all three connect to the terminal. The shell can redirect any of them to a file or to another program.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191998576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This is why error messages go to stderr: a user saving the program's output still sees the warnings, and the data file stays clean.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231069393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printf means print formatted. The first argument is the format string; the rest are the values, in order.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260421398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%p prints an address - the same kind of value you saw with print &amp;x in the debugger.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390641209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The brackets are only there to show the padding. Width is a minimum: a longer value is never cut 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268337899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Callback to stdint.h from the Variables lecture. The adjacent string literals are joined by the compiler into one format string.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67867767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The mismatch is undefined behavior. gcc and clang check printf formats with -Wformat, which -Wall turns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116333126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fprintf is printf with a stream as the first argument - the scope lecture's example used fprintf(stderr, ...). sprintf with too small a buffer is a classic security bug.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30464914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The type of each value picks the formatting automatically, so there is no format string to get wrong. &lt;&lt; is an overloaded operator - the operator overloading previewed earlier.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101491590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std::hex and std::fixed are sticky - every later number is affected. setw applies only to the next value.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281484489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The {} placeholder style came from Python and is shared with Rust. Check which standard your compiler supports before using these in the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147952395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A wrong number of arguments or a wrong type is a compile error, not garbage at run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99010756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{:b} is handy for the bit manipulation from the operators lecture. Inline names work for plain variables only, not expressions like my_sample.psi.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175300656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derive(Debug) asks the compiler to write the printing code. For user-facing output you implement the Display trait instead - a later topic.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184631816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C has no automatic way to print a struct. The C++ overload is a preview of operator overloading.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93387992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Photograph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67536050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Buffering makes output fast - one system call per chunk instead of per character. std::endl also flushes, which is why '\n' is faster. Rust's stdout is always line-buffered.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14819865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A perfect lead-in to the next section: print statements used for debugging can point you at the wrong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122091954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Set this up as the central rule of the lecture. The next several slides are the argument.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385051820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Everyone has written this. Acknowledge it, then take it apart.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356372227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Each point is a real cost. The last one is the subtle one -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70602774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Named after the Heisenberg uncertainty principle: observing it changes it. A debugger also perturbs a program, but far less, and without changing the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82873725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At 8N1 each character is 10 bits, so 115200 baud is 11,520 characters per second. A motor control loop at 1 kHz has 1 ms per pass - one print line blows through three of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257870883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Photograph slide. Every question students try to answer with printf has a direct debugger command, with no edit and no recompile.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84500050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The conditional breakpoint from the loops lecture. This is the comparison to leave on the screen while students try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240179011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State this as the course rule and grade to it. Rust's dbg! macro is print debugging too - handy, but the same rule applies.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388425922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Logging is part of the product. Rust has the log crate, C and C++ have syslog and many libraries. The difference is intent and structure.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235007474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The last line is the theme of the input section: never trust input.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141874627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Pass by pointer from the functions lecture: scanf must change the caller's variable. Note the %f / %lf asymmetry with printf - a common bug.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164442779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Without the width, a long name overflows the array - the out-of-bounds write from the arrays lecture. No &amp; for name: an array already decays to an address.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2780290378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fgets never writes past the buffer. strtol reports where it stopped, so you can tell a number from junk. #include &lt;stdlib.h&gt; for strtol.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1303333550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&gt;&gt; reads by reference, so no &amp; is needed. After a failure you must call std::cin.clear() before reading again.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307200543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read_line keeps the newline, so trim() it before parse(). expect stops the program with the message if something fails - fine for a first program.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3494231754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A preview of Result and match. Unlike scanf, there is no way to forget to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1237731859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The check looks different in each language, but no language lets you skip it safely.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304866027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A loop from the loops lecture whose test is "did the read succeed?". Try it with ./prog &lt; data.txt to feed a file through stdin.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129514637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The same formatting functions work on files - only the destination changes.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3094896790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fopen returns NULL on failure - always check. perror prints the operating system's reason, for example "Permission denied", to stderr.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128109387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"w" on an existing file erases it without asking - a painful way to lose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1748856764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sscanf is scanf reading from a string. Checking for 2 conversions skips a header line or a damaged 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1069662237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The scope lecture again: the stream object owns the file and closes it when it goes out of scope. Reading uses std::ifstream with std::getline.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2917713093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The ? operator needs a function that returns a Result, such as fn main() -&gt; std::io::Result&lt;()&gt;. Reading a whole file: std::fs::read_to_string("log.csv")?.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1741915965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Unclosed files are a resource leak, like the heap leaks in the scope lecture.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1124949977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Structs, arrays, loops and files together. The CSV opens directly in a spreadsheet for plotting pressure over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1417438229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A slice parameter from the functions lecture, an iterator from the loops lecture, and the file closes when f leaves scope at the closing brace.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992995122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Binary files written on one machine may not read correctly on another - the padding and layout lessons from the structs lecture, with real consequences.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1265123089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The ESP32-S3 has a built-in USB JTAG interface, so OpenOCD and gdb work with just the USB cable - breakpoints and watches on real hardware.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218632745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Embedded is where print debugging does the most damage, because timing is part of correctness.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401095832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Photograph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3670649377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Photograph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1130142835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Summary, ending on the rule.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4146201025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Lab exercise. Suggested: read readings from a file, write a CSV log, then find a planted bug using only the debugger - no print statements allowed.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8"/>
          </p:nvPr>
        </p:nvSpPr>
        <p:spPr/>
      </p:sp>
    </p:spTree>
    <p:extLst>
      <p:ext uri="{BB962C8B-B14F-4D97-AF65-F5344CB8AC3E}">
        <p14:creationId xmlns:p14="http://schemas.microsoft.com/office/powerpoint/2010/main" val="25711977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754560" y="2409480"/>
            <a:ext cx="8548920" cy="1631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ftr" idx="1"/>
          </p:nvPr>
        </p:nvSpPr>
        <p:spPr>
          <a:xfrm>
            <a:off x="3420000" y="7228440"/>
            <a:ext cx="3218040" cy="388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2" name="PlaceHolder 3"/>
          <p:cNvSpPr>
            <a:spLocks noGrp="1"/>
          </p:cNvSpPr>
          <p:nvPr>
            <p:ph type="dt" idx="2"/>
          </p:nvPr>
        </p:nvSpPr>
        <p:spPr>
          <a:xfrm>
            <a:off x="502920" y="7228440"/>
            <a:ext cx="2312640" cy="388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sldNum" idx="3"/>
          </p:nvPr>
        </p:nvSpPr>
        <p:spPr>
          <a:xfrm>
            <a:off x="8089920" y="7223400"/>
            <a:ext cx="1568160" cy="209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marL="12600" indent="0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i="1" u="none" strike="noStrike" spc="-510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marL="12600"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000" b="0" i="1" u="none" strike="noStrike" spc="-510">
                <a:solidFill>
                  <a:schemeClr val="dk1"/>
                </a:solidFill>
                <a:effectLst/>
                <a:uFillTx/>
                <a:latin typeface="Arial"/>
              </a:rPr>
              <a:t>O</a:t>
            </a:r>
            <a:r>
              <a:rPr lang="en-US" sz="1500" b="0" i="1" u="none" strike="noStrike" spc="-88" baseline="2000">
                <a:solidFill>
                  <a:schemeClr val="dk1"/>
                </a:solidFill>
                <a:effectLst/>
                <a:uFillTx/>
                <a:latin typeface="Arial"/>
              </a:rPr>
              <a:t>c </a:t>
            </a:r>
            <a:r>
              <a:rPr lang="en-US" sz="1500" b="0" i="1" u="none" strike="noStrike" spc="74" baseline="2000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r>
              <a:rPr lang="en-US" sz="1000" b="0" i="1" u="none" strike="noStrike" spc="-510">
                <a:solidFill>
                  <a:schemeClr val="dk1"/>
                </a:solidFill>
                <a:effectLst/>
                <a:uFillTx/>
                <a:latin typeface="Arial"/>
              </a:rPr>
              <a:t>C.</a:t>
            </a:r>
            <a:r>
              <a:rPr lang="en-US" sz="1000" b="0" i="1" u="none" strike="noStrike" spc="51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r>
              <a:rPr lang="en-US" sz="1000" b="0" i="1" u="none" strike="noStrike" spc="20">
                <a:solidFill>
                  <a:schemeClr val="dk1"/>
                </a:solidFill>
                <a:effectLst/>
                <a:uFillTx/>
                <a:latin typeface="Arial"/>
              </a:rPr>
              <a:t>D.</a:t>
            </a:r>
            <a:r>
              <a:rPr lang="en-US" sz="1000" b="0" i="1" u="none" strike="noStrike" spc="45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r>
              <a:rPr lang="en-US" sz="1000" b="0" i="1" u="none" strike="noStrike" spc="-31">
                <a:solidFill>
                  <a:schemeClr val="dk1"/>
                </a:solidFill>
                <a:effectLst/>
                <a:uFillTx/>
                <a:latin typeface="Arial"/>
              </a:rPr>
              <a:t>Ca</a:t>
            </a:r>
            <a:r>
              <a:rPr lang="en-US" sz="1000" b="0" i="1" u="none" strike="noStrike" spc="-60">
                <a:solidFill>
                  <a:schemeClr val="dk1"/>
                </a:solidFill>
                <a:effectLst/>
                <a:uFillTx/>
                <a:latin typeface="Arial"/>
              </a:rPr>
              <a:t>n</a:t>
            </a:r>
            <a:r>
              <a:rPr lang="en-US" sz="1000" b="0" i="1" u="none" strike="noStrike" spc="31">
                <a:solidFill>
                  <a:schemeClr val="dk1"/>
                </a:solidFill>
                <a:effectLst/>
                <a:uFillTx/>
                <a:latin typeface="Arial"/>
              </a:rPr>
              <a:t>trell</a:t>
            </a:r>
            <a:r>
              <a:rPr lang="en-US" sz="1000" b="0" i="1" u="none" strike="noStrike" spc="45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r>
              <a:rPr lang="en-US" sz="1000" b="0" i="1" u="none" strike="noStrike" spc="34">
                <a:solidFill>
                  <a:schemeClr val="dk1"/>
                </a:solidFill>
                <a:effectLst/>
                <a:uFillTx/>
                <a:latin typeface="Arial"/>
              </a:rPr>
              <a:t>(09/</a:t>
            </a:r>
            <a:fld id="{7F920929-0F69-4400-B58F-F0F9AC4A6A2D}" type="slidenum">
              <a:rPr lang="en-US" sz="1000" b="0" i="1" u="none" strike="noStrike" spc="-65">
                <a:solidFill>
                  <a:schemeClr val="dk1"/>
                </a:solidFill>
                <a:effectLst/>
                <a:uFillTx/>
                <a:latin typeface="Arial"/>
              </a:rPr>
              <a:t>‹#›</a:t>
            </a:fld>
            <a:r>
              <a:rPr lang="en-US" sz="1000" b="0" i="1" u="none" strike="noStrike" spc="-20">
                <a:solidFill>
                  <a:schemeClr val="dk1"/>
                </a:solidFill>
                <a:effectLst/>
                <a:uFillTx/>
                <a:latin typeface="Arial"/>
              </a:rPr>
              <a:t>98)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3568320" y="1161000"/>
            <a:ext cx="2920680" cy="48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502920" y="1787760"/>
            <a:ext cx="9051840" cy="5128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ftr" idx="4"/>
          </p:nvPr>
        </p:nvSpPr>
        <p:spPr>
          <a:xfrm>
            <a:off x="3420000" y="7228440"/>
            <a:ext cx="3218040" cy="388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7" name="PlaceHolder 4"/>
          <p:cNvSpPr>
            <a:spLocks noGrp="1"/>
          </p:cNvSpPr>
          <p:nvPr>
            <p:ph type="dt" idx="5"/>
          </p:nvPr>
        </p:nvSpPr>
        <p:spPr>
          <a:xfrm>
            <a:off x="502920" y="7228440"/>
            <a:ext cx="2312640" cy="388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sldNum" idx="6"/>
          </p:nvPr>
        </p:nvSpPr>
        <p:spPr>
          <a:xfrm>
            <a:off x="8089920" y="7223400"/>
            <a:ext cx="1568160" cy="209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marL="12600" indent="0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i="1" u="none" strike="noStrike" spc="-510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marL="12600"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000" b="0" i="1" u="none" strike="noStrike" spc="-510">
                <a:solidFill>
                  <a:schemeClr val="dk1"/>
                </a:solidFill>
                <a:effectLst/>
                <a:uFillTx/>
                <a:latin typeface="Arial"/>
              </a:rPr>
              <a:t>O</a:t>
            </a:r>
            <a:r>
              <a:rPr lang="en-US" sz="1500" b="0" i="1" u="none" strike="noStrike" spc="-88" baseline="2000">
                <a:solidFill>
                  <a:schemeClr val="dk1"/>
                </a:solidFill>
                <a:effectLst/>
                <a:uFillTx/>
                <a:latin typeface="Arial"/>
              </a:rPr>
              <a:t>c </a:t>
            </a:r>
            <a:r>
              <a:rPr lang="en-US" sz="1500" b="0" i="1" u="none" strike="noStrike" spc="74" baseline="2000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r>
              <a:rPr lang="en-US" sz="1000" b="0" i="1" u="none" strike="noStrike" spc="-510">
                <a:solidFill>
                  <a:schemeClr val="dk1"/>
                </a:solidFill>
                <a:effectLst/>
                <a:uFillTx/>
                <a:latin typeface="Arial"/>
              </a:rPr>
              <a:t>C.</a:t>
            </a:r>
            <a:r>
              <a:rPr lang="en-US" sz="1000" b="0" i="1" u="none" strike="noStrike" spc="51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r>
              <a:rPr lang="en-US" sz="1000" b="0" i="1" u="none" strike="noStrike" spc="20">
                <a:solidFill>
                  <a:schemeClr val="dk1"/>
                </a:solidFill>
                <a:effectLst/>
                <a:uFillTx/>
                <a:latin typeface="Arial"/>
              </a:rPr>
              <a:t>D.</a:t>
            </a:r>
            <a:r>
              <a:rPr lang="en-US" sz="1000" b="0" i="1" u="none" strike="noStrike" spc="45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r>
              <a:rPr lang="en-US" sz="1000" b="0" i="1" u="none" strike="noStrike" spc="-31">
                <a:solidFill>
                  <a:schemeClr val="dk1"/>
                </a:solidFill>
                <a:effectLst/>
                <a:uFillTx/>
                <a:latin typeface="Arial"/>
              </a:rPr>
              <a:t>Ca</a:t>
            </a:r>
            <a:r>
              <a:rPr lang="en-US" sz="1000" b="0" i="1" u="none" strike="noStrike" spc="-60">
                <a:solidFill>
                  <a:schemeClr val="dk1"/>
                </a:solidFill>
                <a:effectLst/>
                <a:uFillTx/>
                <a:latin typeface="Arial"/>
              </a:rPr>
              <a:t>n</a:t>
            </a:r>
            <a:r>
              <a:rPr lang="en-US" sz="1000" b="0" i="1" u="none" strike="noStrike" spc="31">
                <a:solidFill>
                  <a:schemeClr val="dk1"/>
                </a:solidFill>
                <a:effectLst/>
                <a:uFillTx/>
                <a:latin typeface="Arial"/>
              </a:rPr>
              <a:t>trell</a:t>
            </a:r>
            <a:r>
              <a:rPr lang="en-US" sz="1000" b="0" i="1" u="none" strike="noStrike" spc="45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r>
              <a:rPr lang="en-US" sz="1000" b="0" i="1" u="none" strike="noStrike" spc="34">
                <a:solidFill>
                  <a:schemeClr val="dk1"/>
                </a:solidFill>
                <a:effectLst/>
                <a:uFillTx/>
                <a:latin typeface="Arial"/>
              </a:rPr>
              <a:t>(09/</a:t>
            </a:r>
            <a:fld id="{5BC29054-6F74-4644-9529-D93E886B0EF0}" type="slidenum">
              <a:rPr lang="en-US" sz="1000" b="0" i="1" u="none" strike="noStrike" spc="-65">
                <a:solidFill>
                  <a:schemeClr val="dk1"/>
                </a:solidFill>
                <a:effectLst/>
                <a:uFillTx/>
                <a:latin typeface="Arial"/>
              </a:rPr>
              <a:t>‹#›</a:t>
            </a:fld>
            <a:r>
              <a:rPr lang="en-US" sz="1000" b="0" i="1" u="none" strike="noStrike" spc="-20">
                <a:solidFill>
                  <a:schemeClr val="dk1"/>
                </a:solidFill>
                <a:effectLst/>
                <a:uFillTx/>
                <a:latin typeface="Arial"/>
              </a:rPr>
              <a:t>98)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3568320" y="1161000"/>
            <a:ext cx="2920680" cy="48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502920" y="1787760"/>
            <a:ext cx="4374720" cy="5128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body"/>
          </p:nvPr>
        </p:nvSpPr>
        <p:spPr>
          <a:xfrm>
            <a:off x="5180040" y="1787760"/>
            <a:ext cx="4374720" cy="5128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4"/>
          <p:cNvSpPr>
            <a:spLocks noGrp="1"/>
          </p:cNvSpPr>
          <p:nvPr>
            <p:ph type="ftr" idx="7"/>
          </p:nvPr>
        </p:nvSpPr>
        <p:spPr>
          <a:xfrm>
            <a:off x="3420000" y="7228440"/>
            <a:ext cx="3218040" cy="388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13" name="PlaceHolder 5"/>
          <p:cNvSpPr>
            <a:spLocks noGrp="1"/>
          </p:cNvSpPr>
          <p:nvPr>
            <p:ph type="dt" idx="8"/>
          </p:nvPr>
        </p:nvSpPr>
        <p:spPr>
          <a:xfrm>
            <a:off x="502920" y="7228440"/>
            <a:ext cx="2312640" cy="388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6"/>
          <p:cNvSpPr>
            <a:spLocks noGrp="1"/>
          </p:cNvSpPr>
          <p:nvPr>
            <p:ph type="sldNum" idx="9"/>
          </p:nvPr>
        </p:nvSpPr>
        <p:spPr>
          <a:xfrm>
            <a:off x="8089920" y="7223400"/>
            <a:ext cx="1568160" cy="209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marL="12600" indent="0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i="1" u="none" strike="noStrike" spc="-510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marL="12600"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000" b="0" i="1" u="none" strike="noStrike" spc="-510">
                <a:solidFill>
                  <a:schemeClr val="dk1"/>
                </a:solidFill>
                <a:effectLst/>
                <a:uFillTx/>
                <a:latin typeface="Arial"/>
              </a:rPr>
              <a:t>O</a:t>
            </a:r>
            <a:r>
              <a:rPr lang="en-US" sz="1500" b="0" i="1" u="none" strike="noStrike" spc="-88" baseline="2000">
                <a:solidFill>
                  <a:schemeClr val="dk1"/>
                </a:solidFill>
                <a:effectLst/>
                <a:uFillTx/>
                <a:latin typeface="Arial"/>
              </a:rPr>
              <a:t>c </a:t>
            </a:r>
            <a:r>
              <a:rPr lang="en-US" sz="1500" b="0" i="1" u="none" strike="noStrike" spc="74" baseline="2000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r>
              <a:rPr lang="en-US" sz="1000" b="0" i="1" u="none" strike="noStrike" spc="-510">
                <a:solidFill>
                  <a:schemeClr val="dk1"/>
                </a:solidFill>
                <a:effectLst/>
                <a:uFillTx/>
                <a:latin typeface="Arial"/>
              </a:rPr>
              <a:t>C.</a:t>
            </a:r>
            <a:r>
              <a:rPr lang="en-US" sz="1000" b="0" i="1" u="none" strike="noStrike" spc="51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r>
              <a:rPr lang="en-US" sz="1000" b="0" i="1" u="none" strike="noStrike" spc="20">
                <a:solidFill>
                  <a:schemeClr val="dk1"/>
                </a:solidFill>
                <a:effectLst/>
                <a:uFillTx/>
                <a:latin typeface="Arial"/>
              </a:rPr>
              <a:t>D.</a:t>
            </a:r>
            <a:r>
              <a:rPr lang="en-US" sz="1000" b="0" i="1" u="none" strike="noStrike" spc="45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r>
              <a:rPr lang="en-US" sz="1000" b="0" i="1" u="none" strike="noStrike" spc="-31">
                <a:solidFill>
                  <a:schemeClr val="dk1"/>
                </a:solidFill>
                <a:effectLst/>
                <a:uFillTx/>
                <a:latin typeface="Arial"/>
              </a:rPr>
              <a:t>Ca</a:t>
            </a:r>
            <a:r>
              <a:rPr lang="en-US" sz="1000" b="0" i="1" u="none" strike="noStrike" spc="-60">
                <a:solidFill>
                  <a:schemeClr val="dk1"/>
                </a:solidFill>
                <a:effectLst/>
                <a:uFillTx/>
                <a:latin typeface="Arial"/>
              </a:rPr>
              <a:t>n</a:t>
            </a:r>
            <a:r>
              <a:rPr lang="en-US" sz="1000" b="0" i="1" u="none" strike="noStrike" spc="31">
                <a:solidFill>
                  <a:schemeClr val="dk1"/>
                </a:solidFill>
                <a:effectLst/>
                <a:uFillTx/>
                <a:latin typeface="Arial"/>
              </a:rPr>
              <a:t>trell</a:t>
            </a:r>
            <a:r>
              <a:rPr lang="en-US" sz="1000" b="0" i="1" u="none" strike="noStrike" spc="45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r>
              <a:rPr lang="en-US" sz="1000" b="0" i="1" u="none" strike="noStrike" spc="34">
                <a:solidFill>
                  <a:schemeClr val="dk1"/>
                </a:solidFill>
                <a:effectLst/>
                <a:uFillTx/>
                <a:latin typeface="Arial"/>
              </a:rPr>
              <a:t>(09/</a:t>
            </a:r>
            <a:fld id="{4839A86E-239E-4764-956E-22B529859FEB}" type="slidenum">
              <a:rPr lang="en-US" sz="1000" b="0" i="1" u="none" strike="noStrike" spc="-65">
                <a:solidFill>
                  <a:schemeClr val="dk1"/>
                </a:solidFill>
                <a:effectLst/>
                <a:uFillTx/>
                <a:latin typeface="Arial"/>
              </a:rPr>
              <a:t>‹#›</a:t>
            </a:fld>
            <a:r>
              <a:rPr lang="en-US" sz="1000" b="0" i="1" u="none" strike="noStrike" spc="-20">
                <a:solidFill>
                  <a:schemeClr val="dk1"/>
                </a:solidFill>
                <a:effectLst/>
                <a:uFillTx/>
                <a:latin typeface="Arial"/>
              </a:rPr>
              <a:t>98)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bk object 16"/>
          <p:cNvSpPr/>
          <p:nvPr/>
        </p:nvSpPr>
        <p:spPr>
          <a:xfrm>
            <a:off x="2341800" y="638280"/>
            <a:ext cx="360" cy="5485680"/>
          </a:xfrm>
          <a:custGeom>
            <a:avLst/>
            <a:gdLst>
              <a:gd name="textAreaLeft" fmla="*/ 0 w 360"/>
              <a:gd name="textAreaRight" fmla="*/ 1440 w 360"/>
              <a:gd name="textAreaTop" fmla="*/ 0 h 5485680"/>
              <a:gd name="textAreaBottom" fmla="*/ 5486400 h 5485680"/>
            </a:gdLst>
            <a:ahLst/>
            <a:cxnLst/>
            <a:rect l="textAreaLeft" t="textAreaTop" r="textAreaRight" b="textAreaBottom"/>
            <a:pathLst>
              <a:path h="5486398">
                <a:moveTo>
                  <a:pt x="0" y="0"/>
                </a:moveTo>
                <a:lnTo>
                  <a:pt x="0" y="5486398"/>
                </a:lnTo>
              </a:path>
            </a:pathLst>
          </a:custGeom>
          <a:noFill/>
          <a:ln w="635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" name="bk object 17"/>
          <p:cNvSpPr/>
          <p:nvPr/>
        </p:nvSpPr>
        <p:spPr>
          <a:xfrm>
            <a:off x="2296080" y="6078960"/>
            <a:ext cx="45000" cy="360"/>
          </a:xfrm>
          <a:custGeom>
            <a:avLst/>
            <a:gdLst>
              <a:gd name="textAreaLeft" fmla="*/ 0 w 45000"/>
              <a:gd name="textAreaRight" fmla="*/ 45720 w 4500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45592">
                <a:moveTo>
                  <a:pt x="45592" y="0"/>
                </a:moveTo>
                <a:lnTo>
                  <a:pt x="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" name="bk object 18"/>
          <p:cNvSpPr/>
          <p:nvPr/>
        </p:nvSpPr>
        <p:spPr>
          <a:xfrm>
            <a:off x="2296080" y="5539680"/>
            <a:ext cx="45000" cy="360"/>
          </a:xfrm>
          <a:custGeom>
            <a:avLst/>
            <a:gdLst>
              <a:gd name="textAreaLeft" fmla="*/ 0 w 45000"/>
              <a:gd name="textAreaRight" fmla="*/ 45720 w 4500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45592">
                <a:moveTo>
                  <a:pt x="45592" y="0"/>
                </a:moveTo>
                <a:lnTo>
                  <a:pt x="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" name="bk object 19"/>
          <p:cNvSpPr/>
          <p:nvPr/>
        </p:nvSpPr>
        <p:spPr>
          <a:xfrm>
            <a:off x="2296080" y="5000040"/>
            <a:ext cx="45000" cy="360"/>
          </a:xfrm>
          <a:custGeom>
            <a:avLst/>
            <a:gdLst>
              <a:gd name="textAreaLeft" fmla="*/ 0 w 45000"/>
              <a:gd name="textAreaRight" fmla="*/ 45720 w 4500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45592">
                <a:moveTo>
                  <a:pt x="45592" y="0"/>
                </a:moveTo>
                <a:lnTo>
                  <a:pt x="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" name="bk object 20"/>
          <p:cNvSpPr/>
          <p:nvPr/>
        </p:nvSpPr>
        <p:spPr>
          <a:xfrm>
            <a:off x="2296080" y="4460400"/>
            <a:ext cx="45000" cy="360"/>
          </a:xfrm>
          <a:custGeom>
            <a:avLst/>
            <a:gdLst>
              <a:gd name="textAreaLeft" fmla="*/ 0 w 45000"/>
              <a:gd name="textAreaRight" fmla="*/ 45720 w 4500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45592">
                <a:moveTo>
                  <a:pt x="45592" y="0"/>
                </a:moveTo>
                <a:lnTo>
                  <a:pt x="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" name="bk object 21"/>
          <p:cNvSpPr/>
          <p:nvPr/>
        </p:nvSpPr>
        <p:spPr>
          <a:xfrm>
            <a:off x="2296080" y="3921120"/>
            <a:ext cx="45000" cy="360"/>
          </a:xfrm>
          <a:custGeom>
            <a:avLst/>
            <a:gdLst>
              <a:gd name="textAreaLeft" fmla="*/ 0 w 45000"/>
              <a:gd name="textAreaRight" fmla="*/ 45720 w 4500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45592">
                <a:moveTo>
                  <a:pt x="45592" y="0"/>
                </a:moveTo>
                <a:lnTo>
                  <a:pt x="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" name="bk object 22"/>
          <p:cNvSpPr/>
          <p:nvPr/>
        </p:nvSpPr>
        <p:spPr>
          <a:xfrm>
            <a:off x="2296080" y="3381480"/>
            <a:ext cx="45000" cy="360"/>
          </a:xfrm>
          <a:custGeom>
            <a:avLst/>
            <a:gdLst>
              <a:gd name="textAreaLeft" fmla="*/ 0 w 45000"/>
              <a:gd name="textAreaRight" fmla="*/ 45720 w 4500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45592">
                <a:moveTo>
                  <a:pt x="45592" y="0"/>
                </a:moveTo>
                <a:lnTo>
                  <a:pt x="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" name="bk object 23"/>
          <p:cNvSpPr/>
          <p:nvPr/>
        </p:nvSpPr>
        <p:spPr>
          <a:xfrm>
            <a:off x="2296080" y="2841840"/>
            <a:ext cx="45000" cy="360"/>
          </a:xfrm>
          <a:custGeom>
            <a:avLst/>
            <a:gdLst>
              <a:gd name="textAreaLeft" fmla="*/ 0 w 45000"/>
              <a:gd name="textAreaRight" fmla="*/ 45720 w 4500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45592">
                <a:moveTo>
                  <a:pt x="45592" y="0"/>
                </a:moveTo>
                <a:lnTo>
                  <a:pt x="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" name="bk object 24"/>
          <p:cNvSpPr/>
          <p:nvPr/>
        </p:nvSpPr>
        <p:spPr>
          <a:xfrm>
            <a:off x="2296080" y="2302560"/>
            <a:ext cx="45000" cy="360"/>
          </a:xfrm>
          <a:custGeom>
            <a:avLst/>
            <a:gdLst>
              <a:gd name="textAreaLeft" fmla="*/ 0 w 45000"/>
              <a:gd name="textAreaRight" fmla="*/ 45720 w 4500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45592">
                <a:moveTo>
                  <a:pt x="45592" y="0"/>
                </a:moveTo>
                <a:lnTo>
                  <a:pt x="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" name="bk object 25"/>
          <p:cNvSpPr/>
          <p:nvPr/>
        </p:nvSpPr>
        <p:spPr>
          <a:xfrm>
            <a:off x="2296080" y="1762920"/>
            <a:ext cx="45000" cy="360"/>
          </a:xfrm>
          <a:custGeom>
            <a:avLst/>
            <a:gdLst>
              <a:gd name="textAreaLeft" fmla="*/ 0 w 45000"/>
              <a:gd name="textAreaRight" fmla="*/ 45720 w 4500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45592">
                <a:moveTo>
                  <a:pt x="45592" y="0"/>
                </a:moveTo>
                <a:lnTo>
                  <a:pt x="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" name="bk object 26"/>
          <p:cNvSpPr/>
          <p:nvPr/>
        </p:nvSpPr>
        <p:spPr>
          <a:xfrm>
            <a:off x="2296080" y="1223640"/>
            <a:ext cx="45000" cy="360"/>
          </a:xfrm>
          <a:custGeom>
            <a:avLst/>
            <a:gdLst>
              <a:gd name="textAreaLeft" fmla="*/ 0 w 45000"/>
              <a:gd name="textAreaRight" fmla="*/ 45720 w 4500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45592">
                <a:moveTo>
                  <a:pt x="45592" y="0"/>
                </a:moveTo>
                <a:lnTo>
                  <a:pt x="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" name="bk object 27"/>
          <p:cNvSpPr/>
          <p:nvPr/>
        </p:nvSpPr>
        <p:spPr>
          <a:xfrm>
            <a:off x="2296080" y="684000"/>
            <a:ext cx="45000" cy="360"/>
          </a:xfrm>
          <a:custGeom>
            <a:avLst/>
            <a:gdLst>
              <a:gd name="textAreaLeft" fmla="*/ 0 w 45000"/>
              <a:gd name="textAreaRight" fmla="*/ 45720 w 4500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45592">
                <a:moveTo>
                  <a:pt x="45592" y="0"/>
                </a:moveTo>
                <a:lnTo>
                  <a:pt x="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" name="bk object 28"/>
          <p:cNvSpPr/>
          <p:nvPr/>
        </p:nvSpPr>
        <p:spPr>
          <a:xfrm>
            <a:off x="2107080" y="5949000"/>
            <a:ext cx="134640" cy="204480"/>
          </a:xfrm>
          <a:custGeom>
            <a:avLst/>
            <a:gdLst>
              <a:gd name="textAreaLeft" fmla="*/ 0 w 134640"/>
              <a:gd name="textAreaRight" fmla="*/ 135360 w 134640"/>
              <a:gd name="textAreaTop" fmla="*/ 0 h 204480"/>
              <a:gd name="textAreaBottom" fmla="*/ 205200 h 204480"/>
            </a:gdLst>
            <a:ahLst/>
            <a:cxnLst/>
            <a:rect l="textAreaLeft" t="textAreaTop" r="textAreaRight" b="textAreaBottom"/>
            <a:pathLst>
              <a:path w="135254" h="205371">
                <a:moveTo>
                  <a:pt x="81533" y="0"/>
                </a:moveTo>
                <a:lnTo>
                  <a:pt x="54101" y="0"/>
                </a:lnTo>
                <a:lnTo>
                  <a:pt x="30098" y="11823"/>
                </a:lnTo>
                <a:lnTo>
                  <a:pt x="18033" y="20840"/>
                </a:lnTo>
                <a:lnTo>
                  <a:pt x="6095" y="44970"/>
                </a:lnTo>
                <a:lnTo>
                  <a:pt x="3175" y="53975"/>
                </a:lnTo>
                <a:lnTo>
                  <a:pt x="253" y="75196"/>
                </a:lnTo>
                <a:lnTo>
                  <a:pt x="253" y="102628"/>
                </a:lnTo>
                <a:lnTo>
                  <a:pt x="0" y="102628"/>
                </a:lnTo>
                <a:lnTo>
                  <a:pt x="0" y="130060"/>
                </a:lnTo>
                <a:lnTo>
                  <a:pt x="2920" y="151269"/>
                </a:lnTo>
                <a:lnTo>
                  <a:pt x="11937" y="169430"/>
                </a:lnTo>
                <a:lnTo>
                  <a:pt x="17906" y="184543"/>
                </a:lnTo>
                <a:lnTo>
                  <a:pt x="29971" y="193560"/>
                </a:lnTo>
                <a:lnTo>
                  <a:pt x="42036" y="199529"/>
                </a:lnTo>
                <a:lnTo>
                  <a:pt x="66166" y="205371"/>
                </a:lnTo>
                <a:lnTo>
                  <a:pt x="81279" y="202450"/>
                </a:lnTo>
                <a:lnTo>
                  <a:pt x="93344" y="199529"/>
                </a:lnTo>
                <a:lnTo>
                  <a:pt x="105409" y="193560"/>
                </a:lnTo>
                <a:lnTo>
                  <a:pt x="114426" y="184543"/>
                </a:lnTo>
                <a:lnTo>
                  <a:pt x="116397" y="181241"/>
                </a:lnTo>
                <a:lnTo>
                  <a:pt x="57276" y="181241"/>
                </a:lnTo>
                <a:lnTo>
                  <a:pt x="54356" y="178320"/>
                </a:lnTo>
                <a:lnTo>
                  <a:pt x="51434" y="178320"/>
                </a:lnTo>
                <a:lnTo>
                  <a:pt x="39623" y="166509"/>
                </a:lnTo>
                <a:lnTo>
                  <a:pt x="33654" y="157492"/>
                </a:lnTo>
                <a:lnTo>
                  <a:pt x="30709" y="139204"/>
                </a:lnTo>
                <a:lnTo>
                  <a:pt x="27812" y="124218"/>
                </a:lnTo>
                <a:lnTo>
                  <a:pt x="27812" y="103009"/>
                </a:lnTo>
                <a:lnTo>
                  <a:pt x="27558" y="102628"/>
                </a:lnTo>
                <a:lnTo>
                  <a:pt x="27558" y="78371"/>
                </a:lnTo>
                <a:lnTo>
                  <a:pt x="30479" y="66306"/>
                </a:lnTo>
                <a:lnTo>
                  <a:pt x="33400" y="48145"/>
                </a:lnTo>
                <a:lnTo>
                  <a:pt x="39369" y="39128"/>
                </a:lnTo>
                <a:lnTo>
                  <a:pt x="51181" y="27317"/>
                </a:lnTo>
                <a:lnTo>
                  <a:pt x="57150" y="24396"/>
                </a:lnTo>
                <a:lnTo>
                  <a:pt x="116294" y="24396"/>
                </a:lnTo>
                <a:lnTo>
                  <a:pt x="114553" y="20840"/>
                </a:lnTo>
                <a:lnTo>
                  <a:pt x="105536" y="11823"/>
                </a:lnTo>
                <a:lnTo>
                  <a:pt x="81533" y="0"/>
                </a:lnTo>
                <a:close/>
              </a:path>
              <a:path w="135254" h="205371">
                <a:moveTo>
                  <a:pt x="116294" y="24396"/>
                </a:moveTo>
                <a:lnTo>
                  <a:pt x="75310" y="24396"/>
                </a:lnTo>
                <a:lnTo>
                  <a:pt x="84327" y="27317"/>
                </a:lnTo>
                <a:lnTo>
                  <a:pt x="96265" y="39255"/>
                </a:lnTo>
                <a:lnTo>
                  <a:pt x="102234" y="48272"/>
                </a:lnTo>
                <a:lnTo>
                  <a:pt x="105156" y="66433"/>
                </a:lnTo>
                <a:lnTo>
                  <a:pt x="108076" y="81546"/>
                </a:lnTo>
                <a:lnTo>
                  <a:pt x="108052" y="124218"/>
                </a:lnTo>
                <a:lnTo>
                  <a:pt x="105135" y="139331"/>
                </a:lnTo>
                <a:lnTo>
                  <a:pt x="102234" y="157365"/>
                </a:lnTo>
                <a:lnTo>
                  <a:pt x="96265" y="166382"/>
                </a:lnTo>
                <a:lnTo>
                  <a:pt x="84327" y="178320"/>
                </a:lnTo>
                <a:lnTo>
                  <a:pt x="78358" y="178320"/>
                </a:lnTo>
                <a:lnTo>
                  <a:pt x="75437" y="181241"/>
                </a:lnTo>
                <a:lnTo>
                  <a:pt x="116397" y="181241"/>
                </a:lnTo>
                <a:lnTo>
                  <a:pt x="123443" y="169430"/>
                </a:lnTo>
                <a:lnTo>
                  <a:pt x="129412" y="151269"/>
                </a:lnTo>
                <a:lnTo>
                  <a:pt x="132333" y="130060"/>
                </a:lnTo>
                <a:lnTo>
                  <a:pt x="135254" y="102628"/>
                </a:lnTo>
                <a:lnTo>
                  <a:pt x="132333" y="75196"/>
                </a:lnTo>
                <a:lnTo>
                  <a:pt x="129412" y="53975"/>
                </a:lnTo>
                <a:lnTo>
                  <a:pt x="123443" y="32778"/>
                </a:lnTo>
                <a:lnTo>
                  <a:pt x="117475" y="26809"/>
                </a:lnTo>
                <a:lnTo>
                  <a:pt x="116294" y="24396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" name="bk object 29"/>
          <p:cNvSpPr/>
          <p:nvPr/>
        </p:nvSpPr>
        <p:spPr>
          <a:xfrm>
            <a:off x="2147040" y="5409720"/>
            <a:ext cx="68400" cy="200160"/>
          </a:xfrm>
          <a:custGeom>
            <a:avLst/>
            <a:gdLst>
              <a:gd name="textAreaLeft" fmla="*/ 0 w 68400"/>
              <a:gd name="textAreaRight" fmla="*/ 69120 w 68400"/>
              <a:gd name="textAreaTop" fmla="*/ 0 h 200160"/>
              <a:gd name="textAreaBottom" fmla="*/ 200880 h 200160"/>
            </a:gdLst>
            <a:ahLst/>
            <a:cxnLst/>
            <a:rect l="textAreaLeft" t="textAreaTop" r="textAreaRight" b="textAreaBottom"/>
            <a:pathLst>
              <a:path w="69087" h="201041">
                <a:moveTo>
                  <a:pt x="69087" y="0"/>
                </a:moveTo>
                <a:lnTo>
                  <a:pt x="50927" y="0"/>
                </a:lnTo>
                <a:lnTo>
                  <a:pt x="48006" y="9004"/>
                </a:lnTo>
                <a:lnTo>
                  <a:pt x="48006" y="14986"/>
                </a:lnTo>
                <a:lnTo>
                  <a:pt x="36195" y="26797"/>
                </a:lnTo>
                <a:lnTo>
                  <a:pt x="27178" y="32766"/>
                </a:lnTo>
                <a:lnTo>
                  <a:pt x="18161" y="35687"/>
                </a:lnTo>
                <a:lnTo>
                  <a:pt x="0" y="35687"/>
                </a:lnTo>
                <a:lnTo>
                  <a:pt x="0" y="56895"/>
                </a:lnTo>
                <a:lnTo>
                  <a:pt x="45593" y="56895"/>
                </a:lnTo>
                <a:lnTo>
                  <a:pt x="45593" y="200025"/>
                </a:lnTo>
                <a:lnTo>
                  <a:pt x="44831" y="201041"/>
                </a:lnTo>
                <a:lnTo>
                  <a:pt x="69087" y="201041"/>
                </a:lnTo>
                <a:lnTo>
                  <a:pt x="69087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bk object 30"/>
          <p:cNvSpPr/>
          <p:nvPr/>
        </p:nvSpPr>
        <p:spPr>
          <a:xfrm>
            <a:off x="2104200" y="4871880"/>
            <a:ext cx="136800" cy="194400"/>
          </a:xfrm>
          <a:custGeom>
            <a:avLst/>
            <a:gdLst>
              <a:gd name="textAreaLeft" fmla="*/ 0 w 136800"/>
              <a:gd name="textAreaRight" fmla="*/ 137520 w 136800"/>
              <a:gd name="textAreaTop" fmla="*/ 0 h 194400"/>
              <a:gd name="textAreaBottom" fmla="*/ 195120 h 194400"/>
            </a:gdLst>
            <a:ahLst/>
            <a:cxnLst/>
            <a:rect l="textAreaLeft" t="textAreaTop" r="textAreaRight" b="textAreaBottom"/>
            <a:pathLst>
              <a:path w="137541" h="195199">
                <a:moveTo>
                  <a:pt x="123952" y="21463"/>
                </a:moveTo>
                <a:lnTo>
                  <a:pt x="77978" y="21463"/>
                </a:lnTo>
                <a:lnTo>
                  <a:pt x="95885" y="30226"/>
                </a:lnTo>
                <a:lnTo>
                  <a:pt x="101854" y="36195"/>
                </a:lnTo>
                <a:lnTo>
                  <a:pt x="107633" y="48006"/>
                </a:lnTo>
                <a:lnTo>
                  <a:pt x="107696" y="66294"/>
                </a:lnTo>
                <a:lnTo>
                  <a:pt x="104775" y="72263"/>
                </a:lnTo>
                <a:lnTo>
                  <a:pt x="101854" y="81280"/>
                </a:lnTo>
                <a:lnTo>
                  <a:pt x="90043" y="93091"/>
                </a:lnTo>
                <a:lnTo>
                  <a:pt x="81025" y="99047"/>
                </a:lnTo>
                <a:lnTo>
                  <a:pt x="62865" y="108077"/>
                </a:lnTo>
                <a:lnTo>
                  <a:pt x="53848" y="114046"/>
                </a:lnTo>
                <a:lnTo>
                  <a:pt x="14731" y="144018"/>
                </a:lnTo>
                <a:lnTo>
                  <a:pt x="2921" y="180213"/>
                </a:lnTo>
                <a:lnTo>
                  <a:pt x="0" y="186182"/>
                </a:lnTo>
                <a:lnTo>
                  <a:pt x="0" y="195199"/>
                </a:lnTo>
                <a:lnTo>
                  <a:pt x="507" y="194818"/>
                </a:lnTo>
                <a:lnTo>
                  <a:pt x="137541" y="194818"/>
                </a:lnTo>
                <a:lnTo>
                  <a:pt x="137541" y="170561"/>
                </a:lnTo>
                <a:lnTo>
                  <a:pt x="30861" y="170561"/>
                </a:lnTo>
                <a:lnTo>
                  <a:pt x="30861" y="164592"/>
                </a:lnTo>
                <a:lnTo>
                  <a:pt x="36703" y="158750"/>
                </a:lnTo>
                <a:lnTo>
                  <a:pt x="39624" y="152781"/>
                </a:lnTo>
                <a:lnTo>
                  <a:pt x="48513" y="143891"/>
                </a:lnTo>
                <a:lnTo>
                  <a:pt x="54482" y="140970"/>
                </a:lnTo>
                <a:lnTo>
                  <a:pt x="72517" y="129032"/>
                </a:lnTo>
                <a:lnTo>
                  <a:pt x="75437" y="126111"/>
                </a:lnTo>
                <a:lnTo>
                  <a:pt x="93599" y="120142"/>
                </a:lnTo>
                <a:lnTo>
                  <a:pt x="96519" y="117221"/>
                </a:lnTo>
                <a:lnTo>
                  <a:pt x="102488" y="114300"/>
                </a:lnTo>
                <a:lnTo>
                  <a:pt x="111506" y="105283"/>
                </a:lnTo>
                <a:lnTo>
                  <a:pt x="120523" y="99314"/>
                </a:lnTo>
                <a:lnTo>
                  <a:pt x="126492" y="90297"/>
                </a:lnTo>
                <a:lnTo>
                  <a:pt x="129412" y="87376"/>
                </a:lnTo>
                <a:lnTo>
                  <a:pt x="132334" y="81407"/>
                </a:lnTo>
                <a:lnTo>
                  <a:pt x="135255" y="72390"/>
                </a:lnTo>
                <a:lnTo>
                  <a:pt x="135255" y="44958"/>
                </a:lnTo>
                <a:lnTo>
                  <a:pt x="132334" y="32893"/>
                </a:lnTo>
                <a:lnTo>
                  <a:pt x="126365" y="23876"/>
                </a:lnTo>
                <a:lnTo>
                  <a:pt x="123952" y="21463"/>
                </a:lnTo>
                <a:close/>
              </a:path>
              <a:path w="137541" h="195199">
                <a:moveTo>
                  <a:pt x="84200" y="0"/>
                </a:moveTo>
                <a:lnTo>
                  <a:pt x="53848" y="0"/>
                </a:lnTo>
                <a:lnTo>
                  <a:pt x="47879" y="2921"/>
                </a:lnTo>
                <a:lnTo>
                  <a:pt x="41910" y="2921"/>
                </a:lnTo>
                <a:lnTo>
                  <a:pt x="8890" y="38989"/>
                </a:lnTo>
                <a:lnTo>
                  <a:pt x="5968" y="48006"/>
                </a:lnTo>
                <a:lnTo>
                  <a:pt x="5968" y="69215"/>
                </a:lnTo>
                <a:lnTo>
                  <a:pt x="30225" y="69215"/>
                </a:lnTo>
                <a:lnTo>
                  <a:pt x="30225" y="60198"/>
                </a:lnTo>
                <a:lnTo>
                  <a:pt x="33147" y="54229"/>
                </a:lnTo>
                <a:lnTo>
                  <a:pt x="33225" y="48006"/>
                </a:lnTo>
                <a:lnTo>
                  <a:pt x="36068" y="39243"/>
                </a:lnTo>
                <a:lnTo>
                  <a:pt x="42037" y="33274"/>
                </a:lnTo>
                <a:lnTo>
                  <a:pt x="48006" y="30353"/>
                </a:lnTo>
                <a:lnTo>
                  <a:pt x="53975" y="24384"/>
                </a:lnTo>
                <a:lnTo>
                  <a:pt x="59943" y="24384"/>
                </a:lnTo>
                <a:lnTo>
                  <a:pt x="68961" y="21463"/>
                </a:lnTo>
                <a:lnTo>
                  <a:pt x="123952" y="21463"/>
                </a:lnTo>
                <a:lnTo>
                  <a:pt x="117348" y="14859"/>
                </a:lnTo>
                <a:lnTo>
                  <a:pt x="108331" y="8890"/>
                </a:lnTo>
                <a:lnTo>
                  <a:pt x="96266" y="2921"/>
                </a:lnTo>
                <a:lnTo>
                  <a:pt x="8420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0" name="bk object 31"/>
          <p:cNvSpPr/>
          <p:nvPr/>
        </p:nvSpPr>
        <p:spPr>
          <a:xfrm>
            <a:off x="2104200" y="4331880"/>
            <a:ext cx="134280" cy="203400"/>
          </a:xfrm>
          <a:custGeom>
            <a:avLst/>
            <a:gdLst>
              <a:gd name="textAreaLeft" fmla="*/ 0 w 134280"/>
              <a:gd name="textAreaRight" fmla="*/ 135000 w 134280"/>
              <a:gd name="textAreaTop" fmla="*/ 0 h 203400"/>
              <a:gd name="textAreaBottom" fmla="*/ 204120 h 203400"/>
            </a:gdLst>
            <a:ahLst/>
            <a:cxnLst/>
            <a:rect l="textAreaLeft" t="textAreaTop" r="textAreaRight" b="textAreaBottom"/>
            <a:pathLst>
              <a:path w="135128" h="203949">
                <a:moveTo>
                  <a:pt x="24256" y="134620"/>
                </a:moveTo>
                <a:lnTo>
                  <a:pt x="0" y="134620"/>
                </a:lnTo>
                <a:lnTo>
                  <a:pt x="127" y="135128"/>
                </a:lnTo>
                <a:lnTo>
                  <a:pt x="127" y="159385"/>
                </a:lnTo>
                <a:lnTo>
                  <a:pt x="3048" y="162306"/>
                </a:lnTo>
                <a:lnTo>
                  <a:pt x="3048" y="165227"/>
                </a:lnTo>
                <a:lnTo>
                  <a:pt x="9017" y="177292"/>
                </a:lnTo>
                <a:lnTo>
                  <a:pt x="26924" y="195199"/>
                </a:lnTo>
                <a:lnTo>
                  <a:pt x="38988" y="198120"/>
                </a:lnTo>
                <a:lnTo>
                  <a:pt x="57023" y="203949"/>
                </a:lnTo>
                <a:lnTo>
                  <a:pt x="72136" y="203949"/>
                </a:lnTo>
                <a:lnTo>
                  <a:pt x="78105" y="201041"/>
                </a:lnTo>
                <a:lnTo>
                  <a:pt x="90169" y="201041"/>
                </a:lnTo>
                <a:lnTo>
                  <a:pt x="114300" y="189103"/>
                </a:lnTo>
                <a:lnTo>
                  <a:pt x="117221" y="183134"/>
                </a:lnTo>
                <a:lnTo>
                  <a:pt x="123190" y="180212"/>
                </a:lnTo>
                <a:lnTo>
                  <a:pt x="123566" y="179450"/>
                </a:lnTo>
                <a:lnTo>
                  <a:pt x="66040" y="179450"/>
                </a:lnTo>
                <a:lnTo>
                  <a:pt x="53975" y="176530"/>
                </a:lnTo>
                <a:lnTo>
                  <a:pt x="48006" y="176530"/>
                </a:lnTo>
                <a:lnTo>
                  <a:pt x="38988" y="170561"/>
                </a:lnTo>
                <a:lnTo>
                  <a:pt x="33019" y="164592"/>
                </a:lnTo>
                <a:lnTo>
                  <a:pt x="24256" y="146685"/>
                </a:lnTo>
                <a:lnTo>
                  <a:pt x="24256" y="134620"/>
                </a:lnTo>
                <a:close/>
              </a:path>
              <a:path w="135128" h="203949">
                <a:moveTo>
                  <a:pt x="121424" y="105029"/>
                </a:moveTo>
                <a:lnTo>
                  <a:pt x="74930" y="105029"/>
                </a:lnTo>
                <a:lnTo>
                  <a:pt x="77850" y="107950"/>
                </a:lnTo>
                <a:lnTo>
                  <a:pt x="83819" y="107950"/>
                </a:lnTo>
                <a:lnTo>
                  <a:pt x="86741" y="110871"/>
                </a:lnTo>
                <a:lnTo>
                  <a:pt x="98679" y="116712"/>
                </a:lnTo>
                <a:lnTo>
                  <a:pt x="104648" y="125730"/>
                </a:lnTo>
                <a:lnTo>
                  <a:pt x="107568" y="131699"/>
                </a:lnTo>
                <a:lnTo>
                  <a:pt x="107568" y="149860"/>
                </a:lnTo>
                <a:lnTo>
                  <a:pt x="104648" y="155829"/>
                </a:lnTo>
                <a:lnTo>
                  <a:pt x="101727" y="164846"/>
                </a:lnTo>
                <a:lnTo>
                  <a:pt x="95885" y="170687"/>
                </a:lnTo>
                <a:lnTo>
                  <a:pt x="89916" y="173609"/>
                </a:lnTo>
                <a:lnTo>
                  <a:pt x="80899" y="176530"/>
                </a:lnTo>
                <a:lnTo>
                  <a:pt x="77978" y="176530"/>
                </a:lnTo>
                <a:lnTo>
                  <a:pt x="75056" y="179450"/>
                </a:lnTo>
                <a:lnTo>
                  <a:pt x="123566" y="179450"/>
                </a:lnTo>
                <a:lnTo>
                  <a:pt x="135128" y="156083"/>
                </a:lnTo>
                <a:lnTo>
                  <a:pt x="135128" y="125730"/>
                </a:lnTo>
                <a:lnTo>
                  <a:pt x="129159" y="113665"/>
                </a:lnTo>
                <a:lnTo>
                  <a:pt x="123190" y="107696"/>
                </a:lnTo>
                <a:lnTo>
                  <a:pt x="121424" y="105029"/>
                </a:lnTo>
                <a:close/>
              </a:path>
              <a:path w="135128" h="203949">
                <a:moveTo>
                  <a:pt x="120425" y="24257"/>
                </a:moveTo>
                <a:lnTo>
                  <a:pt x="78359" y="24257"/>
                </a:lnTo>
                <a:lnTo>
                  <a:pt x="90297" y="30099"/>
                </a:lnTo>
                <a:lnTo>
                  <a:pt x="99187" y="38989"/>
                </a:lnTo>
                <a:lnTo>
                  <a:pt x="99187" y="44958"/>
                </a:lnTo>
                <a:lnTo>
                  <a:pt x="102107" y="53975"/>
                </a:lnTo>
                <a:lnTo>
                  <a:pt x="99249" y="59817"/>
                </a:lnTo>
                <a:lnTo>
                  <a:pt x="99187" y="68961"/>
                </a:lnTo>
                <a:lnTo>
                  <a:pt x="90297" y="77850"/>
                </a:lnTo>
                <a:lnTo>
                  <a:pt x="78359" y="83693"/>
                </a:lnTo>
                <a:lnTo>
                  <a:pt x="50927" y="83693"/>
                </a:lnTo>
                <a:lnTo>
                  <a:pt x="50927" y="107950"/>
                </a:lnTo>
                <a:lnTo>
                  <a:pt x="56896" y="107950"/>
                </a:lnTo>
                <a:lnTo>
                  <a:pt x="62865" y="105029"/>
                </a:lnTo>
                <a:lnTo>
                  <a:pt x="121424" y="105029"/>
                </a:lnTo>
                <a:lnTo>
                  <a:pt x="117221" y="98679"/>
                </a:lnTo>
                <a:lnTo>
                  <a:pt x="114300" y="95758"/>
                </a:lnTo>
                <a:lnTo>
                  <a:pt x="108331" y="92824"/>
                </a:lnTo>
                <a:lnTo>
                  <a:pt x="102362" y="92824"/>
                </a:lnTo>
                <a:lnTo>
                  <a:pt x="111379" y="89916"/>
                </a:lnTo>
                <a:lnTo>
                  <a:pt x="120268" y="81025"/>
                </a:lnTo>
                <a:lnTo>
                  <a:pt x="123190" y="75057"/>
                </a:lnTo>
                <a:lnTo>
                  <a:pt x="126111" y="66040"/>
                </a:lnTo>
                <a:lnTo>
                  <a:pt x="129031" y="53975"/>
                </a:lnTo>
                <a:lnTo>
                  <a:pt x="126111" y="38849"/>
                </a:lnTo>
                <a:lnTo>
                  <a:pt x="123190" y="29845"/>
                </a:lnTo>
                <a:lnTo>
                  <a:pt x="120425" y="24257"/>
                </a:lnTo>
                <a:close/>
              </a:path>
              <a:path w="135128" h="203949">
                <a:moveTo>
                  <a:pt x="78105" y="0"/>
                </a:moveTo>
                <a:lnTo>
                  <a:pt x="66040" y="0"/>
                </a:lnTo>
                <a:lnTo>
                  <a:pt x="50927" y="2921"/>
                </a:lnTo>
                <a:lnTo>
                  <a:pt x="41910" y="2921"/>
                </a:lnTo>
                <a:lnTo>
                  <a:pt x="29972" y="8762"/>
                </a:lnTo>
                <a:lnTo>
                  <a:pt x="20955" y="14732"/>
                </a:lnTo>
                <a:lnTo>
                  <a:pt x="18034" y="20700"/>
                </a:lnTo>
                <a:lnTo>
                  <a:pt x="15112" y="23622"/>
                </a:lnTo>
                <a:lnTo>
                  <a:pt x="9143" y="35674"/>
                </a:lnTo>
                <a:lnTo>
                  <a:pt x="3302" y="53721"/>
                </a:lnTo>
                <a:lnTo>
                  <a:pt x="3302" y="65786"/>
                </a:lnTo>
                <a:lnTo>
                  <a:pt x="27559" y="65786"/>
                </a:lnTo>
                <a:lnTo>
                  <a:pt x="30417" y="59944"/>
                </a:lnTo>
                <a:lnTo>
                  <a:pt x="30480" y="50800"/>
                </a:lnTo>
                <a:lnTo>
                  <a:pt x="33338" y="44958"/>
                </a:lnTo>
                <a:lnTo>
                  <a:pt x="33400" y="41910"/>
                </a:lnTo>
                <a:lnTo>
                  <a:pt x="36322" y="38989"/>
                </a:lnTo>
                <a:lnTo>
                  <a:pt x="39243" y="33020"/>
                </a:lnTo>
                <a:lnTo>
                  <a:pt x="57150" y="24257"/>
                </a:lnTo>
                <a:lnTo>
                  <a:pt x="120425" y="24257"/>
                </a:lnTo>
                <a:lnTo>
                  <a:pt x="117221" y="17780"/>
                </a:lnTo>
                <a:lnTo>
                  <a:pt x="99187" y="5842"/>
                </a:lnTo>
                <a:lnTo>
                  <a:pt x="87122" y="2921"/>
                </a:lnTo>
                <a:lnTo>
                  <a:pt x="78105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" name="bk object 32"/>
          <p:cNvSpPr/>
          <p:nvPr/>
        </p:nvSpPr>
        <p:spPr>
          <a:xfrm>
            <a:off x="2104200" y="3796200"/>
            <a:ext cx="111960" cy="194040"/>
          </a:xfrm>
          <a:custGeom>
            <a:avLst/>
            <a:gdLst>
              <a:gd name="textAreaLeft" fmla="*/ 0 w 111960"/>
              <a:gd name="textAreaRight" fmla="*/ 112680 w 111960"/>
              <a:gd name="textAreaTop" fmla="*/ 0 h 194040"/>
              <a:gd name="textAreaBottom" fmla="*/ 194760 h 194040"/>
            </a:gdLst>
            <a:ahLst/>
            <a:cxnLst/>
            <a:rect l="textAreaLeft" t="textAreaTop" r="textAreaRight" b="textAreaBottom"/>
            <a:pathLst>
              <a:path w="112648" h="194817">
                <a:moveTo>
                  <a:pt x="112648" y="143001"/>
                </a:moveTo>
                <a:lnTo>
                  <a:pt x="85216" y="143001"/>
                </a:lnTo>
                <a:lnTo>
                  <a:pt x="85216" y="194817"/>
                </a:lnTo>
                <a:lnTo>
                  <a:pt x="112648" y="194817"/>
                </a:lnTo>
                <a:lnTo>
                  <a:pt x="112648" y="143001"/>
                </a:lnTo>
                <a:close/>
              </a:path>
              <a:path w="112648" h="194817">
                <a:moveTo>
                  <a:pt x="112648" y="0"/>
                </a:moveTo>
                <a:lnTo>
                  <a:pt x="85216" y="0"/>
                </a:lnTo>
                <a:lnTo>
                  <a:pt x="0" y="118744"/>
                </a:lnTo>
                <a:lnTo>
                  <a:pt x="0" y="143001"/>
                </a:lnTo>
                <a:lnTo>
                  <a:pt x="140080" y="143001"/>
                </a:lnTo>
                <a:lnTo>
                  <a:pt x="140080" y="121792"/>
                </a:lnTo>
                <a:lnTo>
                  <a:pt x="112648" y="121792"/>
                </a:lnTo>
                <a:lnTo>
                  <a:pt x="24383" y="121665"/>
                </a:lnTo>
                <a:lnTo>
                  <a:pt x="85216" y="33400"/>
                </a:lnTo>
                <a:lnTo>
                  <a:pt x="112648" y="33400"/>
                </a:lnTo>
                <a:lnTo>
                  <a:pt x="112648" y="0"/>
                </a:lnTo>
                <a:close/>
              </a:path>
              <a:path w="112648" h="194817">
                <a:moveTo>
                  <a:pt x="112648" y="33400"/>
                </a:moveTo>
                <a:lnTo>
                  <a:pt x="85216" y="33400"/>
                </a:lnTo>
                <a:lnTo>
                  <a:pt x="85216" y="121665"/>
                </a:lnTo>
                <a:lnTo>
                  <a:pt x="112648" y="121665"/>
                </a:lnTo>
                <a:lnTo>
                  <a:pt x="112648" y="3340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" name="bk object 33"/>
          <p:cNvSpPr/>
          <p:nvPr/>
        </p:nvSpPr>
        <p:spPr>
          <a:xfrm>
            <a:off x="2104200" y="3253680"/>
            <a:ext cx="135000" cy="198720"/>
          </a:xfrm>
          <a:custGeom>
            <a:avLst/>
            <a:gdLst>
              <a:gd name="textAreaLeft" fmla="*/ 0 w 135000"/>
              <a:gd name="textAreaRight" fmla="*/ 135720 w 135000"/>
              <a:gd name="textAreaTop" fmla="*/ 0 h 198720"/>
              <a:gd name="textAreaBottom" fmla="*/ 199440 h 198720"/>
            </a:gdLst>
            <a:ahLst/>
            <a:cxnLst/>
            <a:rect l="textAreaLeft" t="textAreaTop" r="textAreaRight" b="textAreaBottom"/>
            <a:pathLst>
              <a:path w="135762" h="199389">
                <a:moveTo>
                  <a:pt x="27431" y="143001"/>
                </a:moveTo>
                <a:lnTo>
                  <a:pt x="635" y="143001"/>
                </a:lnTo>
                <a:lnTo>
                  <a:pt x="635" y="151637"/>
                </a:lnTo>
                <a:lnTo>
                  <a:pt x="21336" y="184530"/>
                </a:lnTo>
                <a:lnTo>
                  <a:pt x="51435" y="199389"/>
                </a:lnTo>
                <a:lnTo>
                  <a:pt x="81787" y="199389"/>
                </a:lnTo>
                <a:lnTo>
                  <a:pt x="93853" y="196469"/>
                </a:lnTo>
                <a:lnTo>
                  <a:pt x="105918" y="190500"/>
                </a:lnTo>
                <a:lnTo>
                  <a:pt x="120650" y="175767"/>
                </a:lnTo>
                <a:lnTo>
                  <a:pt x="57277" y="175767"/>
                </a:lnTo>
                <a:lnTo>
                  <a:pt x="48260" y="172847"/>
                </a:lnTo>
                <a:lnTo>
                  <a:pt x="42291" y="169925"/>
                </a:lnTo>
                <a:lnTo>
                  <a:pt x="27431" y="155066"/>
                </a:lnTo>
                <a:lnTo>
                  <a:pt x="27431" y="143001"/>
                </a:lnTo>
                <a:close/>
              </a:path>
              <a:path w="135762" h="199389">
                <a:moveTo>
                  <a:pt x="121920" y="89026"/>
                </a:moveTo>
                <a:lnTo>
                  <a:pt x="75437" y="89026"/>
                </a:lnTo>
                <a:lnTo>
                  <a:pt x="81406" y="91948"/>
                </a:lnTo>
                <a:lnTo>
                  <a:pt x="90424" y="94869"/>
                </a:lnTo>
                <a:lnTo>
                  <a:pt x="102362" y="106807"/>
                </a:lnTo>
                <a:lnTo>
                  <a:pt x="105282" y="115824"/>
                </a:lnTo>
                <a:lnTo>
                  <a:pt x="108204" y="118745"/>
                </a:lnTo>
                <a:lnTo>
                  <a:pt x="108204" y="143001"/>
                </a:lnTo>
                <a:lnTo>
                  <a:pt x="105282" y="148971"/>
                </a:lnTo>
                <a:lnTo>
                  <a:pt x="102362" y="157987"/>
                </a:lnTo>
                <a:lnTo>
                  <a:pt x="90424" y="169925"/>
                </a:lnTo>
                <a:lnTo>
                  <a:pt x="84455" y="172847"/>
                </a:lnTo>
                <a:lnTo>
                  <a:pt x="75437" y="175767"/>
                </a:lnTo>
                <a:lnTo>
                  <a:pt x="120650" y="175767"/>
                </a:lnTo>
                <a:lnTo>
                  <a:pt x="123952" y="172465"/>
                </a:lnTo>
                <a:lnTo>
                  <a:pt x="129793" y="160527"/>
                </a:lnTo>
                <a:lnTo>
                  <a:pt x="135762" y="148462"/>
                </a:lnTo>
                <a:lnTo>
                  <a:pt x="135762" y="118110"/>
                </a:lnTo>
                <a:lnTo>
                  <a:pt x="132842" y="106045"/>
                </a:lnTo>
                <a:lnTo>
                  <a:pt x="126873" y="93979"/>
                </a:lnTo>
                <a:lnTo>
                  <a:pt x="121920" y="89026"/>
                </a:lnTo>
                <a:close/>
              </a:path>
              <a:path w="135762" h="199389">
                <a:moveTo>
                  <a:pt x="635" y="142621"/>
                </a:moveTo>
                <a:lnTo>
                  <a:pt x="0" y="143001"/>
                </a:lnTo>
                <a:lnTo>
                  <a:pt x="635" y="143001"/>
                </a:lnTo>
                <a:lnTo>
                  <a:pt x="635" y="142621"/>
                </a:lnTo>
                <a:close/>
              </a:path>
              <a:path w="135762" h="199389">
                <a:moveTo>
                  <a:pt x="128016" y="0"/>
                </a:moveTo>
                <a:lnTo>
                  <a:pt x="21336" y="0"/>
                </a:lnTo>
                <a:lnTo>
                  <a:pt x="6223" y="106679"/>
                </a:lnTo>
                <a:lnTo>
                  <a:pt x="27431" y="106679"/>
                </a:lnTo>
                <a:lnTo>
                  <a:pt x="36322" y="97789"/>
                </a:lnTo>
                <a:lnTo>
                  <a:pt x="48260" y="91948"/>
                </a:lnTo>
                <a:lnTo>
                  <a:pt x="57277" y="89026"/>
                </a:lnTo>
                <a:lnTo>
                  <a:pt x="121920" y="89026"/>
                </a:lnTo>
                <a:lnTo>
                  <a:pt x="117856" y="84962"/>
                </a:lnTo>
                <a:lnTo>
                  <a:pt x="114997" y="79121"/>
                </a:lnTo>
                <a:lnTo>
                  <a:pt x="33781" y="79121"/>
                </a:lnTo>
                <a:lnTo>
                  <a:pt x="39750" y="24257"/>
                </a:lnTo>
                <a:lnTo>
                  <a:pt x="128016" y="24257"/>
                </a:lnTo>
                <a:lnTo>
                  <a:pt x="128016" y="0"/>
                </a:lnTo>
                <a:close/>
              </a:path>
              <a:path w="135762" h="199389">
                <a:moveTo>
                  <a:pt x="84962" y="67310"/>
                </a:moveTo>
                <a:lnTo>
                  <a:pt x="60706" y="67310"/>
                </a:lnTo>
                <a:lnTo>
                  <a:pt x="48641" y="70230"/>
                </a:lnTo>
                <a:lnTo>
                  <a:pt x="42672" y="70230"/>
                </a:lnTo>
                <a:lnTo>
                  <a:pt x="33781" y="79121"/>
                </a:lnTo>
                <a:lnTo>
                  <a:pt x="114997" y="79121"/>
                </a:lnTo>
                <a:lnTo>
                  <a:pt x="97028" y="70230"/>
                </a:lnTo>
                <a:lnTo>
                  <a:pt x="84962" y="6731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" name="bk object 34"/>
          <p:cNvSpPr/>
          <p:nvPr/>
        </p:nvSpPr>
        <p:spPr>
          <a:xfrm>
            <a:off x="2109600" y="2711520"/>
            <a:ext cx="134280" cy="204480"/>
          </a:xfrm>
          <a:custGeom>
            <a:avLst/>
            <a:gdLst>
              <a:gd name="textAreaLeft" fmla="*/ 0 w 134280"/>
              <a:gd name="textAreaRight" fmla="*/ 135000 w 134280"/>
              <a:gd name="textAreaTop" fmla="*/ 0 h 204480"/>
              <a:gd name="textAreaBottom" fmla="*/ 205200 h 204480"/>
            </a:gdLst>
            <a:ahLst/>
            <a:cxnLst/>
            <a:rect l="textAreaLeft" t="textAreaTop" r="textAreaRight" b="textAreaBottom"/>
            <a:pathLst>
              <a:path w="135000" h="205104">
                <a:moveTo>
                  <a:pt x="84200" y="202184"/>
                </a:moveTo>
                <a:lnTo>
                  <a:pt x="53975" y="202184"/>
                </a:lnTo>
                <a:lnTo>
                  <a:pt x="69087" y="205104"/>
                </a:lnTo>
                <a:lnTo>
                  <a:pt x="84200" y="202184"/>
                </a:lnTo>
                <a:close/>
              </a:path>
              <a:path w="135000" h="205104">
                <a:moveTo>
                  <a:pt x="72008" y="0"/>
                </a:moveTo>
                <a:lnTo>
                  <a:pt x="56895" y="2920"/>
                </a:lnTo>
                <a:lnTo>
                  <a:pt x="44831" y="5841"/>
                </a:lnTo>
                <a:lnTo>
                  <a:pt x="38862" y="8762"/>
                </a:lnTo>
                <a:lnTo>
                  <a:pt x="32893" y="14731"/>
                </a:lnTo>
                <a:lnTo>
                  <a:pt x="20827" y="23749"/>
                </a:lnTo>
                <a:lnTo>
                  <a:pt x="17906" y="29717"/>
                </a:lnTo>
                <a:lnTo>
                  <a:pt x="11937" y="38735"/>
                </a:lnTo>
                <a:lnTo>
                  <a:pt x="0" y="81152"/>
                </a:lnTo>
                <a:lnTo>
                  <a:pt x="0" y="141986"/>
                </a:lnTo>
                <a:lnTo>
                  <a:pt x="2920" y="151002"/>
                </a:lnTo>
                <a:lnTo>
                  <a:pt x="11937" y="172212"/>
                </a:lnTo>
                <a:lnTo>
                  <a:pt x="20955" y="184276"/>
                </a:lnTo>
                <a:lnTo>
                  <a:pt x="29971" y="193293"/>
                </a:lnTo>
                <a:lnTo>
                  <a:pt x="45085" y="199262"/>
                </a:lnTo>
                <a:lnTo>
                  <a:pt x="48006" y="202184"/>
                </a:lnTo>
                <a:lnTo>
                  <a:pt x="90169" y="202184"/>
                </a:lnTo>
                <a:lnTo>
                  <a:pt x="96138" y="199262"/>
                </a:lnTo>
                <a:lnTo>
                  <a:pt x="102107" y="199262"/>
                </a:lnTo>
                <a:lnTo>
                  <a:pt x="108076" y="196341"/>
                </a:lnTo>
                <a:lnTo>
                  <a:pt x="117093" y="187325"/>
                </a:lnTo>
                <a:lnTo>
                  <a:pt x="121460" y="181482"/>
                </a:lnTo>
                <a:lnTo>
                  <a:pt x="53212" y="181482"/>
                </a:lnTo>
                <a:lnTo>
                  <a:pt x="50292" y="178562"/>
                </a:lnTo>
                <a:lnTo>
                  <a:pt x="44323" y="175640"/>
                </a:lnTo>
                <a:lnTo>
                  <a:pt x="32512" y="163829"/>
                </a:lnTo>
                <a:lnTo>
                  <a:pt x="32512" y="160909"/>
                </a:lnTo>
                <a:lnTo>
                  <a:pt x="29591" y="154939"/>
                </a:lnTo>
                <a:lnTo>
                  <a:pt x="38354" y="109727"/>
                </a:lnTo>
                <a:lnTo>
                  <a:pt x="62356" y="97916"/>
                </a:lnTo>
                <a:lnTo>
                  <a:pt x="122916" y="97916"/>
                </a:lnTo>
                <a:lnTo>
                  <a:pt x="121991" y="96519"/>
                </a:lnTo>
                <a:lnTo>
                  <a:pt x="26924" y="96519"/>
                </a:lnTo>
                <a:lnTo>
                  <a:pt x="26924" y="78359"/>
                </a:lnTo>
                <a:lnTo>
                  <a:pt x="29844" y="66293"/>
                </a:lnTo>
                <a:lnTo>
                  <a:pt x="32766" y="57276"/>
                </a:lnTo>
                <a:lnTo>
                  <a:pt x="38735" y="45212"/>
                </a:lnTo>
                <a:lnTo>
                  <a:pt x="41656" y="39242"/>
                </a:lnTo>
                <a:lnTo>
                  <a:pt x="50545" y="30352"/>
                </a:lnTo>
                <a:lnTo>
                  <a:pt x="62483" y="24511"/>
                </a:lnTo>
                <a:lnTo>
                  <a:pt x="124681" y="24511"/>
                </a:lnTo>
                <a:lnTo>
                  <a:pt x="120142" y="17652"/>
                </a:lnTo>
                <a:lnTo>
                  <a:pt x="114300" y="11811"/>
                </a:lnTo>
                <a:lnTo>
                  <a:pt x="102235" y="5841"/>
                </a:lnTo>
                <a:lnTo>
                  <a:pt x="72008" y="0"/>
                </a:lnTo>
                <a:close/>
              </a:path>
              <a:path w="135000" h="205104">
                <a:moveTo>
                  <a:pt x="122916" y="97916"/>
                </a:moveTo>
                <a:lnTo>
                  <a:pt x="77469" y="97916"/>
                </a:lnTo>
                <a:lnTo>
                  <a:pt x="86487" y="100837"/>
                </a:lnTo>
                <a:lnTo>
                  <a:pt x="92456" y="103759"/>
                </a:lnTo>
                <a:lnTo>
                  <a:pt x="98298" y="109600"/>
                </a:lnTo>
                <a:lnTo>
                  <a:pt x="101218" y="115569"/>
                </a:lnTo>
                <a:lnTo>
                  <a:pt x="104139" y="124587"/>
                </a:lnTo>
                <a:lnTo>
                  <a:pt x="107061" y="130555"/>
                </a:lnTo>
                <a:lnTo>
                  <a:pt x="107061" y="139573"/>
                </a:lnTo>
                <a:lnTo>
                  <a:pt x="107314" y="139700"/>
                </a:lnTo>
                <a:lnTo>
                  <a:pt x="107314" y="148716"/>
                </a:lnTo>
                <a:lnTo>
                  <a:pt x="104393" y="154686"/>
                </a:lnTo>
                <a:lnTo>
                  <a:pt x="101473" y="163702"/>
                </a:lnTo>
                <a:lnTo>
                  <a:pt x="98551" y="169672"/>
                </a:lnTo>
                <a:lnTo>
                  <a:pt x="92582" y="175640"/>
                </a:lnTo>
                <a:lnTo>
                  <a:pt x="80644" y="181482"/>
                </a:lnTo>
                <a:lnTo>
                  <a:pt x="121460" y="181482"/>
                </a:lnTo>
                <a:lnTo>
                  <a:pt x="126111" y="175260"/>
                </a:lnTo>
                <a:lnTo>
                  <a:pt x="132080" y="163194"/>
                </a:lnTo>
                <a:lnTo>
                  <a:pt x="132080" y="157225"/>
                </a:lnTo>
                <a:lnTo>
                  <a:pt x="135000" y="154304"/>
                </a:lnTo>
                <a:lnTo>
                  <a:pt x="135000" y="126873"/>
                </a:lnTo>
                <a:lnTo>
                  <a:pt x="132080" y="114807"/>
                </a:lnTo>
                <a:lnTo>
                  <a:pt x="126111" y="102742"/>
                </a:lnTo>
                <a:lnTo>
                  <a:pt x="122916" y="97916"/>
                </a:lnTo>
                <a:close/>
              </a:path>
              <a:path w="135000" h="205104">
                <a:moveTo>
                  <a:pt x="68833" y="72898"/>
                </a:moveTo>
                <a:lnTo>
                  <a:pt x="59817" y="75818"/>
                </a:lnTo>
                <a:lnTo>
                  <a:pt x="47751" y="78739"/>
                </a:lnTo>
                <a:lnTo>
                  <a:pt x="38735" y="81661"/>
                </a:lnTo>
                <a:lnTo>
                  <a:pt x="29844" y="90550"/>
                </a:lnTo>
                <a:lnTo>
                  <a:pt x="26924" y="96519"/>
                </a:lnTo>
                <a:lnTo>
                  <a:pt x="121991" y="96519"/>
                </a:lnTo>
                <a:lnTo>
                  <a:pt x="120142" y="93725"/>
                </a:lnTo>
                <a:lnTo>
                  <a:pt x="108076" y="84709"/>
                </a:lnTo>
                <a:lnTo>
                  <a:pt x="96012" y="78739"/>
                </a:lnTo>
                <a:lnTo>
                  <a:pt x="83946" y="75818"/>
                </a:lnTo>
                <a:lnTo>
                  <a:pt x="68833" y="72898"/>
                </a:lnTo>
                <a:close/>
              </a:path>
              <a:path w="135000" h="205104">
                <a:moveTo>
                  <a:pt x="124681" y="24511"/>
                </a:moveTo>
                <a:lnTo>
                  <a:pt x="80644" y="24511"/>
                </a:lnTo>
                <a:lnTo>
                  <a:pt x="86613" y="27431"/>
                </a:lnTo>
                <a:lnTo>
                  <a:pt x="95631" y="30352"/>
                </a:lnTo>
                <a:lnTo>
                  <a:pt x="98551" y="33274"/>
                </a:lnTo>
                <a:lnTo>
                  <a:pt x="101473" y="33274"/>
                </a:lnTo>
                <a:lnTo>
                  <a:pt x="107314" y="45212"/>
                </a:lnTo>
                <a:lnTo>
                  <a:pt x="107314" y="54228"/>
                </a:lnTo>
                <a:lnTo>
                  <a:pt x="134746" y="54228"/>
                </a:lnTo>
                <a:lnTo>
                  <a:pt x="134874" y="53593"/>
                </a:lnTo>
                <a:lnTo>
                  <a:pt x="134874" y="47625"/>
                </a:lnTo>
                <a:lnTo>
                  <a:pt x="129031" y="35687"/>
                </a:lnTo>
                <a:lnTo>
                  <a:pt x="126111" y="26669"/>
                </a:lnTo>
                <a:lnTo>
                  <a:pt x="124681" y="24511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bk object 35"/>
          <p:cNvSpPr/>
          <p:nvPr/>
        </p:nvSpPr>
        <p:spPr>
          <a:xfrm>
            <a:off x="2106000" y="2179080"/>
            <a:ext cx="28080" cy="192960"/>
          </a:xfrm>
          <a:custGeom>
            <a:avLst/>
            <a:gdLst>
              <a:gd name="textAreaLeft" fmla="*/ 0 w 28080"/>
              <a:gd name="textAreaRight" fmla="*/ 28800 w 28080"/>
              <a:gd name="textAreaTop" fmla="*/ 0 h 192960"/>
              <a:gd name="textAreaBottom" fmla="*/ 193680 h 192960"/>
            </a:gdLst>
            <a:ahLst/>
            <a:cxnLst/>
            <a:rect l="textAreaLeft" t="textAreaTop" r="textAreaRight" b="textAreaBottom"/>
            <a:pathLst>
              <a:path w="28722" h="193675">
                <a:moveTo>
                  <a:pt x="28722" y="193548"/>
                </a:moveTo>
              </a:path>
              <a:path w="28722" h="193675">
                <a:moveTo>
                  <a:pt x="137032" y="0"/>
                </a:moveTo>
                <a:lnTo>
                  <a:pt x="0" y="0"/>
                </a:lnTo>
                <a:lnTo>
                  <a:pt x="0" y="24256"/>
                </a:lnTo>
                <a:lnTo>
                  <a:pt x="109727" y="24256"/>
                </a:lnTo>
                <a:lnTo>
                  <a:pt x="97662" y="39370"/>
                </a:lnTo>
                <a:lnTo>
                  <a:pt x="91693" y="45338"/>
                </a:lnTo>
                <a:lnTo>
                  <a:pt x="79628" y="63500"/>
                </a:lnTo>
                <a:lnTo>
                  <a:pt x="67563" y="78612"/>
                </a:lnTo>
                <a:lnTo>
                  <a:pt x="55499" y="102870"/>
                </a:lnTo>
                <a:lnTo>
                  <a:pt x="46481" y="124078"/>
                </a:lnTo>
                <a:lnTo>
                  <a:pt x="40512" y="145287"/>
                </a:lnTo>
                <a:lnTo>
                  <a:pt x="34543" y="169545"/>
                </a:lnTo>
                <a:lnTo>
                  <a:pt x="31622" y="175513"/>
                </a:lnTo>
                <a:lnTo>
                  <a:pt x="28722" y="193548"/>
                </a:lnTo>
                <a:lnTo>
                  <a:pt x="59054" y="193548"/>
                </a:lnTo>
                <a:lnTo>
                  <a:pt x="61975" y="172338"/>
                </a:lnTo>
                <a:lnTo>
                  <a:pt x="61975" y="163322"/>
                </a:lnTo>
                <a:lnTo>
                  <a:pt x="67944" y="142112"/>
                </a:lnTo>
                <a:lnTo>
                  <a:pt x="70865" y="133096"/>
                </a:lnTo>
                <a:lnTo>
                  <a:pt x="73787" y="121030"/>
                </a:lnTo>
                <a:lnTo>
                  <a:pt x="82803" y="102870"/>
                </a:lnTo>
                <a:lnTo>
                  <a:pt x="94868" y="81661"/>
                </a:lnTo>
                <a:lnTo>
                  <a:pt x="103885" y="63500"/>
                </a:lnTo>
                <a:lnTo>
                  <a:pt x="115950" y="48387"/>
                </a:lnTo>
                <a:lnTo>
                  <a:pt x="121919" y="39370"/>
                </a:lnTo>
                <a:lnTo>
                  <a:pt x="137032" y="24256"/>
                </a:lnTo>
                <a:lnTo>
                  <a:pt x="137032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" name="bk object 36"/>
          <p:cNvSpPr/>
          <p:nvPr/>
        </p:nvSpPr>
        <p:spPr>
          <a:xfrm>
            <a:off x="2107800" y="1636560"/>
            <a:ext cx="134640" cy="200160"/>
          </a:xfrm>
          <a:custGeom>
            <a:avLst/>
            <a:gdLst>
              <a:gd name="textAreaLeft" fmla="*/ 0 w 134640"/>
              <a:gd name="textAreaRight" fmla="*/ 135360 w 134640"/>
              <a:gd name="textAreaTop" fmla="*/ 0 h 200160"/>
              <a:gd name="textAreaBottom" fmla="*/ 200880 h 200160"/>
            </a:gdLst>
            <a:ahLst/>
            <a:cxnLst/>
            <a:rect l="textAreaLeft" t="textAreaTop" r="textAreaRight" b="textAreaBottom"/>
            <a:pathLst>
              <a:path w="135509" h="200913">
                <a:moveTo>
                  <a:pt x="32584" y="89815"/>
                </a:moveTo>
                <a:lnTo>
                  <a:pt x="26670" y="92709"/>
                </a:lnTo>
                <a:lnTo>
                  <a:pt x="23749" y="92709"/>
                </a:lnTo>
                <a:lnTo>
                  <a:pt x="17780" y="98678"/>
                </a:lnTo>
                <a:lnTo>
                  <a:pt x="11811" y="101600"/>
                </a:lnTo>
                <a:lnTo>
                  <a:pt x="5842" y="110616"/>
                </a:lnTo>
                <a:lnTo>
                  <a:pt x="0" y="128650"/>
                </a:lnTo>
                <a:lnTo>
                  <a:pt x="0" y="152907"/>
                </a:lnTo>
                <a:lnTo>
                  <a:pt x="2921" y="164972"/>
                </a:lnTo>
                <a:lnTo>
                  <a:pt x="11938" y="177037"/>
                </a:lnTo>
                <a:lnTo>
                  <a:pt x="29972" y="195071"/>
                </a:lnTo>
                <a:lnTo>
                  <a:pt x="54102" y="200913"/>
                </a:lnTo>
                <a:lnTo>
                  <a:pt x="81534" y="200913"/>
                </a:lnTo>
                <a:lnTo>
                  <a:pt x="90551" y="197992"/>
                </a:lnTo>
                <a:lnTo>
                  <a:pt x="105664" y="195071"/>
                </a:lnTo>
                <a:lnTo>
                  <a:pt x="123444" y="177291"/>
                </a:lnTo>
                <a:lnTo>
                  <a:pt x="53213" y="177291"/>
                </a:lnTo>
                <a:lnTo>
                  <a:pt x="47244" y="174370"/>
                </a:lnTo>
                <a:lnTo>
                  <a:pt x="44323" y="174370"/>
                </a:lnTo>
                <a:lnTo>
                  <a:pt x="32385" y="162432"/>
                </a:lnTo>
                <a:lnTo>
                  <a:pt x="29464" y="156463"/>
                </a:lnTo>
                <a:lnTo>
                  <a:pt x="26543" y="147446"/>
                </a:lnTo>
                <a:lnTo>
                  <a:pt x="26543" y="138429"/>
                </a:lnTo>
                <a:lnTo>
                  <a:pt x="26797" y="138429"/>
                </a:lnTo>
                <a:lnTo>
                  <a:pt x="26859" y="129412"/>
                </a:lnTo>
                <a:lnTo>
                  <a:pt x="32639" y="117601"/>
                </a:lnTo>
                <a:lnTo>
                  <a:pt x="38608" y="111632"/>
                </a:lnTo>
                <a:lnTo>
                  <a:pt x="44577" y="108712"/>
                </a:lnTo>
                <a:lnTo>
                  <a:pt x="53594" y="105790"/>
                </a:lnTo>
                <a:lnTo>
                  <a:pt x="59563" y="102869"/>
                </a:lnTo>
                <a:lnTo>
                  <a:pt x="121406" y="102869"/>
                </a:lnTo>
                <a:lnTo>
                  <a:pt x="120650" y="101726"/>
                </a:lnTo>
                <a:lnTo>
                  <a:pt x="114681" y="98805"/>
                </a:lnTo>
                <a:lnTo>
                  <a:pt x="108712" y="92837"/>
                </a:lnTo>
                <a:lnTo>
                  <a:pt x="102743" y="89915"/>
                </a:lnTo>
                <a:lnTo>
                  <a:pt x="32893" y="89915"/>
                </a:lnTo>
                <a:lnTo>
                  <a:pt x="32584" y="89815"/>
                </a:lnTo>
                <a:close/>
              </a:path>
              <a:path w="135509" h="200913">
                <a:moveTo>
                  <a:pt x="121406" y="102869"/>
                </a:moveTo>
                <a:lnTo>
                  <a:pt x="74676" y="102869"/>
                </a:lnTo>
                <a:lnTo>
                  <a:pt x="92583" y="111632"/>
                </a:lnTo>
                <a:lnTo>
                  <a:pt x="101473" y="120522"/>
                </a:lnTo>
                <a:lnTo>
                  <a:pt x="101473" y="123443"/>
                </a:lnTo>
                <a:lnTo>
                  <a:pt x="104394" y="129412"/>
                </a:lnTo>
                <a:lnTo>
                  <a:pt x="107315" y="138429"/>
                </a:lnTo>
                <a:lnTo>
                  <a:pt x="104394" y="147446"/>
                </a:lnTo>
                <a:lnTo>
                  <a:pt x="104394" y="156463"/>
                </a:lnTo>
                <a:lnTo>
                  <a:pt x="98425" y="162432"/>
                </a:lnTo>
                <a:lnTo>
                  <a:pt x="95504" y="168401"/>
                </a:lnTo>
                <a:lnTo>
                  <a:pt x="89535" y="174370"/>
                </a:lnTo>
                <a:lnTo>
                  <a:pt x="83566" y="174370"/>
                </a:lnTo>
                <a:lnTo>
                  <a:pt x="80645" y="177291"/>
                </a:lnTo>
                <a:lnTo>
                  <a:pt x="123444" y="177291"/>
                </a:lnTo>
                <a:lnTo>
                  <a:pt x="123698" y="177037"/>
                </a:lnTo>
                <a:lnTo>
                  <a:pt x="129667" y="164972"/>
                </a:lnTo>
                <a:lnTo>
                  <a:pt x="135509" y="140842"/>
                </a:lnTo>
                <a:lnTo>
                  <a:pt x="132588" y="128777"/>
                </a:lnTo>
                <a:lnTo>
                  <a:pt x="132588" y="119760"/>
                </a:lnTo>
                <a:lnTo>
                  <a:pt x="121406" y="102869"/>
                </a:lnTo>
                <a:close/>
              </a:path>
              <a:path w="135509" h="200913">
                <a:moveTo>
                  <a:pt x="26797" y="138429"/>
                </a:moveTo>
                <a:lnTo>
                  <a:pt x="26543" y="138429"/>
                </a:lnTo>
                <a:lnTo>
                  <a:pt x="26797" y="138556"/>
                </a:lnTo>
                <a:close/>
              </a:path>
              <a:path w="135509" h="200913">
                <a:moveTo>
                  <a:pt x="103002" y="89788"/>
                </a:moveTo>
                <a:lnTo>
                  <a:pt x="32639" y="89788"/>
                </a:lnTo>
                <a:lnTo>
                  <a:pt x="32893" y="89915"/>
                </a:lnTo>
                <a:lnTo>
                  <a:pt x="102743" y="89915"/>
                </a:lnTo>
                <a:lnTo>
                  <a:pt x="103002" y="89788"/>
                </a:lnTo>
                <a:close/>
              </a:path>
              <a:path w="135509" h="200913">
                <a:moveTo>
                  <a:pt x="87503" y="0"/>
                </a:moveTo>
                <a:lnTo>
                  <a:pt x="44958" y="0"/>
                </a:lnTo>
                <a:lnTo>
                  <a:pt x="32893" y="5968"/>
                </a:lnTo>
                <a:lnTo>
                  <a:pt x="23876" y="11937"/>
                </a:lnTo>
                <a:lnTo>
                  <a:pt x="17907" y="17906"/>
                </a:lnTo>
                <a:lnTo>
                  <a:pt x="11938" y="26923"/>
                </a:lnTo>
                <a:lnTo>
                  <a:pt x="6096" y="38862"/>
                </a:lnTo>
                <a:lnTo>
                  <a:pt x="6096" y="60070"/>
                </a:lnTo>
                <a:lnTo>
                  <a:pt x="9017" y="69087"/>
                </a:lnTo>
                <a:lnTo>
                  <a:pt x="14986" y="78104"/>
                </a:lnTo>
                <a:lnTo>
                  <a:pt x="23876" y="86994"/>
                </a:lnTo>
                <a:lnTo>
                  <a:pt x="32584" y="89815"/>
                </a:lnTo>
                <a:lnTo>
                  <a:pt x="103002" y="89788"/>
                </a:lnTo>
                <a:lnTo>
                  <a:pt x="114681" y="84073"/>
                </a:lnTo>
                <a:lnTo>
                  <a:pt x="115823" y="82930"/>
                </a:lnTo>
                <a:lnTo>
                  <a:pt x="65659" y="82930"/>
                </a:lnTo>
                <a:lnTo>
                  <a:pt x="59690" y="80009"/>
                </a:lnTo>
                <a:lnTo>
                  <a:pt x="53721" y="80009"/>
                </a:lnTo>
                <a:lnTo>
                  <a:pt x="41783" y="74167"/>
                </a:lnTo>
                <a:lnTo>
                  <a:pt x="38862" y="71246"/>
                </a:lnTo>
                <a:lnTo>
                  <a:pt x="33020" y="59308"/>
                </a:lnTo>
                <a:lnTo>
                  <a:pt x="33020" y="50291"/>
                </a:lnTo>
                <a:lnTo>
                  <a:pt x="32893" y="50291"/>
                </a:lnTo>
                <a:lnTo>
                  <a:pt x="32893" y="44322"/>
                </a:lnTo>
                <a:lnTo>
                  <a:pt x="41656" y="26415"/>
                </a:lnTo>
                <a:lnTo>
                  <a:pt x="47625" y="23494"/>
                </a:lnTo>
                <a:lnTo>
                  <a:pt x="53594" y="23494"/>
                </a:lnTo>
                <a:lnTo>
                  <a:pt x="56515" y="20573"/>
                </a:lnTo>
                <a:lnTo>
                  <a:pt x="119367" y="20573"/>
                </a:lnTo>
                <a:lnTo>
                  <a:pt x="117602" y="17906"/>
                </a:lnTo>
                <a:lnTo>
                  <a:pt x="99568" y="5968"/>
                </a:lnTo>
                <a:lnTo>
                  <a:pt x="87503" y="0"/>
                </a:lnTo>
                <a:close/>
              </a:path>
              <a:path w="135509" h="200913">
                <a:moveTo>
                  <a:pt x="119367" y="20573"/>
                </a:moveTo>
                <a:lnTo>
                  <a:pt x="74676" y="20573"/>
                </a:lnTo>
                <a:lnTo>
                  <a:pt x="77597" y="23494"/>
                </a:lnTo>
                <a:lnTo>
                  <a:pt x="83566" y="23494"/>
                </a:lnTo>
                <a:lnTo>
                  <a:pt x="89535" y="26415"/>
                </a:lnTo>
                <a:lnTo>
                  <a:pt x="95504" y="32384"/>
                </a:lnTo>
                <a:lnTo>
                  <a:pt x="98425" y="38353"/>
                </a:lnTo>
                <a:lnTo>
                  <a:pt x="98425" y="44322"/>
                </a:lnTo>
                <a:lnTo>
                  <a:pt x="101346" y="50291"/>
                </a:lnTo>
                <a:lnTo>
                  <a:pt x="98425" y="59308"/>
                </a:lnTo>
                <a:lnTo>
                  <a:pt x="98425" y="65277"/>
                </a:lnTo>
                <a:lnTo>
                  <a:pt x="95504" y="71246"/>
                </a:lnTo>
                <a:lnTo>
                  <a:pt x="77597" y="80009"/>
                </a:lnTo>
                <a:lnTo>
                  <a:pt x="71628" y="80009"/>
                </a:lnTo>
                <a:lnTo>
                  <a:pt x="65659" y="82930"/>
                </a:lnTo>
                <a:lnTo>
                  <a:pt x="115823" y="82930"/>
                </a:lnTo>
                <a:lnTo>
                  <a:pt x="120650" y="78104"/>
                </a:lnTo>
                <a:lnTo>
                  <a:pt x="126492" y="60070"/>
                </a:lnTo>
                <a:lnTo>
                  <a:pt x="129413" y="48005"/>
                </a:lnTo>
                <a:lnTo>
                  <a:pt x="126461" y="38862"/>
                </a:lnTo>
                <a:lnTo>
                  <a:pt x="123571" y="26923"/>
                </a:lnTo>
                <a:lnTo>
                  <a:pt x="119367" y="20573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bk object 37"/>
          <p:cNvSpPr/>
          <p:nvPr/>
        </p:nvSpPr>
        <p:spPr>
          <a:xfrm>
            <a:off x="2104200" y="1094040"/>
            <a:ext cx="137160" cy="204480"/>
          </a:xfrm>
          <a:custGeom>
            <a:avLst/>
            <a:gdLst>
              <a:gd name="textAreaLeft" fmla="*/ 0 w 137160"/>
              <a:gd name="textAreaRight" fmla="*/ 137880 w 137160"/>
              <a:gd name="textAreaTop" fmla="*/ 0 h 204480"/>
              <a:gd name="textAreaBottom" fmla="*/ 205200 h 204480"/>
            </a:gdLst>
            <a:ahLst/>
            <a:cxnLst/>
            <a:rect l="textAreaLeft" t="textAreaTop" r="textAreaRight" b="textAreaBottom"/>
            <a:pathLst>
              <a:path w="137922" h="205104">
                <a:moveTo>
                  <a:pt x="27431" y="150749"/>
                </a:moveTo>
                <a:lnTo>
                  <a:pt x="3175" y="150749"/>
                </a:lnTo>
                <a:lnTo>
                  <a:pt x="2667" y="151129"/>
                </a:lnTo>
                <a:lnTo>
                  <a:pt x="2667" y="169290"/>
                </a:lnTo>
                <a:lnTo>
                  <a:pt x="8636" y="178307"/>
                </a:lnTo>
                <a:lnTo>
                  <a:pt x="23622" y="193293"/>
                </a:lnTo>
                <a:lnTo>
                  <a:pt x="47625" y="205104"/>
                </a:lnTo>
                <a:lnTo>
                  <a:pt x="62737" y="205104"/>
                </a:lnTo>
                <a:lnTo>
                  <a:pt x="105029" y="193293"/>
                </a:lnTo>
                <a:lnTo>
                  <a:pt x="114576" y="180339"/>
                </a:lnTo>
                <a:lnTo>
                  <a:pt x="54102" y="180339"/>
                </a:lnTo>
                <a:lnTo>
                  <a:pt x="36194" y="171576"/>
                </a:lnTo>
                <a:lnTo>
                  <a:pt x="30353" y="159638"/>
                </a:lnTo>
                <a:lnTo>
                  <a:pt x="30353" y="156717"/>
                </a:lnTo>
                <a:lnTo>
                  <a:pt x="27431" y="150749"/>
                </a:lnTo>
                <a:close/>
              </a:path>
              <a:path w="137922" h="205104">
                <a:moveTo>
                  <a:pt x="136650" y="111378"/>
                </a:moveTo>
                <a:lnTo>
                  <a:pt x="110871" y="111378"/>
                </a:lnTo>
                <a:lnTo>
                  <a:pt x="107950" y="120395"/>
                </a:lnTo>
                <a:lnTo>
                  <a:pt x="107950" y="132460"/>
                </a:lnTo>
                <a:lnTo>
                  <a:pt x="105029" y="138429"/>
                </a:lnTo>
                <a:lnTo>
                  <a:pt x="87249" y="174498"/>
                </a:lnTo>
                <a:lnTo>
                  <a:pt x="78231" y="177418"/>
                </a:lnTo>
                <a:lnTo>
                  <a:pt x="72262" y="180339"/>
                </a:lnTo>
                <a:lnTo>
                  <a:pt x="114576" y="180339"/>
                </a:lnTo>
                <a:lnTo>
                  <a:pt x="123062" y="166115"/>
                </a:lnTo>
                <a:lnTo>
                  <a:pt x="132080" y="144906"/>
                </a:lnTo>
                <a:lnTo>
                  <a:pt x="135000" y="135889"/>
                </a:lnTo>
                <a:lnTo>
                  <a:pt x="135109" y="125856"/>
                </a:lnTo>
                <a:lnTo>
                  <a:pt x="136650" y="111378"/>
                </a:lnTo>
                <a:close/>
              </a:path>
              <a:path w="137922" h="205104">
                <a:moveTo>
                  <a:pt x="65912" y="0"/>
                </a:moveTo>
                <a:lnTo>
                  <a:pt x="41782" y="5841"/>
                </a:lnTo>
                <a:lnTo>
                  <a:pt x="17653" y="17779"/>
                </a:lnTo>
                <a:lnTo>
                  <a:pt x="11811" y="29717"/>
                </a:lnTo>
                <a:lnTo>
                  <a:pt x="5842" y="35686"/>
                </a:lnTo>
                <a:lnTo>
                  <a:pt x="5842" y="41655"/>
                </a:lnTo>
                <a:lnTo>
                  <a:pt x="123" y="65276"/>
                </a:lnTo>
                <a:lnTo>
                  <a:pt x="0" y="80899"/>
                </a:lnTo>
                <a:lnTo>
                  <a:pt x="20828" y="116966"/>
                </a:lnTo>
                <a:lnTo>
                  <a:pt x="53975" y="131825"/>
                </a:lnTo>
                <a:lnTo>
                  <a:pt x="72136" y="131825"/>
                </a:lnTo>
                <a:lnTo>
                  <a:pt x="78105" y="128904"/>
                </a:lnTo>
                <a:lnTo>
                  <a:pt x="96138" y="123062"/>
                </a:lnTo>
                <a:lnTo>
                  <a:pt x="104902" y="114300"/>
                </a:lnTo>
                <a:lnTo>
                  <a:pt x="110871" y="111378"/>
                </a:lnTo>
                <a:lnTo>
                  <a:pt x="136650" y="111378"/>
                </a:lnTo>
                <a:lnTo>
                  <a:pt x="137097" y="107187"/>
                </a:lnTo>
                <a:lnTo>
                  <a:pt x="57150" y="107187"/>
                </a:lnTo>
                <a:lnTo>
                  <a:pt x="54229" y="104266"/>
                </a:lnTo>
                <a:lnTo>
                  <a:pt x="51307" y="104266"/>
                </a:lnTo>
                <a:lnTo>
                  <a:pt x="42291" y="101345"/>
                </a:lnTo>
                <a:lnTo>
                  <a:pt x="39369" y="95376"/>
                </a:lnTo>
                <a:lnTo>
                  <a:pt x="33400" y="89407"/>
                </a:lnTo>
                <a:lnTo>
                  <a:pt x="30480" y="83438"/>
                </a:lnTo>
                <a:lnTo>
                  <a:pt x="27559" y="74421"/>
                </a:lnTo>
                <a:lnTo>
                  <a:pt x="27559" y="65404"/>
                </a:lnTo>
                <a:lnTo>
                  <a:pt x="27431" y="65276"/>
                </a:lnTo>
                <a:lnTo>
                  <a:pt x="27431" y="56260"/>
                </a:lnTo>
                <a:lnTo>
                  <a:pt x="33274" y="44323"/>
                </a:lnTo>
                <a:lnTo>
                  <a:pt x="33274" y="41401"/>
                </a:lnTo>
                <a:lnTo>
                  <a:pt x="39243" y="35432"/>
                </a:lnTo>
                <a:lnTo>
                  <a:pt x="42163" y="29463"/>
                </a:lnTo>
                <a:lnTo>
                  <a:pt x="51181" y="26542"/>
                </a:lnTo>
                <a:lnTo>
                  <a:pt x="57150" y="23621"/>
                </a:lnTo>
                <a:lnTo>
                  <a:pt x="118523" y="23621"/>
                </a:lnTo>
                <a:lnTo>
                  <a:pt x="117093" y="20700"/>
                </a:lnTo>
                <a:lnTo>
                  <a:pt x="105029" y="11683"/>
                </a:lnTo>
                <a:lnTo>
                  <a:pt x="93091" y="5841"/>
                </a:lnTo>
                <a:lnTo>
                  <a:pt x="81025" y="2920"/>
                </a:lnTo>
                <a:lnTo>
                  <a:pt x="65912" y="0"/>
                </a:lnTo>
                <a:close/>
              </a:path>
              <a:path w="137922" h="205104">
                <a:moveTo>
                  <a:pt x="118523" y="23621"/>
                </a:moveTo>
                <a:lnTo>
                  <a:pt x="78359" y="23621"/>
                </a:lnTo>
                <a:lnTo>
                  <a:pt x="84328" y="26542"/>
                </a:lnTo>
                <a:lnTo>
                  <a:pt x="93344" y="29463"/>
                </a:lnTo>
                <a:lnTo>
                  <a:pt x="99313" y="35432"/>
                </a:lnTo>
                <a:lnTo>
                  <a:pt x="102235" y="41401"/>
                </a:lnTo>
                <a:lnTo>
                  <a:pt x="105156" y="50418"/>
                </a:lnTo>
                <a:lnTo>
                  <a:pt x="108014" y="56260"/>
                </a:lnTo>
                <a:lnTo>
                  <a:pt x="107984" y="65785"/>
                </a:lnTo>
                <a:lnTo>
                  <a:pt x="105156" y="77469"/>
                </a:lnTo>
                <a:lnTo>
                  <a:pt x="105156" y="83438"/>
                </a:lnTo>
                <a:lnTo>
                  <a:pt x="102235" y="89407"/>
                </a:lnTo>
                <a:lnTo>
                  <a:pt x="90297" y="101345"/>
                </a:lnTo>
                <a:lnTo>
                  <a:pt x="81280" y="104266"/>
                </a:lnTo>
                <a:lnTo>
                  <a:pt x="75311" y="107187"/>
                </a:lnTo>
                <a:lnTo>
                  <a:pt x="137097" y="107187"/>
                </a:lnTo>
                <a:lnTo>
                  <a:pt x="137922" y="99440"/>
                </a:lnTo>
                <a:lnTo>
                  <a:pt x="137922" y="72008"/>
                </a:lnTo>
                <a:lnTo>
                  <a:pt x="131953" y="53848"/>
                </a:lnTo>
                <a:lnTo>
                  <a:pt x="125984" y="32638"/>
                </a:lnTo>
                <a:lnTo>
                  <a:pt x="120015" y="26669"/>
                </a:lnTo>
                <a:lnTo>
                  <a:pt x="118523" y="23621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" name="bk object 38"/>
          <p:cNvSpPr/>
          <p:nvPr/>
        </p:nvSpPr>
        <p:spPr>
          <a:xfrm>
            <a:off x="1991520" y="554400"/>
            <a:ext cx="71280" cy="200160"/>
          </a:xfrm>
          <a:custGeom>
            <a:avLst/>
            <a:gdLst>
              <a:gd name="textAreaLeft" fmla="*/ 0 w 71280"/>
              <a:gd name="textAreaRight" fmla="*/ 72000 w 71280"/>
              <a:gd name="textAreaTop" fmla="*/ 0 h 200160"/>
              <a:gd name="textAreaBottom" fmla="*/ 200880 h 200160"/>
            </a:gdLst>
            <a:ahLst/>
            <a:cxnLst/>
            <a:rect l="textAreaLeft" t="textAreaTop" r="textAreaRight" b="textAreaBottom"/>
            <a:pathLst>
              <a:path w="71881" h="201040">
                <a:moveTo>
                  <a:pt x="71881" y="0"/>
                </a:moveTo>
                <a:lnTo>
                  <a:pt x="53721" y="0"/>
                </a:lnTo>
                <a:lnTo>
                  <a:pt x="50800" y="9016"/>
                </a:lnTo>
                <a:lnTo>
                  <a:pt x="47879" y="14985"/>
                </a:lnTo>
                <a:lnTo>
                  <a:pt x="44958" y="24002"/>
                </a:lnTo>
                <a:lnTo>
                  <a:pt x="42037" y="26923"/>
                </a:lnTo>
                <a:lnTo>
                  <a:pt x="24130" y="35686"/>
                </a:lnTo>
                <a:lnTo>
                  <a:pt x="15112" y="35686"/>
                </a:lnTo>
                <a:lnTo>
                  <a:pt x="0" y="38607"/>
                </a:lnTo>
                <a:lnTo>
                  <a:pt x="0" y="56768"/>
                </a:lnTo>
                <a:lnTo>
                  <a:pt x="45593" y="56768"/>
                </a:lnTo>
                <a:lnTo>
                  <a:pt x="45593" y="199897"/>
                </a:lnTo>
                <a:lnTo>
                  <a:pt x="44450" y="201040"/>
                </a:lnTo>
                <a:lnTo>
                  <a:pt x="71881" y="201040"/>
                </a:lnTo>
                <a:lnTo>
                  <a:pt x="71881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" name="bk object 39"/>
          <p:cNvSpPr/>
          <p:nvPr/>
        </p:nvSpPr>
        <p:spPr>
          <a:xfrm>
            <a:off x="2107080" y="553680"/>
            <a:ext cx="134640" cy="204840"/>
          </a:xfrm>
          <a:custGeom>
            <a:avLst/>
            <a:gdLst>
              <a:gd name="textAreaLeft" fmla="*/ 0 w 134640"/>
              <a:gd name="textAreaRight" fmla="*/ 135360 w 134640"/>
              <a:gd name="textAreaTop" fmla="*/ 0 h 204840"/>
              <a:gd name="textAreaBottom" fmla="*/ 205560 h 204840"/>
            </a:gdLst>
            <a:ahLst/>
            <a:cxnLst/>
            <a:rect l="textAreaLeft" t="textAreaTop" r="textAreaRight" b="textAreaBottom"/>
            <a:pathLst>
              <a:path w="135509" h="205611">
                <a:moveTo>
                  <a:pt x="81534" y="0"/>
                </a:moveTo>
                <a:lnTo>
                  <a:pt x="54102" y="0"/>
                </a:lnTo>
                <a:lnTo>
                  <a:pt x="29972" y="11938"/>
                </a:lnTo>
                <a:lnTo>
                  <a:pt x="17906" y="20954"/>
                </a:lnTo>
                <a:lnTo>
                  <a:pt x="11937" y="33020"/>
                </a:lnTo>
                <a:lnTo>
                  <a:pt x="2921" y="54228"/>
                </a:lnTo>
                <a:lnTo>
                  <a:pt x="0" y="75438"/>
                </a:lnTo>
                <a:lnTo>
                  <a:pt x="0" y="102870"/>
                </a:lnTo>
                <a:lnTo>
                  <a:pt x="254" y="102870"/>
                </a:lnTo>
                <a:lnTo>
                  <a:pt x="254" y="130301"/>
                </a:lnTo>
                <a:lnTo>
                  <a:pt x="3175" y="151511"/>
                </a:lnTo>
                <a:lnTo>
                  <a:pt x="12192" y="169672"/>
                </a:lnTo>
                <a:lnTo>
                  <a:pt x="18161" y="184785"/>
                </a:lnTo>
                <a:lnTo>
                  <a:pt x="30225" y="193801"/>
                </a:lnTo>
                <a:lnTo>
                  <a:pt x="42291" y="199771"/>
                </a:lnTo>
                <a:lnTo>
                  <a:pt x="66421" y="205611"/>
                </a:lnTo>
                <a:lnTo>
                  <a:pt x="81534" y="202692"/>
                </a:lnTo>
                <a:lnTo>
                  <a:pt x="93599" y="199771"/>
                </a:lnTo>
                <a:lnTo>
                  <a:pt x="105663" y="193801"/>
                </a:lnTo>
                <a:lnTo>
                  <a:pt x="114681" y="184785"/>
                </a:lnTo>
                <a:lnTo>
                  <a:pt x="116726" y="181355"/>
                </a:lnTo>
                <a:lnTo>
                  <a:pt x="57023" y="181355"/>
                </a:lnTo>
                <a:lnTo>
                  <a:pt x="51054" y="178435"/>
                </a:lnTo>
                <a:lnTo>
                  <a:pt x="39243" y="166624"/>
                </a:lnTo>
                <a:lnTo>
                  <a:pt x="33274" y="157606"/>
                </a:lnTo>
                <a:lnTo>
                  <a:pt x="30353" y="139446"/>
                </a:lnTo>
                <a:lnTo>
                  <a:pt x="27431" y="124333"/>
                </a:lnTo>
                <a:lnTo>
                  <a:pt x="27305" y="78611"/>
                </a:lnTo>
                <a:lnTo>
                  <a:pt x="30225" y="66548"/>
                </a:lnTo>
                <a:lnTo>
                  <a:pt x="33147" y="48387"/>
                </a:lnTo>
                <a:lnTo>
                  <a:pt x="39116" y="39370"/>
                </a:lnTo>
                <a:lnTo>
                  <a:pt x="50927" y="27559"/>
                </a:lnTo>
                <a:lnTo>
                  <a:pt x="56896" y="24638"/>
                </a:lnTo>
                <a:lnTo>
                  <a:pt x="117433" y="24638"/>
                </a:lnTo>
                <a:lnTo>
                  <a:pt x="114681" y="20954"/>
                </a:lnTo>
                <a:lnTo>
                  <a:pt x="105663" y="11938"/>
                </a:lnTo>
                <a:lnTo>
                  <a:pt x="81534" y="0"/>
                </a:lnTo>
                <a:close/>
              </a:path>
              <a:path w="135509" h="205611">
                <a:moveTo>
                  <a:pt x="117433" y="24638"/>
                </a:moveTo>
                <a:lnTo>
                  <a:pt x="75056" y="24638"/>
                </a:lnTo>
                <a:lnTo>
                  <a:pt x="84074" y="27559"/>
                </a:lnTo>
                <a:lnTo>
                  <a:pt x="96012" y="39497"/>
                </a:lnTo>
                <a:lnTo>
                  <a:pt x="101981" y="48514"/>
                </a:lnTo>
                <a:lnTo>
                  <a:pt x="104902" y="66675"/>
                </a:lnTo>
                <a:lnTo>
                  <a:pt x="107823" y="81788"/>
                </a:lnTo>
                <a:lnTo>
                  <a:pt x="107823" y="124333"/>
                </a:lnTo>
                <a:lnTo>
                  <a:pt x="104902" y="139446"/>
                </a:lnTo>
                <a:lnTo>
                  <a:pt x="101981" y="157606"/>
                </a:lnTo>
                <a:lnTo>
                  <a:pt x="96012" y="166624"/>
                </a:lnTo>
                <a:lnTo>
                  <a:pt x="84200" y="178435"/>
                </a:lnTo>
                <a:lnTo>
                  <a:pt x="75184" y="181355"/>
                </a:lnTo>
                <a:lnTo>
                  <a:pt x="116726" y="181355"/>
                </a:lnTo>
                <a:lnTo>
                  <a:pt x="123698" y="169672"/>
                </a:lnTo>
                <a:lnTo>
                  <a:pt x="129667" y="151511"/>
                </a:lnTo>
                <a:lnTo>
                  <a:pt x="132587" y="130301"/>
                </a:lnTo>
                <a:lnTo>
                  <a:pt x="135509" y="102870"/>
                </a:lnTo>
                <a:lnTo>
                  <a:pt x="132587" y="75438"/>
                </a:lnTo>
                <a:lnTo>
                  <a:pt x="129667" y="54228"/>
                </a:lnTo>
                <a:lnTo>
                  <a:pt x="123698" y="33020"/>
                </a:lnTo>
                <a:lnTo>
                  <a:pt x="117433" y="24638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" name="bk object 40"/>
          <p:cNvSpPr/>
          <p:nvPr/>
        </p:nvSpPr>
        <p:spPr>
          <a:xfrm>
            <a:off x="2341800" y="6124680"/>
            <a:ext cx="6009840" cy="360"/>
          </a:xfrm>
          <a:custGeom>
            <a:avLst/>
            <a:gdLst>
              <a:gd name="textAreaLeft" fmla="*/ 0 w 6009840"/>
              <a:gd name="textAreaRight" fmla="*/ 6010560 w 600984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6010529">
                <a:moveTo>
                  <a:pt x="6010529" y="0"/>
                </a:moveTo>
                <a:lnTo>
                  <a:pt x="0" y="0"/>
                </a:lnTo>
              </a:path>
            </a:pathLst>
          </a:custGeom>
          <a:noFill/>
          <a:ln w="635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0" name="bk object 41"/>
          <p:cNvSpPr/>
          <p:nvPr/>
        </p:nvSpPr>
        <p:spPr>
          <a:xfrm>
            <a:off x="2387520" y="6124680"/>
            <a:ext cx="360" cy="45000"/>
          </a:xfrm>
          <a:custGeom>
            <a:avLst/>
            <a:gdLst>
              <a:gd name="textAreaLeft" fmla="*/ 0 w 360"/>
              <a:gd name="textAreaRight" fmla="*/ 1440 w 360"/>
              <a:gd name="textAreaTop" fmla="*/ 0 h 45000"/>
              <a:gd name="textAreaBottom" fmla="*/ 45720 h 45000"/>
            </a:gdLst>
            <a:ahLst/>
            <a:cxnLst/>
            <a:rect l="textAreaLeft" t="textAreaTop" r="textAreaRight" b="textAreaBottom"/>
            <a:pathLst>
              <a:path h="45593">
                <a:moveTo>
                  <a:pt x="0" y="0"/>
                </a:moveTo>
                <a:lnTo>
                  <a:pt x="0" y="45592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" name="bk object 42"/>
          <p:cNvSpPr/>
          <p:nvPr/>
        </p:nvSpPr>
        <p:spPr>
          <a:xfrm>
            <a:off x="2981880" y="6124680"/>
            <a:ext cx="360" cy="45000"/>
          </a:xfrm>
          <a:custGeom>
            <a:avLst/>
            <a:gdLst>
              <a:gd name="textAreaLeft" fmla="*/ 0 w 360"/>
              <a:gd name="textAreaRight" fmla="*/ 1440 w 360"/>
              <a:gd name="textAreaTop" fmla="*/ 0 h 45000"/>
              <a:gd name="textAreaBottom" fmla="*/ 45720 h 45000"/>
            </a:gdLst>
            <a:ahLst/>
            <a:cxnLst/>
            <a:rect l="textAreaLeft" t="textAreaTop" r="textAreaRight" b="textAreaBottom"/>
            <a:pathLst>
              <a:path h="45593">
                <a:moveTo>
                  <a:pt x="0" y="0"/>
                </a:moveTo>
                <a:lnTo>
                  <a:pt x="0" y="45592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2" name="bk object 43"/>
          <p:cNvSpPr/>
          <p:nvPr/>
        </p:nvSpPr>
        <p:spPr>
          <a:xfrm>
            <a:off x="3573360" y="6124680"/>
            <a:ext cx="360" cy="45000"/>
          </a:xfrm>
          <a:custGeom>
            <a:avLst/>
            <a:gdLst>
              <a:gd name="textAreaLeft" fmla="*/ 0 w 360"/>
              <a:gd name="textAreaRight" fmla="*/ 1440 w 360"/>
              <a:gd name="textAreaTop" fmla="*/ 0 h 45000"/>
              <a:gd name="textAreaBottom" fmla="*/ 45720 h 45000"/>
            </a:gdLst>
            <a:ahLst/>
            <a:cxnLst/>
            <a:rect l="textAreaLeft" t="textAreaTop" r="textAreaRight" b="textAreaBottom"/>
            <a:pathLst>
              <a:path h="45593">
                <a:moveTo>
                  <a:pt x="0" y="0"/>
                </a:moveTo>
                <a:lnTo>
                  <a:pt x="0" y="45592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3" name="bk object 44"/>
          <p:cNvSpPr/>
          <p:nvPr/>
        </p:nvSpPr>
        <p:spPr>
          <a:xfrm>
            <a:off x="4164480" y="6124680"/>
            <a:ext cx="360" cy="45000"/>
          </a:xfrm>
          <a:custGeom>
            <a:avLst/>
            <a:gdLst>
              <a:gd name="textAreaLeft" fmla="*/ 0 w 360"/>
              <a:gd name="textAreaRight" fmla="*/ 1440 w 360"/>
              <a:gd name="textAreaTop" fmla="*/ 0 h 45000"/>
              <a:gd name="textAreaBottom" fmla="*/ 45720 h 45000"/>
            </a:gdLst>
            <a:ahLst/>
            <a:cxnLst/>
            <a:rect l="textAreaLeft" t="textAreaTop" r="textAreaRight" b="textAreaBottom"/>
            <a:pathLst>
              <a:path h="45593">
                <a:moveTo>
                  <a:pt x="0" y="0"/>
                </a:moveTo>
                <a:lnTo>
                  <a:pt x="0" y="45592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4" name="bk object 45"/>
          <p:cNvSpPr/>
          <p:nvPr/>
        </p:nvSpPr>
        <p:spPr>
          <a:xfrm>
            <a:off x="4755960" y="6124680"/>
            <a:ext cx="360" cy="45000"/>
          </a:xfrm>
          <a:custGeom>
            <a:avLst/>
            <a:gdLst>
              <a:gd name="textAreaLeft" fmla="*/ 0 w 360"/>
              <a:gd name="textAreaRight" fmla="*/ 1440 w 360"/>
              <a:gd name="textAreaTop" fmla="*/ 0 h 45000"/>
              <a:gd name="textAreaBottom" fmla="*/ 45720 h 45000"/>
            </a:gdLst>
            <a:ahLst/>
            <a:cxnLst/>
            <a:rect l="textAreaLeft" t="textAreaTop" r="textAreaRight" b="textAreaBottom"/>
            <a:pathLst>
              <a:path h="45593">
                <a:moveTo>
                  <a:pt x="0" y="0"/>
                </a:moveTo>
                <a:lnTo>
                  <a:pt x="0" y="45592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5" name="bk object 46"/>
          <p:cNvSpPr/>
          <p:nvPr/>
        </p:nvSpPr>
        <p:spPr>
          <a:xfrm>
            <a:off x="5347080" y="6124680"/>
            <a:ext cx="360" cy="45000"/>
          </a:xfrm>
          <a:custGeom>
            <a:avLst/>
            <a:gdLst>
              <a:gd name="textAreaLeft" fmla="*/ 0 w 360"/>
              <a:gd name="textAreaRight" fmla="*/ 1440 w 360"/>
              <a:gd name="textAreaTop" fmla="*/ 0 h 45000"/>
              <a:gd name="textAreaBottom" fmla="*/ 45720 h 45000"/>
            </a:gdLst>
            <a:ahLst/>
            <a:cxnLst/>
            <a:rect l="textAreaLeft" t="textAreaTop" r="textAreaRight" b="textAreaBottom"/>
            <a:pathLst>
              <a:path h="45593">
                <a:moveTo>
                  <a:pt x="0" y="0"/>
                </a:moveTo>
                <a:lnTo>
                  <a:pt x="0" y="45592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6" name="bk object 47"/>
          <p:cNvSpPr/>
          <p:nvPr/>
        </p:nvSpPr>
        <p:spPr>
          <a:xfrm>
            <a:off x="5938560" y="6124680"/>
            <a:ext cx="360" cy="45000"/>
          </a:xfrm>
          <a:custGeom>
            <a:avLst/>
            <a:gdLst>
              <a:gd name="textAreaLeft" fmla="*/ 0 w 360"/>
              <a:gd name="textAreaRight" fmla="*/ 1440 w 360"/>
              <a:gd name="textAreaTop" fmla="*/ 0 h 45000"/>
              <a:gd name="textAreaBottom" fmla="*/ 45720 h 45000"/>
            </a:gdLst>
            <a:ahLst/>
            <a:cxnLst/>
            <a:rect l="textAreaLeft" t="textAreaTop" r="textAreaRight" b="textAreaBottom"/>
            <a:pathLst>
              <a:path h="45593">
                <a:moveTo>
                  <a:pt x="0" y="0"/>
                </a:moveTo>
                <a:lnTo>
                  <a:pt x="0" y="45592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" name="bk object 48"/>
          <p:cNvSpPr/>
          <p:nvPr/>
        </p:nvSpPr>
        <p:spPr>
          <a:xfrm>
            <a:off x="6532920" y="6124680"/>
            <a:ext cx="360" cy="45000"/>
          </a:xfrm>
          <a:custGeom>
            <a:avLst/>
            <a:gdLst>
              <a:gd name="textAreaLeft" fmla="*/ 0 w 360"/>
              <a:gd name="textAreaRight" fmla="*/ 1440 w 360"/>
              <a:gd name="textAreaTop" fmla="*/ 0 h 45000"/>
              <a:gd name="textAreaBottom" fmla="*/ 45720 h 45000"/>
            </a:gdLst>
            <a:ahLst/>
            <a:cxnLst/>
            <a:rect l="textAreaLeft" t="textAreaTop" r="textAreaRight" b="textAreaBottom"/>
            <a:pathLst>
              <a:path h="45593">
                <a:moveTo>
                  <a:pt x="0" y="0"/>
                </a:moveTo>
                <a:lnTo>
                  <a:pt x="0" y="45592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" name="bk object 49"/>
          <p:cNvSpPr/>
          <p:nvPr/>
        </p:nvSpPr>
        <p:spPr>
          <a:xfrm>
            <a:off x="7124040" y="6124680"/>
            <a:ext cx="360" cy="45000"/>
          </a:xfrm>
          <a:custGeom>
            <a:avLst/>
            <a:gdLst>
              <a:gd name="textAreaLeft" fmla="*/ 0 w 360"/>
              <a:gd name="textAreaRight" fmla="*/ 1440 w 360"/>
              <a:gd name="textAreaTop" fmla="*/ 0 h 45000"/>
              <a:gd name="textAreaBottom" fmla="*/ 45720 h 45000"/>
            </a:gdLst>
            <a:ahLst/>
            <a:cxnLst/>
            <a:rect l="textAreaLeft" t="textAreaTop" r="textAreaRight" b="textAreaBottom"/>
            <a:pathLst>
              <a:path h="45593">
                <a:moveTo>
                  <a:pt x="0" y="0"/>
                </a:moveTo>
                <a:lnTo>
                  <a:pt x="0" y="45592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" name="bk object 50"/>
          <p:cNvSpPr/>
          <p:nvPr/>
        </p:nvSpPr>
        <p:spPr>
          <a:xfrm>
            <a:off x="7715520" y="6124680"/>
            <a:ext cx="360" cy="45000"/>
          </a:xfrm>
          <a:custGeom>
            <a:avLst/>
            <a:gdLst>
              <a:gd name="textAreaLeft" fmla="*/ 0 w 360"/>
              <a:gd name="textAreaRight" fmla="*/ 1440 w 360"/>
              <a:gd name="textAreaTop" fmla="*/ 0 h 45000"/>
              <a:gd name="textAreaBottom" fmla="*/ 45720 h 45000"/>
            </a:gdLst>
            <a:ahLst/>
            <a:cxnLst/>
            <a:rect l="textAreaLeft" t="textAreaTop" r="textAreaRight" b="textAreaBottom"/>
            <a:pathLst>
              <a:path h="45593">
                <a:moveTo>
                  <a:pt x="0" y="0"/>
                </a:moveTo>
                <a:lnTo>
                  <a:pt x="0" y="45592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" name="bk object 51"/>
          <p:cNvSpPr/>
          <p:nvPr/>
        </p:nvSpPr>
        <p:spPr>
          <a:xfrm>
            <a:off x="8306640" y="6124680"/>
            <a:ext cx="360" cy="45000"/>
          </a:xfrm>
          <a:custGeom>
            <a:avLst/>
            <a:gdLst>
              <a:gd name="textAreaLeft" fmla="*/ 0 w 360"/>
              <a:gd name="textAreaRight" fmla="*/ 1440 w 360"/>
              <a:gd name="textAreaTop" fmla="*/ 0 h 45000"/>
              <a:gd name="textAreaBottom" fmla="*/ 45720 h 45000"/>
            </a:gdLst>
            <a:ahLst/>
            <a:cxnLst/>
            <a:rect l="textAreaLeft" t="textAreaTop" r="textAreaRight" b="textAreaBottom"/>
            <a:pathLst>
              <a:path h="45593">
                <a:moveTo>
                  <a:pt x="0" y="0"/>
                </a:moveTo>
                <a:lnTo>
                  <a:pt x="0" y="45592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" name="bk object 52"/>
          <p:cNvSpPr/>
          <p:nvPr/>
        </p:nvSpPr>
        <p:spPr>
          <a:xfrm>
            <a:off x="2204280" y="6293160"/>
            <a:ext cx="134640" cy="201960"/>
          </a:xfrm>
          <a:custGeom>
            <a:avLst/>
            <a:gdLst>
              <a:gd name="textAreaLeft" fmla="*/ 0 w 134640"/>
              <a:gd name="textAreaRight" fmla="*/ 135360 w 134640"/>
              <a:gd name="textAreaTop" fmla="*/ 0 h 201960"/>
              <a:gd name="textAreaBottom" fmla="*/ 202680 h 201960"/>
            </a:gdLst>
            <a:ahLst/>
            <a:cxnLst/>
            <a:rect l="textAreaLeft" t="textAreaTop" r="textAreaRight" b="textAreaBottom"/>
            <a:pathLst>
              <a:path w="135509" h="202564">
                <a:moveTo>
                  <a:pt x="93599" y="2921"/>
                </a:moveTo>
                <a:lnTo>
                  <a:pt x="42291" y="2921"/>
                </a:lnTo>
                <a:lnTo>
                  <a:pt x="30226" y="11938"/>
                </a:lnTo>
                <a:lnTo>
                  <a:pt x="21209" y="20955"/>
                </a:lnTo>
                <a:lnTo>
                  <a:pt x="18287" y="26924"/>
                </a:lnTo>
                <a:lnTo>
                  <a:pt x="12318" y="32893"/>
                </a:lnTo>
                <a:lnTo>
                  <a:pt x="9398" y="41910"/>
                </a:lnTo>
                <a:lnTo>
                  <a:pt x="6477" y="53975"/>
                </a:lnTo>
                <a:lnTo>
                  <a:pt x="3542" y="75311"/>
                </a:lnTo>
                <a:lnTo>
                  <a:pt x="635" y="102616"/>
                </a:lnTo>
                <a:lnTo>
                  <a:pt x="0" y="102743"/>
                </a:lnTo>
                <a:lnTo>
                  <a:pt x="5842" y="148336"/>
                </a:lnTo>
                <a:lnTo>
                  <a:pt x="29845" y="193675"/>
                </a:lnTo>
                <a:lnTo>
                  <a:pt x="53975" y="202565"/>
                </a:lnTo>
                <a:lnTo>
                  <a:pt x="81406" y="202565"/>
                </a:lnTo>
                <a:lnTo>
                  <a:pt x="93472" y="199644"/>
                </a:lnTo>
                <a:lnTo>
                  <a:pt x="105537" y="193675"/>
                </a:lnTo>
                <a:lnTo>
                  <a:pt x="117602" y="181610"/>
                </a:lnTo>
                <a:lnTo>
                  <a:pt x="69850" y="181483"/>
                </a:lnTo>
                <a:lnTo>
                  <a:pt x="60833" y="178562"/>
                </a:lnTo>
                <a:lnTo>
                  <a:pt x="54864" y="178562"/>
                </a:lnTo>
                <a:lnTo>
                  <a:pt x="45847" y="172593"/>
                </a:lnTo>
                <a:lnTo>
                  <a:pt x="39878" y="166624"/>
                </a:lnTo>
                <a:lnTo>
                  <a:pt x="36956" y="154559"/>
                </a:lnTo>
                <a:lnTo>
                  <a:pt x="30987" y="139446"/>
                </a:lnTo>
                <a:lnTo>
                  <a:pt x="30987" y="124333"/>
                </a:lnTo>
                <a:lnTo>
                  <a:pt x="28067" y="103124"/>
                </a:lnTo>
                <a:lnTo>
                  <a:pt x="27940" y="102616"/>
                </a:lnTo>
                <a:lnTo>
                  <a:pt x="30861" y="78359"/>
                </a:lnTo>
                <a:lnTo>
                  <a:pt x="30861" y="63246"/>
                </a:lnTo>
                <a:lnTo>
                  <a:pt x="36830" y="48133"/>
                </a:lnTo>
                <a:lnTo>
                  <a:pt x="39751" y="39116"/>
                </a:lnTo>
                <a:lnTo>
                  <a:pt x="45720" y="30099"/>
                </a:lnTo>
                <a:lnTo>
                  <a:pt x="54737" y="27178"/>
                </a:lnTo>
                <a:lnTo>
                  <a:pt x="60706" y="24257"/>
                </a:lnTo>
                <a:lnTo>
                  <a:pt x="119344" y="24257"/>
                </a:lnTo>
                <a:lnTo>
                  <a:pt x="117729" y="20955"/>
                </a:lnTo>
                <a:lnTo>
                  <a:pt x="93599" y="2921"/>
                </a:lnTo>
                <a:close/>
              </a:path>
              <a:path w="135509" h="202564">
                <a:moveTo>
                  <a:pt x="119344" y="24257"/>
                </a:moveTo>
                <a:lnTo>
                  <a:pt x="78867" y="24257"/>
                </a:lnTo>
                <a:lnTo>
                  <a:pt x="90805" y="30099"/>
                </a:lnTo>
                <a:lnTo>
                  <a:pt x="102743" y="48133"/>
                </a:lnTo>
                <a:lnTo>
                  <a:pt x="108712" y="63246"/>
                </a:lnTo>
                <a:lnTo>
                  <a:pt x="108712" y="139446"/>
                </a:lnTo>
                <a:lnTo>
                  <a:pt x="102743" y="154559"/>
                </a:lnTo>
                <a:lnTo>
                  <a:pt x="96774" y="166624"/>
                </a:lnTo>
                <a:lnTo>
                  <a:pt x="84836" y="178562"/>
                </a:lnTo>
                <a:lnTo>
                  <a:pt x="78867" y="178562"/>
                </a:lnTo>
                <a:lnTo>
                  <a:pt x="69850" y="181483"/>
                </a:lnTo>
                <a:lnTo>
                  <a:pt x="117664" y="181483"/>
                </a:lnTo>
                <a:lnTo>
                  <a:pt x="123571" y="169545"/>
                </a:lnTo>
                <a:lnTo>
                  <a:pt x="132587" y="148336"/>
                </a:lnTo>
                <a:lnTo>
                  <a:pt x="135509" y="130175"/>
                </a:lnTo>
                <a:lnTo>
                  <a:pt x="135491" y="75184"/>
                </a:lnTo>
                <a:lnTo>
                  <a:pt x="132587" y="54102"/>
                </a:lnTo>
                <a:lnTo>
                  <a:pt x="123571" y="32893"/>
                </a:lnTo>
                <a:lnTo>
                  <a:pt x="119344" y="24257"/>
                </a:lnTo>
                <a:close/>
              </a:path>
              <a:path w="135509" h="202564">
                <a:moveTo>
                  <a:pt x="81661" y="0"/>
                </a:moveTo>
                <a:lnTo>
                  <a:pt x="54229" y="0"/>
                </a:lnTo>
                <a:lnTo>
                  <a:pt x="48260" y="2921"/>
                </a:lnTo>
                <a:lnTo>
                  <a:pt x="87630" y="2921"/>
                </a:lnTo>
                <a:lnTo>
                  <a:pt x="81661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" name="bk object 53"/>
          <p:cNvSpPr/>
          <p:nvPr/>
        </p:nvSpPr>
        <p:spPr>
          <a:xfrm>
            <a:off x="2372400" y="6460200"/>
            <a:ext cx="29520" cy="32760"/>
          </a:xfrm>
          <a:custGeom>
            <a:avLst/>
            <a:gdLst>
              <a:gd name="textAreaLeft" fmla="*/ 0 w 29520"/>
              <a:gd name="textAreaRight" fmla="*/ 30240 w 29520"/>
              <a:gd name="textAreaTop" fmla="*/ 0 h 32760"/>
              <a:gd name="textAreaBottom" fmla="*/ 33480 h 32760"/>
            </a:gdLst>
            <a:ahLst/>
            <a:cxnLst/>
            <a:rect l="textAreaLeft" t="textAreaTop" r="textAreaRight" b="textAreaBottom"/>
            <a:pathLst>
              <a:path w="30352" h="33401">
                <a:moveTo>
                  <a:pt x="0" y="16700"/>
                </a:moveTo>
                <a:lnTo>
                  <a:pt x="30352" y="16700"/>
                </a:lnTo>
              </a:path>
            </a:pathLst>
          </a:custGeom>
          <a:noFill/>
          <a:ln w="34671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" name="bk object 54"/>
          <p:cNvSpPr/>
          <p:nvPr/>
        </p:nvSpPr>
        <p:spPr>
          <a:xfrm>
            <a:off x="2432520" y="6293520"/>
            <a:ext cx="134640" cy="201960"/>
          </a:xfrm>
          <a:custGeom>
            <a:avLst/>
            <a:gdLst>
              <a:gd name="textAreaLeft" fmla="*/ 0 w 134640"/>
              <a:gd name="textAreaRight" fmla="*/ 135360 w 134640"/>
              <a:gd name="textAreaTop" fmla="*/ 0 h 201960"/>
              <a:gd name="textAreaBottom" fmla="*/ 202680 h 201960"/>
            </a:gdLst>
            <a:ahLst/>
            <a:cxnLst/>
            <a:rect l="textAreaLeft" t="textAreaTop" r="textAreaRight" b="textAreaBottom"/>
            <a:pathLst>
              <a:path w="135361" h="202564">
                <a:moveTo>
                  <a:pt x="93472" y="2920"/>
                </a:moveTo>
                <a:lnTo>
                  <a:pt x="42163" y="2920"/>
                </a:lnTo>
                <a:lnTo>
                  <a:pt x="36194" y="5841"/>
                </a:lnTo>
                <a:lnTo>
                  <a:pt x="21208" y="20827"/>
                </a:lnTo>
                <a:lnTo>
                  <a:pt x="18287" y="26796"/>
                </a:lnTo>
                <a:lnTo>
                  <a:pt x="12318" y="32765"/>
                </a:lnTo>
                <a:lnTo>
                  <a:pt x="9398" y="41782"/>
                </a:lnTo>
                <a:lnTo>
                  <a:pt x="6476" y="53847"/>
                </a:lnTo>
                <a:lnTo>
                  <a:pt x="3528" y="75310"/>
                </a:lnTo>
                <a:lnTo>
                  <a:pt x="635" y="102488"/>
                </a:lnTo>
                <a:lnTo>
                  <a:pt x="0" y="102869"/>
                </a:lnTo>
                <a:lnTo>
                  <a:pt x="5842" y="148462"/>
                </a:lnTo>
                <a:lnTo>
                  <a:pt x="29844" y="193801"/>
                </a:lnTo>
                <a:lnTo>
                  <a:pt x="53848" y="202564"/>
                </a:lnTo>
                <a:lnTo>
                  <a:pt x="81280" y="202564"/>
                </a:lnTo>
                <a:lnTo>
                  <a:pt x="93344" y="199643"/>
                </a:lnTo>
                <a:lnTo>
                  <a:pt x="105410" y="193674"/>
                </a:lnTo>
                <a:lnTo>
                  <a:pt x="117475" y="181609"/>
                </a:lnTo>
                <a:lnTo>
                  <a:pt x="117537" y="181482"/>
                </a:lnTo>
                <a:lnTo>
                  <a:pt x="69976" y="181482"/>
                </a:lnTo>
                <a:lnTo>
                  <a:pt x="60960" y="178561"/>
                </a:lnTo>
                <a:lnTo>
                  <a:pt x="54991" y="178561"/>
                </a:lnTo>
                <a:lnTo>
                  <a:pt x="45974" y="172592"/>
                </a:lnTo>
                <a:lnTo>
                  <a:pt x="40005" y="166611"/>
                </a:lnTo>
                <a:lnTo>
                  <a:pt x="37083" y="160654"/>
                </a:lnTo>
                <a:lnTo>
                  <a:pt x="37033" y="154558"/>
                </a:lnTo>
                <a:lnTo>
                  <a:pt x="31114" y="139572"/>
                </a:lnTo>
                <a:lnTo>
                  <a:pt x="31114" y="124459"/>
                </a:lnTo>
                <a:lnTo>
                  <a:pt x="28193" y="103250"/>
                </a:lnTo>
                <a:lnTo>
                  <a:pt x="28067" y="102488"/>
                </a:lnTo>
                <a:lnTo>
                  <a:pt x="30987" y="78231"/>
                </a:lnTo>
                <a:lnTo>
                  <a:pt x="30987" y="63118"/>
                </a:lnTo>
                <a:lnTo>
                  <a:pt x="36906" y="48132"/>
                </a:lnTo>
                <a:lnTo>
                  <a:pt x="36956" y="42036"/>
                </a:lnTo>
                <a:lnTo>
                  <a:pt x="39878" y="39115"/>
                </a:lnTo>
                <a:lnTo>
                  <a:pt x="45847" y="30086"/>
                </a:lnTo>
                <a:lnTo>
                  <a:pt x="54863" y="27177"/>
                </a:lnTo>
                <a:lnTo>
                  <a:pt x="60832" y="24256"/>
                </a:lnTo>
                <a:lnTo>
                  <a:pt x="119217" y="24256"/>
                </a:lnTo>
                <a:lnTo>
                  <a:pt x="117601" y="20954"/>
                </a:lnTo>
                <a:lnTo>
                  <a:pt x="93472" y="2920"/>
                </a:lnTo>
                <a:close/>
              </a:path>
              <a:path w="135361" h="202564">
                <a:moveTo>
                  <a:pt x="119217" y="24256"/>
                </a:moveTo>
                <a:lnTo>
                  <a:pt x="78993" y="24256"/>
                </a:lnTo>
                <a:lnTo>
                  <a:pt x="90931" y="30086"/>
                </a:lnTo>
                <a:lnTo>
                  <a:pt x="102869" y="48132"/>
                </a:lnTo>
                <a:lnTo>
                  <a:pt x="108788" y="63118"/>
                </a:lnTo>
                <a:lnTo>
                  <a:pt x="108788" y="139572"/>
                </a:lnTo>
                <a:lnTo>
                  <a:pt x="102807" y="154685"/>
                </a:lnTo>
                <a:lnTo>
                  <a:pt x="96900" y="166611"/>
                </a:lnTo>
                <a:lnTo>
                  <a:pt x="84962" y="178561"/>
                </a:lnTo>
                <a:lnTo>
                  <a:pt x="78993" y="178561"/>
                </a:lnTo>
                <a:lnTo>
                  <a:pt x="69976" y="181482"/>
                </a:lnTo>
                <a:lnTo>
                  <a:pt x="117537" y="181482"/>
                </a:lnTo>
                <a:lnTo>
                  <a:pt x="123443" y="169544"/>
                </a:lnTo>
                <a:lnTo>
                  <a:pt x="132461" y="148335"/>
                </a:lnTo>
                <a:lnTo>
                  <a:pt x="135361" y="130301"/>
                </a:lnTo>
                <a:lnTo>
                  <a:pt x="135347" y="75056"/>
                </a:lnTo>
                <a:lnTo>
                  <a:pt x="132461" y="54101"/>
                </a:lnTo>
                <a:lnTo>
                  <a:pt x="123381" y="32765"/>
                </a:lnTo>
                <a:lnTo>
                  <a:pt x="119217" y="24256"/>
                </a:lnTo>
                <a:close/>
              </a:path>
              <a:path w="135361" h="202564">
                <a:moveTo>
                  <a:pt x="81533" y="0"/>
                </a:moveTo>
                <a:lnTo>
                  <a:pt x="54101" y="0"/>
                </a:lnTo>
                <a:lnTo>
                  <a:pt x="48132" y="2920"/>
                </a:lnTo>
                <a:lnTo>
                  <a:pt x="87503" y="2920"/>
                </a:lnTo>
                <a:lnTo>
                  <a:pt x="81533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4" name="bk object 55"/>
          <p:cNvSpPr/>
          <p:nvPr/>
        </p:nvSpPr>
        <p:spPr>
          <a:xfrm>
            <a:off x="2816640" y="6293160"/>
            <a:ext cx="137520" cy="201960"/>
          </a:xfrm>
          <a:custGeom>
            <a:avLst/>
            <a:gdLst>
              <a:gd name="textAreaLeft" fmla="*/ 0 w 137520"/>
              <a:gd name="textAreaRight" fmla="*/ 138240 w 137520"/>
              <a:gd name="textAreaTop" fmla="*/ 0 h 201960"/>
              <a:gd name="textAreaBottom" fmla="*/ 202680 h 201960"/>
            </a:gdLst>
            <a:ahLst/>
            <a:cxnLst/>
            <a:rect l="textAreaLeft" t="textAreaTop" r="textAreaRight" b="textAreaBottom"/>
            <a:pathLst>
              <a:path w="138289" h="202564">
                <a:moveTo>
                  <a:pt x="96519" y="2921"/>
                </a:moveTo>
                <a:lnTo>
                  <a:pt x="45338" y="2921"/>
                </a:lnTo>
                <a:lnTo>
                  <a:pt x="21208" y="20955"/>
                </a:lnTo>
                <a:lnTo>
                  <a:pt x="15367" y="32893"/>
                </a:lnTo>
                <a:lnTo>
                  <a:pt x="9398" y="41910"/>
                </a:lnTo>
                <a:lnTo>
                  <a:pt x="6476" y="53975"/>
                </a:lnTo>
                <a:lnTo>
                  <a:pt x="3542" y="75311"/>
                </a:lnTo>
                <a:lnTo>
                  <a:pt x="635" y="102616"/>
                </a:lnTo>
                <a:lnTo>
                  <a:pt x="0" y="102743"/>
                </a:lnTo>
                <a:lnTo>
                  <a:pt x="5842" y="148336"/>
                </a:lnTo>
                <a:lnTo>
                  <a:pt x="32893" y="193675"/>
                </a:lnTo>
                <a:lnTo>
                  <a:pt x="53975" y="202565"/>
                </a:lnTo>
                <a:lnTo>
                  <a:pt x="84328" y="202565"/>
                </a:lnTo>
                <a:lnTo>
                  <a:pt x="96393" y="199644"/>
                </a:lnTo>
                <a:lnTo>
                  <a:pt x="105410" y="193675"/>
                </a:lnTo>
                <a:lnTo>
                  <a:pt x="117475" y="181610"/>
                </a:lnTo>
                <a:lnTo>
                  <a:pt x="117854" y="181102"/>
                </a:lnTo>
                <a:lnTo>
                  <a:pt x="69976" y="181102"/>
                </a:lnTo>
                <a:lnTo>
                  <a:pt x="60960" y="178181"/>
                </a:lnTo>
                <a:lnTo>
                  <a:pt x="54991" y="178181"/>
                </a:lnTo>
                <a:lnTo>
                  <a:pt x="45974" y="172212"/>
                </a:lnTo>
                <a:lnTo>
                  <a:pt x="40005" y="166243"/>
                </a:lnTo>
                <a:lnTo>
                  <a:pt x="37083" y="160274"/>
                </a:lnTo>
                <a:lnTo>
                  <a:pt x="37033" y="154178"/>
                </a:lnTo>
                <a:lnTo>
                  <a:pt x="31114" y="139192"/>
                </a:lnTo>
                <a:lnTo>
                  <a:pt x="31097" y="123952"/>
                </a:lnTo>
                <a:lnTo>
                  <a:pt x="28193" y="102870"/>
                </a:lnTo>
                <a:lnTo>
                  <a:pt x="28067" y="102616"/>
                </a:lnTo>
                <a:lnTo>
                  <a:pt x="30972" y="78486"/>
                </a:lnTo>
                <a:lnTo>
                  <a:pt x="30987" y="63246"/>
                </a:lnTo>
                <a:lnTo>
                  <a:pt x="36906" y="48260"/>
                </a:lnTo>
                <a:lnTo>
                  <a:pt x="36956" y="42164"/>
                </a:lnTo>
                <a:lnTo>
                  <a:pt x="39878" y="39243"/>
                </a:lnTo>
                <a:lnTo>
                  <a:pt x="45847" y="30213"/>
                </a:lnTo>
                <a:lnTo>
                  <a:pt x="54863" y="27305"/>
                </a:lnTo>
                <a:lnTo>
                  <a:pt x="60832" y="24384"/>
                </a:lnTo>
                <a:lnTo>
                  <a:pt x="119280" y="24384"/>
                </a:lnTo>
                <a:lnTo>
                  <a:pt x="117601" y="20955"/>
                </a:lnTo>
                <a:lnTo>
                  <a:pt x="105537" y="11938"/>
                </a:lnTo>
                <a:lnTo>
                  <a:pt x="96519" y="2921"/>
                </a:lnTo>
                <a:close/>
              </a:path>
              <a:path w="138289" h="202564">
                <a:moveTo>
                  <a:pt x="119280" y="24384"/>
                </a:moveTo>
                <a:lnTo>
                  <a:pt x="78993" y="24384"/>
                </a:lnTo>
                <a:lnTo>
                  <a:pt x="84962" y="27305"/>
                </a:lnTo>
                <a:lnTo>
                  <a:pt x="93980" y="30213"/>
                </a:lnTo>
                <a:lnTo>
                  <a:pt x="99949" y="39243"/>
                </a:lnTo>
                <a:lnTo>
                  <a:pt x="102869" y="48260"/>
                </a:lnTo>
                <a:lnTo>
                  <a:pt x="108788" y="63246"/>
                </a:lnTo>
                <a:lnTo>
                  <a:pt x="108838" y="78486"/>
                </a:lnTo>
                <a:lnTo>
                  <a:pt x="111744" y="102616"/>
                </a:lnTo>
                <a:lnTo>
                  <a:pt x="111742" y="102870"/>
                </a:lnTo>
                <a:lnTo>
                  <a:pt x="108838" y="123952"/>
                </a:lnTo>
                <a:lnTo>
                  <a:pt x="108788" y="139192"/>
                </a:lnTo>
                <a:lnTo>
                  <a:pt x="102869" y="154178"/>
                </a:lnTo>
                <a:lnTo>
                  <a:pt x="99949" y="166243"/>
                </a:lnTo>
                <a:lnTo>
                  <a:pt x="93980" y="172212"/>
                </a:lnTo>
                <a:lnTo>
                  <a:pt x="84962" y="178181"/>
                </a:lnTo>
                <a:lnTo>
                  <a:pt x="78993" y="178181"/>
                </a:lnTo>
                <a:lnTo>
                  <a:pt x="69976" y="181102"/>
                </a:lnTo>
                <a:lnTo>
                  <a:pt x="117854" y="181102"/>
                </a:lnTo>
                <a:lnTo>
                  <a:pt x="126492" y="169545"/>
                </a:lnTo>
                <a:lnTo>
                  <a:pt x="132461" y="148336"/>
                </a:lnTo>
                <a:lnTo>
                  <a:pt x="135381" y="130175"/>
                </a:lnTo>
                <a:lnTo>
                  <a:pt x="138289" y="102870"/>
                </a:lnTo>
                <a:lnTo>
                  <a:pt x="138289" y="102616"/>
                </a:lnTo>
                <a:lnTo>
                  <a:pt x="135364" y="75184"/>
                </a:lnTo>
                <a:lnTo>
                  <a:pt x="132461" y="54102"/>
                </a:lnTo>
                <a:lnTo>
                  <a:pt x="126492" y="32893"/>
                </a:lnTo>
                <a:lnTo>
                  <a:pt x="120523" y="26924"/>
                </a:lnTo>
                <a:lnTo>
                  <a:pt x="119280" y="24384"/>
                </a:lnTo>
                <a:close/>
              </a:path>
              <a:path w="138289" h="202564">
                <a:moveTo>
                  <a:pt x="84581" y="0"/>
                </a:moveTo>
                <a:lnTo>
                  <a:pt x="54229" y="0"/>
                </a:lnTo>
                <a:lnTo>
                  <a:pt x="48260" y="2921"/>
                </a:lnTo>
                <a:lnTo>
                  <a:pt x="90550" y="2921"/>
                </a:lnTo>
                <a:lnTo>
                  <a:pt x="84581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5" name="bk object 56"/>
          <p:cNvSpPr/>
          <p:nvPr/>
        </p:nvSpPr>
        <p:spPr>
          <a:xfrm>
            <a:off x="2988000" y="6460200"/>
            <a:ext cx="26640" cy="32760"/>
          </a:xfrm>
          <a:custGeom>
            <a:avLst/>
            <a:gdLst>
              <a:gd name="textAreaLeft" fmla="*/ 0 w 26640"/>
              <a:gd name="textAreaRight" fmla="*/ 27360 w 26640"/>
              <a:gd name="textAreaTop" fmla="*/ 0 h 32760"/>
              <a:gd name="textAreaBottom" fmla="*/ 33480 h 32760"/>
            </a:gdLst>
            <a:ahLst/>
            <a:cxnLst/>
            <a:rect l="textAreaLeft" t="textAreaTop" r="textAreaRight" b="textAreaBottom"/>
            <a:pathLst>
              <a:path w="27432" h="33401">
                <a:moveTo>
                  <a:pt x="0" y="16700"/>
                </a:moveTo>
                <a:lnTo>
                  <a:pt x="27432" y="16700"/>
                </a:lnTo>
              </a:path>
            </a:pathLst>
          </a:custGeom>
          <a:noFill/>
          <a:ln w="34671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" name="bk object 57"/>
          <p:cNvSpPr/>
          <p:nvPr/>
        </p:nvSpPr>
        <p:spPr>
          <a:xfrm>
            <a:off x="3043080" y="6293520"/>
            <a:ext cx="71280" cy="200160"/>
          </a:xfrm>
          <a:custGeom>
            <a:avLst/>
            <a:gdLst>
              <a:gd name="textAreaLeft" fmla="*/ 0 w 71280"/>
              <a:gd name="textAreaRight" fmla="*/ 72000 w 71280"/>
              <a:gd name="textAreaTop" fmla="*/ 0 h 200160"/>
              <a:gd name="textAreaBottom" fmla="*/ 200880 h 200160"/>
            </a:gdLst>
            <a:ahLst/>
            <a:cxnLst/>
            <a:rect l="textAreaLeft" t="textAreaTop" r="textAreaRight" b="textAreaBottom"/>
            <a:pathLst>
              <a:path w="72136" h="201040">
                <a:moveTo>
                  <a:pt x="72136" y="0"/>
                </a:moveTo>
                <a:lnTo>
                  <a:pt x="53975" y="0"/>
                </a:lnTo>
                <a:lnTo>
                  <a:pt x="51054" y="9016"/>
                </a:lnTo>
                <a:lnTo>
                  <a:pt x="45212" y="20954"/>
                </a:lnTo>
                <a:lnTo>
                  <a:pt x="36194" y="26911"/>
                </a:lnTo>
                <a:lnTo>
                  <a:pt x="30225" y="32892"/>
                </a:lnTo>
                <a:lnTo>
                  <a:pt x="21208" y="35813"/>
                </a:lnTo>
                <a:lnTo>
                  <a:pt x="0" y="35813"/>
                </a:lnTo>
                <a:lnTo>
                  <a:pt x="0" y="57022"/>
                </a:lnTo>
                <a:lnTo>
                  <a:pt x="45593" y="57022"/>
                </a:lnTo>
                <a:lnTo>
                  <a:pt x="45593" y="200151"/>
                </a:lnTo>
                <a:lnTo>
                  <a:pt x="44704" y="201040"/>
                </a:lnTo>
                <a:lnTo>
                  <a:pt x="72136" y="201040"/>
                </a:lnTo>
                <a:lnTo>
                  <a:pt x="72136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" name="bk object 58"/>
          <p:cNvSpPr/>
          <p:nvPr/>
        </p:nvSpPr>
        <p:spPr>
          <a:xfrm>
            <a:off x="3386520" y="6293520"/>
            <a:ext cx="137160" cy="201600"/>
          </a:xfrm>
          <a:custGeom>
            <a:avLst/>
            <a:gdLst>
              <a:gd name="textAreaLeft" fmla="*/ 0 w 137160"/>
              <a:gd name="textAreaRight" fmla="*/ 137880 w 137160"/>
              <a:gd name="textAreaTop" fmla="*/ 0 h 201600"/>
              <a:gd name="textAreaBottom" fmla="*/ 202320 h 201600"/>
            </a:gdLst>
            <a:ahLst/>
            <a:cxnLst/>
            <a:rect l="textAreaLeft" t="textAreaTop" r="textAreaRight" b="textAreaBottom"/>
            <a:pathLst>
              <a:path w="138049" h="202311">
                <a:moveTo>
                  <a:pt x="96393" y="2920"/>
                </a:moveTo>
                <a:lnTo>
                  <a:pt x="45212" y="2920"/>
                </a:lnTo>
                <a:lnTo>
                  <a:pt x="33147" y="11937"/>
                </a:lnTo>
                <a:lnTo>
                  <a:pt x="27178" y="14858"/>
                </a:lnTo>
                <a:lnTo>
                  <a:pt x="21209" y="20827"/>
                </a:lnTo>
                <a:lnTo>
                  <a:pt x="15367" y="32765"/>
                </a:lnTo>
                <a:lnTo>
                  <a:pt x="9398" y="41782"/>
                </a:lnTo>
                <a:lnTo>
                  <a:pt x="6477" y="53847"/>
                </a:lnTo>
                <a:lnTo>
                  <a:pt x="3542" y="75183"/>
                </a:lnTo>
                <a:lnTo>
                  <a:pt x="635" y="102488"/>
                </a:lnTo>
                <a:lnTo>
                  <a:pt x="0" y="102615"/>
                </a:lnTo>
                <a:lnTo>
                  <a:pt x="5842" y="148208"/>
                </a:lnTo>
                <a:lnTo>
                  <a:pt x="32766" y="193420"/>
                </a:lnTo>
                <a:lnTo>
                  <a:pt x="53848" y="202310"/>
                </a:lnTo>
                <a:lnTo>
                  <a:pt x="84201" y="202310"/>
                </a:lnTo>
                <a:lnTo>
                  <a:pt x="96266" y="199389"/>
                </a:lnTo>
                <a:lnTo>
                  <a:pt x="105283" y="193420"/>
                </a:lnTo>
                <a:lnTo>
                  <a:pt x="117221" y="181482"/>
                </a:lnTo>
                <a:lnTo>
                  <a:pt x="118075" y="180339"/>
                </a:lnTo>
                <a:lnTo>
                  <a:pt x="70231" y="180339"/>
                </a:lnTo>
                <a:lnTo>
                  <a:pt x="61214" y="177418"/>
                </a:lnTo>
                <a:lnTo>
                  <a:pt x="55245" y="177418"/>
                </a:lnTo>
                <a:lnTo>
                  <a:pt x="49276" y="171449"/>
                </a:lnTo>
                <a:lnTo>
                  <a:pt x="40259" y="165480"/>
                </a:lnTo>
                <a:lnTo>
                  <a:pt x="37337" y="153415"/>
                </a:lnTo>
                <a:lnTo>
                  <a:pt x="31419" y="138429"/>
                </a:lnTo>
                <a:lnTo>
                  <a:pt x="31369" y="102488"/>
                </a:lnTo>
                <a:lnTo>
                  <a:pt x="31292" y="62737"/>
                </a:lnTo>
                <a:lnTo>
                  <a:pt x="37252" y="47624"/>
                </a:lnTo>
                <a:lnTo>
                  <a:pt x="40132" y="38734"/>
                </a:lnTo>
                <a:lnTo>
                  <a:pt x="49149" y="29717"/>
                </a:lnTo>
                <a:lnTo>
                  <a:pt x="61087" y="23875"/>
                </a:lnTo>
                <a:lnTo>
                  <a:pt x="118839" y="23875"/>
                </a:lnTo>
                <a:lnTo>
                  <a:pt x="117348" y="20827"/>
                </a:lnTo>
                <a:lnTo>
                  <a:pt x="111379" y="14858"/>
                </a:lnTo>
                <a:lnTo>
                  <a:pt x="105410" y="11937"/>
                </a:lnTo>
                <a:lnTo>
                  <a:pt x="96393" y="2920"/>
                </a:lnTo>
                <a:close/>
              </a:path>
              <a:path w="138049" h="202311">
                <a:moveTo>
                  <a:pt x="118839" y="23875"/>
                </a:moveTo>
                <a:lnTo>
                  <a:pt x="79248" y="23875"/>
                </a:lnTo>
                <a:lnTo>
                  <a:pt x="85217" y="26796"/>
                </a:lnTo>
                <a:lnTo>
                  <a:pt x="94234" y="29717"/>
                </a:lnTo>
                <a:lnTo>
                  <a:pt x="100203" y="38734"/>
                </a:lnTo>
                <a:lnTo>
                  <a:pt x="103124" y="41655"/>
                </a:lnTo>
                <a:lnTo>
                  <a:pt x="103174" y="47751"/>
                </a:lnTo>
                <a:lnTo>
                  <a:pt x="109093" y="62737"/>
                </a:lnTo>
                <a:lnTo>
                  <a:pt x="109093" y="77850"/>
                </a:lnTo>
                <a:lnTo>
                  <a:pt x="111983" y="101853"/>
                </a:lnTo>
                <a:lnTo>
                  <a:pt x="111944" y="102615"/>
                </a:lnTo>
                <a:lnTo>
                  <a:pt x="109093" y="123316"/>
                </a:lnTo>
                <a:lnTo>
                  <a:pt x="109093" y="138429"/>
                </a:lnTo>
                <a:lnTo>
                  <a:pt x="103174" y="153415"/>
                </a:lnTo>
                <a:lnTo>
                  <a:pt x="103124" y="159511"/>
                </a:lnTo>
                <a:lnTo>
                  <a:pt x="100203" y="165480"/>
                </a:lnTo>
                <a:lnTo>
                  <a:pt x="94234" y="171449"/>
                </a:lnTo>
                <a:lnTo>
                  <a:pt x="85217" y="177418"/>
                </a:lnTo>
                <a:lnTo>
                  <a:pt x="79248" y="177418"/>
                </a:lnTo>
                <a:lnTo>
                  <a:pt x="70231" y="180339"/>
                </a:lnTo>
                <a:lnTo>
                  <a:pt x="118075" y="180339"/>
                </a:lnTo>
                <a:lnTo>
                  <a:pt x="126237" y="169417"/>
                </a:lnTo>
                <a:lnTo>
                  <a:pt x="132207" y="148208"/>
                </a:lnTo>
                <a:lnTo>
                  <a:pt x="135128" y="130047"/>
                </a:lnTo>
                <a:lnTo>
                  <a:pt x="138049" y="102615"/>
                </a:lnTo>
                <a:lnTo>
                  <a:pt x="135110" y="75056"/>
                </a:lnTo>
                <a:lnTo>
                  <a:pt x="132207" y="53974"/>
                </a:lnTo>
                <a:lnTo>
                  <a:pt x="126237" y="32765"/>
                </a:lnTo>
                <a:lnTo>
                  <a:pt x="120269" y="26796"/>
                </a:lnTo>
                <a:lnTo>
                  <a:pt x="118839" y="23875"/>
                </a:lnTo>
                <a:close/>
              </a:path>
              <a:path w="138049" h="202311">
                <a:moveTo>
                  <a:pt x="31369" y="101853"/>
                </a:moveTo>
                <a:lnTo>
                  <a:pt x="31242" y="102488"/>
                </a:lnTo>
                <a:lnTo>
                  <a:pt x="31369" y="101853"/>
                </a:lnTo>
                <a:close/>
              </a:path>
              <a:path w="138049" h="202311">
                <a:moveTo>
                  <a:pt x="84455" y="0"/>
                </a:moveTo>
                <a:lnTo>
                  <a:pt x="54102" y="0"/>
                </a:lnTo>
                <a:lnTo>
                  <a:pt x="51181" y="2920"/>
                </a:lnTo>
                <a:lnTo>
                  <a:pt x="90424" y="2920"/>
                </a:lnTo>
                <a:lnTo>
                  <a:pt x="84455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" name="bk object 59"/>
          <p:cNvSpPr/>
          <p:nvPr/>
        </p:nvSpPr>
        <p:spPr>
          <a:xfrm>
            <a:off x="3557880" y="6460200"/>
            <a:ext cx="26640" cy="32760"/>
          </a:xfrm>
          <a:custGeom>
            <a:avLst/>
            <a:gdLst>
              <a:gd name="textAreaLeft" fmla="*/ 0 w 26640"/>
              <a:gd name="textAreaRight" fmla="*/ 27360 w 26640"/>
              <a:gd name="textAreaTop" fmla="*/ 0 h 32760"/>
              <a:gd name="textAreaBottom" fmla="*/ 33480 h 32760"/>
            </a:gdLst>
            <a:ahLst/>
            <a:cxnLst/>
            <a:rect l="textAreaLeft" t="textAreaTop" r="textAreaRight" b="textAreaBottom"/>
            <a:pathLst>
              <a:path w="27432" h="33401">
                <a:moveTo>
                  <a:pt x="0" y="16700"/>
                </a:moveTo>
                <a:lnTo>
                  <a:pt x="27432" y="16700"/>
                </a:lnTo>
              </a:path>
            </a:pathLst>
          </a:custGeom>
          <a:noFill/>
          <a:ln w="34671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9" name="bk object 60"/>
          <p:cNvSpPr/>
          <p:nvPr/>
        </p:nvSpPr>
        <p:spPr>
          <a:xfrm>
            <a:off x="3615840" y="6294960"/>
            <a:ext cx="136440" cy="197640"/>
          </a:xfrm>
          <a:custGeom>
            <a:avLst/>
            <a:gdLst>
              <a:gd name="textAreaLeft" fmla="*/ 0 w 136440"/>
              <a:gd name="textAreaRight" fmla="*/ 137160 w 136440"/>
              <a:gd name="textAreaTop" fmla="*/ 0 h 197640"/>
              <a:gd name="textAreaBottom" fmla="*/ 198360 h 197640"/>
            </a:gdLst>
            <a:ahLst/>
            <a:cxnLst/>
            <a:rect l="textAreaLeft" t="textAreaTop" r="textAreaRight" b="textAreaBottom"/>
            <a:pathLst>
              <a:path w="137287" h="198500">
                <a:moveTo>
                  <a:pt x="126675" y="24510"/>
                </a:moveTo>
                <a:lnTo>
                  <a:pt x="84200" y="24510"/>
                </a:lnTo>
                <a:lnTo>
                  <a:pt x="96138" y="30352"/>
                </a:lnTo>
                <a:lnTo>
                  <a:pt x="102108" y="36321"/>
                </a:lnTo>
                <a:lnTo>
                  <a:pt x="104966" y="42163"/>
                </a:lnTo>
                <a:lnTo>
                  <a:pt x="105029" y="45211"/>
                </a:lnTo>
                <a:lnTo>
                  <a:pt x="107823" y="48005"/>
                </a:lnTo>
                <a:lnTo>
                  <a:pt x="90170" y="93217"/>
                </a:lnTo>
                <a:lnTo>
                  <a:pt x="62992" y="108203"/>
                </a:lnTo>
                <a:lnTo>
                  <a:pt x="44958" y="120141"/>
                </a:lnTo>
                <a:lnTo>
                  <a:pt x="32893" y="126110"/>
                </a:lnTo>
                <a:lnTo>
                  <a:pt x="14859" y="144144"/>
                </a:lnTo>
                <a:lnTo>
                  <a:pt x="2921" y="168274"/>
                </a:lnTo>
                <a:lnTo>
                  <a:pt x="0" y="183387"/>
                </a:lnTo>
                <a:lnTo>
                  <a:pt x="0" y="198500"/>
                </a:lnTo>
                <a:lnTo>
                  <a:pt x="254" y="197992"/>
                </a:lnTo>
                <a:lnTo>
                  <a:pt x="137287" y="197992"/>
                </a:lnTo>
                <a:lnTo>
                  <a:pt x="137287" y="170560"/>
                </a:lnTo>
                <a:lnTo>
                  <a:pt x="30607" y="170560"/>
                </a:lnTo>
                <a:lnTo>
                  <a:pt x="30607" y="167639"/>
                </a:lnTo>
                <a:lnTo>
                  <a:pt x="33527" y="164718"/>
                </a:lnTo>
                <a:lnTo>
                  <a:pt x="39370" y="152780"/>
                </a:lnTo>
                <a:lnTo>
                  <a:pt x="45338" y="149859"/>
                </a:lnTo>
                <a:lnTo>
                  <a:pt x="48260" y="143890"/>
                </a:lnTo>
                <a:lnTo>
                  <a:pt x="54229" y="140969"/>
                </a:lnTo>
                <a:lnTo>
                  <a:pt x="63246" y="135000"/>
                </a:lnTo>
                <a:lnTo>
                  <a:pt x="72262" y="132079"/>
                </a:lnTo>
                <a:lnTo>
                  <a:pt x="75184" y="129158"/>
                </a:lnTo>
                <a:lnTo>
                  <a:pt x="93345" y="120141"/>
                </a:lnTo>
                <a:lnTo>
                  <a:pt x="96266" y="117220"/>
                </a:lnTo>
                <a:lnTo>
                  <a:pt x="102235" y="114299"/>
                </a:lnTo>
                <a:lnTo>
                  <a:pt x="111251" y="108330"/>
                </a:lnTo>
                <a:lnTo>
                  <a:pt x="126237" y="93344"/>
                </a:lnTo>
                <a:lnTo>
                  <a:pt x="129159" y="84327"/>
                </a:lnTo>
                <a:lnTo>
                  <a:pt x="135127" y="72262"/>
                </a:lnTo>
                <a:lnTo>
                  <a:pt x="135127" y="44830"/>
                </a:lnTo>
                <a:lnTo>
                  <a:pt x="132207" y="35813"/>
                </a:lnTo>
                <a:lnTo>
                  <a:pt x="126675" y="24510"/>
                </a:lnTo>
                <a:close/>
              </a:path>
              <a:path w="137287" h="198500">
                <a:moveTo>
                  <a:pt x="84200" y="0"/>
                </a:moveTo>
                <a:lnTo>
                  <a:pt x="53848" y="0"/>
                </a:lnTo>
                <a:lnTo>
                  <a:pt x="29845" y="11810"/>
                </a:lnTo>
                <a:lnTo>
                  <a:pt x="17907" y="23748"/>
                </a:lnTo>
                <a:lnTo>
                  <a:pt x="14986" y="29717"/>
                </a:lnTo>
                <a:lnTo>
                  <a:pt x="9017" y="38734"/>
                </a:lnTo>
                <a:lnTo>
                  <a:pt x="6096" y="47751"/>
                </a:lnTo>
                <a:lnTo>
                  <a:pt x="6096" y="68960"/>
                </a:lnTo>
                <a:lnTo>
                  <a:pt x="30352" y="68960"/>
                </a:lnTo>
                <a:lnTo>
                  <a:pt x="30352" y="59943"/>
                </a:lnTo>
                <a:lnTo>
                  <a:pt x="33274" y="53974"/>
                </a:lnTo>
                <a:lnTo>
                  <a:pt x="33274" y="48005"/>
                </a:lnTo>
                <a:lnTo>
                  <a:pt x="36068" y="45211"/>
                </a:lnTo>
                <a:lnTo>
                  <a:pt x="36195" y="42163"/>
                </a:lnTo>
                <a:lnTo>
                  <a:pt x="48006" y="30352"/>
                </a:lnTo>
                <a:lnTo>
                  <a:pt x="59944" y="24510"/>
                </a:lnTo>
                <a:lnTo>
                  <a:pt x="126675" y="24510"/>
                </a:lnTo>
                <a:lnTo>
                  <a:pt x="126364" y="23875"/>
                </a:lnTo>
                <a:lnTo>
                  <a:pt x="117348" y="14858"/>
                </a:lnTo>
                <a:lnTo>
                  <a:pt x="108331" y="8889"/>
                </a:lnTo>
                <a:lnTo>
                  <a:pt x="96266" y="2920"/>
                </a:lnTo>
                <a:lnTo>
                  <a:pt x="8420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0" name="bk object 61"/>
          <p:cNvSpPr/>
          <p:nvPr/>
        </p:nvSpPr>
        <p:spPr>
          <a:xfrm>
            <a:off x="3980880" y="6293160"/>
            <a:ext cx="134640" cy="201600"/>
          </a:xfrm>
          <a:custGeom>
            <a:avLst/>
            <a:gdLst>
              <a:gd name="textAreaLeft" fmla="*/ 0 w 134640"/>
              <a:gd name="textAreaRight" fmla="*/ 135360 w 134640"/>
              <a:gd name="textAreaTop" fmla="*/ 0 h 201600"/>
              <a:gd name="textAreaBottom" fmla="*/ 202320 h 201600"/>
            </a:gdLst>
            <a:ahLst/>
            <a:cxnLst/>
            <a:rect l="textAreaLeft" t="textAreaTop" r="textAreaRight" b="textAreaBottom"/>
            <a:pathLst>
              <a:path w="135509" h="202437">
                <a:moveTo>
                  <a:pt x="28448" y="102616"/>
                </a:moveTo>
                <a:lnTo>
                  <a:pt x="0" y="102616"/>
                </a:lnTo>
                <a:lnTo>
                  <a:pt x="0" y="130048"/>
                </a:lnTo>
                <a:lnTo>
                  <a:pt x="11937" y="169418"/>
                </a:lnTo>
                <a:lnTo>
                  <a:pt x="42037" y="199517"/>
                </a:lnTo>
                <a:lnTo>
                  <a:pt x="54101" y="202438"/>
                </a:lnTo>
                <a:lnTo>
                  <a:pt x="81534" y="202438"/>
                </a:lnTo>
                <a:lnTo>
                  <a:pt x="93599" y="199517"/>
                </a:lnTo>
                <a:lnTo>
                  <a:pt x="105663" y="193548"/>
                </a:lnTo>
                <a:lnTo>
                  <a:pt x="115155" y="180848"/>
                </a:lnTo>
                <a:lnTo>
                  <a:pt x="67183" y="180848"/>
                </a:lnTo>
                <a:lnTo>
                  <a:pt x="58165" y="177927"/>
                </a:lnTo>
                <a:lnTo>
                  <a:pt x="52197" y="177927"/>
                </a:lnTo>
                <a:lnTo>
                  <a:pt x="40259" y="165989"/>
                </a:lnTo>
                <a:lnTo>
                  <a:pt x="34289" y="153924"/>
                </a:lnTo>
                <a:lnTo>
                  <a:pt x="28472" y="123825"/>
                </a:lnTo>
                <a:lnTo>
                  <a:pt x="28448" y="102616"/>
                </a:lnTo>
                <a:close/>
              </a:path>
              <a:path w="135509" h="202437">
                <a:moveTo>
                  <a:pt x="116486" y="24257"/>
                </a:moveTo>
                <a:lnTo>
                  <a:pt x="76200" y="24257"/>
                </a:lnTo>
                <a:lnTo>
                  <a:pt x="85216" y="27178"/>
                </a:lnTo>
                <a:lnTo>
                  <a:pt x="91186" y="30099"/>
                </a:lnTo>
                <a:lnTo>
                  <a:pt x="97154" y="39116"/>
                </a:lnTo>
                <a:lnTo>
                  <a:pt x="100075" y="42037"/>
                </a:lnTo>
                <a:lnTo>
                  <a:pt x="102997" y="48006"/>
                </a:lnTo>
                <a:lnTo>
                  <a:pt x="108838" y="78232"/>
                </a:lnTo>
                <a:lnTo>
                  <a:pt x="108838" y="123825"/>
                </a:lnTo>
                <a:lnTo>
                  <a:pt x="102997" y="154038"/>
                </a:lnTo>
                <a:lnTo>
                  <a:pt x="97154" y="165989"/>
                </a:lnTo>
                <a:lnTo>
                  <a:pt x="85216" y="177927"/>
                </a:lnTo>
                <a:lnTo>
                  <a:pt x="76200" y="177927"/>
                </a:lnTo>
                <a:lnTo>
                  <a:pt x="67183" y="180848"/>
                </a:lnTo>
                <a:lnTo>
                  <a:pt x="115155" y="180848"/>
                </a:lnTo>
                <a:lnTo>
                  <a:pt x="123698" y="169418"/>
                </a:lnTo>
                <a:lnTo>
                  <a:pt x="129666" y="148209"/>
                </a:lnTo>
                <a:lnTo>
                  <a:pt x="132587" y="130048"/>
                </a:lnTo>
                <a:lnTo>
                  <a:pt x="135509" y="102616"/>
                </a:lnTo>
                <a:lnTo>
                  <a:pt x="132587" y="75184"/>
                </a:lnTo>
                <a:lnTo>
                  <a:pt x="129666" y="53975"/>
                </a:lnTo>
                <a:lnTo>
                  <a:pt x="123698" y="32766"/>
                </a:lnTo>
                <a:lnTo>
                  <a:pt x="117728" y="26797"/>
                </a:lnTo>
                <a:lnTo>
                  <a:pt x="116486" y="24257"/>
                </a:lnTo>
                <a:close/>
              </a:path>
              <a:path w="135509" h="202437">
                <a:moveTo>
                  <a:pt x="93852" y="2921"/>
                </a:moveTo>
                <a:lnTo>
                  <a:pt x="42545" y="2921"/>
                </a:lnTo>
                <a:lnTo>
                  <a:pt x="18414" y="20955"/>
                </a:lnTo>
                <a:lnTo>
                  <a:pt x="12573" y="32893"/>
                </a:lnTo>
                <a:lnTo>
                  <a:pt x="6603" y="41910"/>
                </a:lnTo>
                <a:lnTo>
                  <a:pt x="3683" y="53975"/>
                </a:lnTo>
                <a:lnTo>
                  <a:pt x="762" y="75184"/>
                </a:lnTo>
                <a:lnTo>
                  <a:pt x="762" y="102616"/>
                </a:lnTo>
                <a:lnTo>
                  <a:pt x="28321" y="102616"/>
                </a:lnTo>
                <a:lnTo>
                  <a:pt x="28345" y="78232"/>
                </a:lnTo>
                <a:lnTo>
                  <a:pt x="34162" y="48133"/>
                </a:lnTo>
                <a:lnTo>
                  <a:pt x="46100" y="30099"/>
                </a:lnTo>
                <a:lnTo>
                  <a:pt x="58038" y="24257"/>
                </a:lnTo>
                <a:lnTo>
                  <a:pt x="116486" y="24257"/>
                </a:lnTo>
                <a:lnTo>
                  <a:pt x="114808" y="20828"/>
                </a:lnTo>
                <a:lnTo>
                  <a:pt x="99822" y="5842"/>
                </a:lnTo>
                <a:lnTo>
                  <a:pt x="93852" y="2921"/>
                </a:lnTo>
                <a:close/>
              </a:path>
              <a:path w="135509" h="202437">
                <a:moveTo>
                  <a:pt x="28448" y="102489"/>
                </a:moveTo>
              </a:path>
              <a:path w="135509" h="202437">
                <a:moveTo>
                  <a:pt x="81914" y="0"/>
                </a:moveTo>
                <a:lnTo>
                  <a:pt x="54483" y="0"/>
                </a:lnTo>
                <a:lnTo>
                  <a:pt x="48513" y="2921"/>
                </a:lnTo>
                <a:lnTo>
                  <a:pt x="87884" y="2921"/>
                </a:lnTo>
                <a:lnTo>
                  <a:pt x="81914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1" name="bk object 62"/>
          <p:cNvSpPr/>
          <p:nvPr/>
        </p:nvSpPr>
        <p:spPr>
          <a:xfrm>
            <a:off x="4149360" y="6460200"/>
            <a:ext cx="26640" cy="32760"/>
          </a:xfrm>
          <a:custGeom>
            <a:avLst/>
            <a:gdLst>
              <a:gd name="textAreaLeft" fmla="*/ 0 w 26640"/>
              <a:gd name="textAreaRight" fmla="*/ 27360 w 26640"/>
              <a:gd name="textAreaTop" fmla="*/ 0 h 32760"/>
              <a:gd name="textAreaBottom" fmla="*/ 33480 h 32760"/>
            </a:gdLst>
            <a:ahLst/>
            <a:cxnLst/>
            <a:rect l="textAreaLeft" t="textAreaTop" r="textAreaRight" b="textAreaBottom"/>
            <a:pathLst>
              <a:path w="27432" h="33401">
                <a:moveTo>
                  <a:pt x="0" y="16700"/>
                </a:moveTo>
                <a:lnTo>
                  <a:pt x="27432" y="16700"/>
                </a:lnTo>
              </a:path>
            </a:pathLst>
          </a:custGeom>
          <a:noFill/>
          <a:ln w="34671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2" name="bk object 63"/>
          <p:cNvSpPr/>
          <p:nvPr/>
        </p:nvSpPr>
        <p:spPr>
          <a:xfrm>
            <a:off x="4207320" y="6294600"/>
            <a:ext cx="134640" cy="200520"/>
          </a:xfrm>
          <a:custGeom>
            <a:avLst/>
            <a:gdLst>
              <a:gd name="textAreaLeft" fmla="*/ 0 w 134640"/>
              <a:gd name="textAreaRight" fmla="*/ 135360 w 134640"/>
              <a:gd name="textAreaTop" fmla="*/ 0 h 200520"/>
              <a:gd name="textAreaBottom" fmla="*/ 201240 h 200520"/>
            </a:gdLst>
            <a:ahLst/>
            <a:cxnLst/>
            <a:rect l="textAreaLeft" t="textAreaTop" r="textAreaRight" b="textAreaBottom"/>
            <a:pathLst>
              <a:path w="135509" h="201167">
                <a:moveTo>
                  <a:pt x="24257" y="135000"/>
                </a:moveTo>
                <a:lnTo>
                  <a:pt x="0" y="135000"/>
                </a:lnTo>
                <a:lnTo>
                  <a:pt x="0" y="156209"/>
                </a:lnTo>
                <a:lnTo>
                  <a:pt x="26924" y="192278"/>
                </a:lnTo>
                <a:lnTo>
                  <a:pt x="48006" y="201167"/>
                </a:lnTo>
                <a:lnTo>
                  <a:pt x="78359" y="201167"/>
                </a:lnTo>
                <a:lnTo>
                  <a:pt x="102488" y="195325"/>
                </a:lnTo>
                <a:lnTo>
                  <a:pt x="114554" y="186308"/>
                </a:lnTo>
                <a:lnTo>
                  <a:pt x="123571" y="177291"/>
                </a:lnTo>
                <a:lnTo>
                  <a:pt x="123907" y="176783"/>
                </a:lnTo>
                <a:lnTo>
                  <a:pt x="53975" y="176783"/>
                </a:lnTo>
                <a:lnTo>
                  <a:pt x="48006" y="173862"/>
                </a:lnTo>
                <a:lnTo>
                  <a:pt x="38988" y="170941"/>
                </a:lnTo>
                <a:lnTo>
                  <a:pt x="33020" y="164972"/>
                </a:lnTo>
                <a:lnTo>
                  <a:pt x="30099" y="159003"/>
                </a:lnTo>
                <a:lnTo>
                  <a:pt x="27178" y="149986"/>
                </a:lnTo>
                <a:lnTo>
                  <a:pt x="24257" y="147065"/>
                </a:lnTo>
                <a:lnTo>
                  <a:pt x="24257" y="135000"/>
                </a:lnTo>
                <a:close/>
              </a:path>
              <a:path w="135509" h="201167">
                <a:moveTo>
                  <a:pt x="119998" y="21335"/>
                </a:moveTo>
                <a:lnTo>
                  <a:pt x="66294" y="21335"/>
                </a:lnTo>
                <a:lnTo>
                  <a:pt x="72262" y="24256"/>
                </a:lnTo>
                <a:lnTo>
                  <a:pt x="84328" y="24256"/>
                </a:lnTo>
                <a:lnTo>
                  <a:pt x="87249" y="27178"/>
                </a:lnTo>
                <a:lnTo>
                  <a:pt x="90170" y="27178"/>
                </a:lnTo>
                <a:lnTo>
                  <a:pt x="93091" y="33146"/>
                </a:lnTo>
                <a:lnTo>
                  <a:pt x="98933" y="38988"/>
                </a:lnTo>
                <a:lnTo>
                  <a:pt x="99060" y="45084"/>
                </a:lnTo>
                <a:lnTo>
                  <a:pt x="101981" y="51053"/>
                </a:lnTo>
                <a:lnTo>
                  <a:pt x="99060" y="60070"/>
                </a:lnTo>
                <a:lnTo>
                  <a:pt x="99060" y="66039"/>
                </a:lnTo>
                <a:lnTo>
                  <a:pt x="96138" y="72008"/>
                </a:lnTo>
                <a:lnTo>
                  <a:pt x="90170" y="77978"/>
                </a:lnTo>
                <a:lnTo>
                  <a:pt x="87249" y="77978"/>
                </a:lnTo>
                <a:lnTo>
                  <a:pt x="84328" y="80898"/>
                </a:lnTo>
                <a:lnTo>
                  <a:pt x="78359" y="83819"/>
                </a:lnTo>
                <a:lnTo>
                  <a:pt x="50927" y="83819"/>
                </a:lnTo>
                <a:lnTo>
                  <a:pt x="50927" y="105028"/>
                </a:lnTo>
                <a:lnTo>
                  <a:pt x="78359" y="105028"/>
                </a:lnTo>
                <a:lnTo>
                  <a:pt x="87375" y="107950"/>
                </a:lnTo>
                <a:lnTo>
                  <a:pt x="93345" y="110870"/>
                </a:lnTo>
                <a:lnTo>
                  <a:pt x="105283" y="122808"/>
                </a:lnTo>
                <a:lnTo>
                  <a:pt x="108204" y="131825"/>
                </a:lnTo>
                <a:lnTo>
                  <a:pt x="108204" y="153034"/>
                </a:lnTo>
                <a:lnTo>
                  <a:pt x="105283" y="155943"/>
                </a:lnTo>
                <a:lnTo>
                  <a:pt x="102362" y="161925"/>
                </a:lnTo>
                <a:lnTo>
                  <a:pt x="90424" y="173862"/>
                </a:lnTo>
                <a:lnTo>
                  <a:pt x="81407" y="176783"/>
                </a:lnTo>
                <a:lnTo>
                  <a:pt x="123907" y="176783"/>
                </a:lnTo>
                <a:lnTo>
                  <a:pt x="129540" y="168275"/>
                </a:lnTo>
                <a:lnTo>
                  <a:pt x="135509" y="153161"/>
                </a:lnTo>
                <a:lnTo>
                  <a:pt x="135509" y="125729"/>
                </a:lnTo>
                <a:lnTo>
                  <a:pt x="129540" y="113664"/>
                </a:lnTo>
                <a:lnTo>
                  <a:pt x="123571" y="104647"/>
                </a:lnTo>
                <a:lnTo>
                  <a:pt x="114681" y="95757"/>
                </a:lnTo>
                <a:lnTo>
                  <a:pt x="108712" y="92836"/>
                </a:lnTo>
                <a:lnTo>
                  <a:pt x="105791" y="92836"/>
                </a:lnTo>
                <a:lnTo>
                  <a:pt x="102870" y="89915"/>
                </a:lnTo>
                <a:lnTo>
                  <a:pt x="111887" y="86994"/>
                </a:lnTo>
                <a:lnTo>
                  <a:pt x="114808" y="86994"/>
                </a:lnTo>
                <a:lnTo>
                  <a:pt x="120777" y="81025"/>
                </a:lnTo>
                <a:lnTo>
                  <a:pt x="126619" y="62991"/>
                </a:lnTo>
                <a:lnTo>
                  <a:pt x="129509" y="51053"/>
                </a:lnTo>
                <a:lnTo>
                  <a:pt x="129540" y="44957"/>
                </a:lnTo>
                <a:lnTo>
                  <a:pt x="126619" y="38988"/>
                </a:lnTo>
                <a:lnTo>
                  <a:pt x="123698" y="26923"/>
                </a:lnTo>
                <a:lnTo>
                  <a:pt x="119998" y="21335"/>
                </a:lnTo>
                <a:close/>
              </a:path>
              <a:path w="135509" h="201167">
                <a:moveTo>
                  <a:pt x="87757" y="0"/>
                </a:moveTo>
                <a:lnTo>
                  <a:pt x="51308" y="0"/>
                </a:lnTo>
                <a:lnTo>
                  <a:pt x="42291" y="2920"/>
                </a:lnTo>
                <a:lnTo>
                  <a:pt x="9271" y="35940"/>
                </a:lnTo>
                <a:lnTo>
                  <a:pt x="3429" y="53975"/>
                </a:lnTo>
                <a:lnTo>
                  <a:pt x="3429" y="62991"/>
                </a:lnTo>
                <a:lnTo>
                  <a:pt x="27686" y="62991"/>
                </a:lnTo>
                <a:lnTo>
                  <a:pt x="30607" y="60070"/>
                </a:lnTo>
                <a:lnTo>
                  <a:pt x="30607" y="47993"/>
                </a:lnTo>
                <a:lnTo>
                  <a:pt x="36449" y="36067"/>
                </a:lnTo>
                <a:lnTo>
                  <a:pt x="45338" y="27178"/>
                </a:lnTo>
                <a:lnTo>
                  <a:pt x="51308" y="24256"/>
                </a:lnTo>
                <a:lnTo>
                  <a:pt x="57277" y="24256"/>
                </a:lnTo>
                <a:lnTo>
                  <a:pt x="66294" y="21335"/>
                </a:lnTo>
                <a:lnTo>
                  <a:pt x="119998" y="21335"/>
                </a:lnTo>
                <a:lnTo>
                  <a:pt x="117729" y="17906"/>
                </a:lnTo>
                <a:lnTo>
                  <a:pt x="108712" y="8889"/>
                </a:lnTo>
                <a:lnTo>
                  <a:pt x="102743" y="5968"/>
                </a:lnTo>
                <a:lnTo>
                  <a:pt x="99822" y="5968"/>
                </a:lnTo>
                <a:lnTo>
                  <a:pt x="87757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3" name="bk object 64"/>
          <p:cNvSpPr/>
          <p:nvPr/>
        </p:nvSpPr>
        <p:spPr>
          <a:xfrm>
            <a:off x="4572360" y="6293160"/>
            <a:ext cx="134640" cy="201960"/>
          </a:xfrm>
          <a:custGeom>
            <a:avLst/>
            <a:gdLst>
              <a:gd name="textAreaLeft" fmla="*/ 0 w 134640"/>
              <a:gd name="textAreaRight" fmla="*/ 135360 w 134640"/>
              <a:gd name="textAreaTop" fmla="*/ 0 h 201960"/>
              <a:gd name="textAreaBottom" fmla="*/ 202680 h 201960"/>
            </a:gdLst>
            <a:ahLst/>
            <a:cxnLst/>
            <a:rect l="textAreaLeft" t="textAreaTop" r="textAreaRight" b="textAreaBottom"/>
            <a:pathLst>
              <a:path w="135509" h="202564">
                <a:moveTo>
                  <a:pt x="93725" y="2921"/>
                </a:moveTo>
                <a:lnTo>
                  <a:pt x="42418" y="2921"/>
                </a:lnTo>
                <a:lnTo>
                  <a:pt x="30352" y="11938"/>
                </a:lnTo>
                <a:lnTo>
                  <a:pt x="15367" y="26924"/>
                </a:lnTo>
                <a:lnTo>
                  <a:pt x="12446" y="32893"/>
                </a:lnTo>
                <a:lnTo>
                  <a:pt x="9525" y="41910"/>
                </a:lnTo>
                <a:lnTo>
                  <a:pt x="3556" y="53975"/>
                </a:lnTo>
                <a:lnTo>
                  <a:pt x="635" y="75184"/>
                </a:lnTo>
                <a:lnTo>
                  <a:pt x="635" y="102616"/>
                </a:lnTo>
                <a:lnTo>
                  <a:pt x="0" y="102743"/>
                </a:lnTo>
                <a:lnTo>
                  <a:pt x="0" y="130175"/>
                </a:lnTo>
                <a:lnTo>
                  <a:pt x="2921" y="148336"/>
                </a:lnTo>
                <a:lnTo>
                  <a:pt x="11937" y="169545"/>
                </a:lnTo>
                <a:lnTo>
                  <a:pt x="29972" y="193675"/>
                </a:lnTo>
                <a:lnTo>
                  <a:pt x="42037" y="199644"/>
                </a:lnTo>
                <a:lnTo>
                  <a:pt x="54101" y="202565"/>
                </a:lnTo>
                <a:lnTo>
                  <a:pt x="81534" y="202565"/>
                </a:lnTo>
                <a:lnTo>
                  <a:pt x="93599" y="199644"/>
                </a:lnTo>
                <a:lnTo>
                  <a:pt x="105663" y="193675"/>
                </a:lnTo>
                <a:lnTo>
                  <a:pt x="115440" y="180594"/>
                </a:lnTo>
                <a:lnTo>
                  <a:pt x="66929" y="180594"/>
                </a:lnTo>
                <a:lnTo>
                  <a:pt x="57912" y="177673"/>
                </a:lnTo>
                <a:lnTo>
                  <a:pt x="51943" y="177673"/>
                </a:lnTo>
                <a:lnTo>
                  <a:pt x="40005" y="165735"/>
                </a:lnTo>
                <a:lnTo>
                  <a:pt x="34036" y="153670"/>
                </a:lnTo>
                <a:lnTo>
                  <a:pt x="28243" y="123698"/>
                </a:lnTo>
                <a:lnTo>
                  <a:pt x="28194" y="102616"/>
                </a:lnTo>
                <a:lnTo>
                  <a:pt x="28116" y="78105"/>
                </a:lnTo>
                <a:lnTo>
                  <a:pt x="33909" y="48133"/>
                </a:lnTo>
                <a:lnTo>
                  <a:pt x="45847" y="30099"/>
                </a:lnTo>
                <a:lnTo>
                  <a:pt x="57785" y="24257"/>
                </a:lnTo>
                <a:lnTo>
                  <a:pt x="118109" y="24257"/>
                </a:lnTo>
                <a:lnTo>
                  <a:pt x="105790" y="11938"/>
                </a:lnTo>
                <a:lnTo>
                  <a:pt x="93725" y="2921"/>
                </a:lnTo>
                <a:close/>
              </a:path>
              <a:path w="135509" h="202564">
                <a:moveTo>
                  <a:pt x="118109" y="24257"/>
                </a:moveTo>
                <a:lnTo>
                  <a:pt x="75946" y="24257"/>
                </a:lnTo>
                <a:lnTo>
                  <a:pt x="84962" y="27178"/>
                </a:lnTo>
                <a:lnTo>
                  <a:pt x="90932" y="30099"/>
                </a:lnTo>
                <a:lnTo>
                  <a:pt x="93852" y="33020"/>
                </a:lnTo>
                <a:lnTo>
                  <a:pt x="96774" y="38989"/>
                </a:lnTo>
                <a:lnTo>
                  <a:pt x="102743" y="48006"/>
                </a:lnTo>
                <a:lnTo>
                  <a:pt x="105663" y="63119"/>
                </a:lnTo>
                <a:lnTo>
                  <a:pt x="105663" y="72136"/>
                </a:lnTo>
                <a:lnTo>
                  <a:pt x="108585" y="78105"/>
                </a:lnTo>
                <a:lnTo>
                  <a:pt x="108585" y="123698"/>
                </a:lnTo>
                <a:lnTo>
                  <a:pt x="105663" y="129667"/>
                </a:lnTo>
                <a:lnTo>
                  <a:pt x="105663" y="138684"/>
                </a:lnTo>
                <a:lnTo>
                  <a:pt x="102743" y="153797"/>
                </a:lnTo>
                <a:lnTo>
                  <a:pt x="96774" y="165862"/>
                </a:lnTo>
                <a:lnTo>
                  <a:pt x="84962" y="177673"/>
                </a:lnTo>
                <a:lnTo>
                  <a:pt x="75946" y="177673"/>
                </a:lnTo>
                <a:lnTo>
                  <a:pt x="66929" y="180594"/>
                </a:lnTo>
                <a:lnTo>
                  <a:pt x="115440" y="180594"/>
                </a:lnTo>
                <a:lnTo>
                  <a:pt x="123698" y="169545"/>
                </a:lnTo>
                <a:lnTo>
                  <a:pt x="129667" y="148336"/>
                </a:lnTo>
                <a:lnTo>
                  <a:pt x="132587" y="130175"/>
                </a:lnTo>
                <a:lnTo>
                  <a:pt x="135509" y="102743"/>
                </a:lnTo>
                <a:lnTo>
                  <a:pt x="132570" y="75184"/>
                </a:lnTo>
                <a:lnTo>
                  <a:pt x="129667" y="54102"/>
                </a:lnTo>
                <a:lnTo>
                  <a:pt x="123698" y="32893"/>
                </a:lnTo>
                <a:lnTo>
                  <a:pt x="120776" y="26924"/>
                </a:lnTo>
                <a:lnTo>
                  <a:pt x="118109" y="24257"/>
                </a:lnTo>
                <a:close/>
              </a:path>
              <a:path w="135509" h="202564">
                <a:moveTo>
                  <a:pt x="28194" y="102235"/>
                </a:moveTo>
                <a:lnTo>
                  <a:pt x="28067" y="102616"/>
                </a:lnTo>
                <a:lnTo>
                  <a:pt x="28194" y="102235"/>
                </a:lnTo>
                <a:close/>
              </a:path>
              <a:path w="135509" h="202564">
                <a:moveTo>
                  <a:pt x="81787" y="0"/>
                </a:moveTo>
                <a:lnTo>
                  <a:pt x="54356" y="0"/>
                </a:lnTo>
                <a:lnTo>
                  <a:pt x="48387" y="2921"/>
                </a:lnTo>
                <a:lnTo>
                  <a:pt x="87757" y="2921"/>
                </a:lnTo>
                <a:lnTo>
                  <a:pt x="81787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4" name="bk object 65"/>
          <p:cNvSpPr/>
          <p:nvPr/>
        </p:nvSpPr>
        <p:spPr>
          <a:xfrm>
            <a:off x="4740840" y="6460200"/>
            <a:ext cx="26640" cy="32760"/>
          </a:xfrm>
          <a:custGeom>
            <a:avLst/>
            <a:gdLst>
              <a:gd name="textAreaLeft" fmla="*/ 0 w 26640"/>
              <a:gd name="textAreaRight" fmla="*/ 27360 w 26640"/>
              <a:gd name="textAreaTop" fmla="*/ 0 h 32760"/>
              <a:gd name="textAreaBottom" fmla="*/ 33480 h 32760"/>
            </a:gdLst>
            <a:ahLst/>
            <a:cxnLst/>
            <a:rect l="textAreaLeft" t="textAreaTop" r="textAreaRight" b="textAreaBottom"/>
            <a:pathLst>
              <a:path w="27432" h="33401">
                <a:moveTo>
                  <a:pt x="0" y="16700"/>
                </a:moveTo>
                <a:lnTo>
                  <a:pt x="27432" y="16700"/>
                </a:lnTo>
              </a:path>
            </a:pathLst>
          </a:custGeom>
          <a:noFill/>
          <a:ln w="34671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5" name="bk object 66"/>
          <p:cNvSpPr/>
          <p:nvPr/>
        </p:nvSpPr>
        <p:spPr>
          <a:xfrm>
            <a:off x="4798800" y="6298560"/>
            <a:ext cx="111960" cy="194040"/>
          </a:xfrm>
          <a:custGeom>
            <a:avLst/>
            <a:gdLst>
              <a:gd name="textAreaLeft" fmla="*/ 0 w 111960"/>
              <a:gd name="textAreaRight" fmla="*/ 112680 w 111960"/>
              <a:gd name="textAreaTop" fmla="*/ 0 h 194040"/>
              <a:gd name="textAreaBottom" fmla="*/ 194760 h 194040"/>
            </a:gdLst>
            <a:ahLst/>
            <a:cxnLst/>
            <a:rect l="textAreaLeft" t="textAreaTop" r="textAreaRight" b="textAreaBottom"/>
            <a:pathLst>
              <a:path w="112649" h="194817">
                <a:moveTo>
                  <a:pt x="112649" y="143002"/>
                </a:moveTo>
                <a:lnTo>
                  <a:pt x="85217" y="143002"/>
                </a:lnTo>
                <a:lnTo>
                  <a:pt x="85217" y="194818"/>
                </a:lnTo>
                <a:lnTo>
                  <a:pt x="112649" y="194818"/>
                </a:lnTo>
                <a:lnTo>
                  <a:pt x="112649" y="143002"/>
                </a:lnTo>
                <a:close/>
              </a:path>
              <a:path w="112649" h="194817">
                <a:moveTo>
                  <a:pt x="112649" y="0"/>
                </a:moveTo>
                <a:lnTo>
                  <a:pt x="85217" y="0"/>
                </a:lnTo>
                <a:lnTo>
                  <a:pt x="0" y="118745"/>
                </a:lnTo>
                <a:lnTo>
                  <a:pt x="0" y="143002"/>
                </a:lnTo>
                <a:lnTo>
                  <a:pt x="140081" y="143002"/>
                </a:lnTo>
                <a:lnTo>
                  <a:pt x="140081" y="121793"/>
                </a:lnTo>
                <a:lnTo>
                  <a:pt x="112649" y="121793"/>
                </a:lnTo>
                <a:lnTo>
                  <a:pt x="24130" y="121666"/>
                </a:lnTo>
                <a:lnTo>
                  <a:pt x="84963" y="33401"/>
                </a:lnTo>
                <a:lnTo>
                  <a:pt x="112649" y="33401"/>
                </a:lnTo>
                <a:lnTo>
                  <a:pt x="112649" y="0"/>
                </a:lnTo>
                <a:close/>
              </a:path>
              <a:path w="112649" h="194817">
                <a:moveTo>
                  <a:pt x="112649" y="33401"/>
                </a:moveTo>
                <a:lnTo>
                  <a:pt x="84963" y="33401"/>
                </a:lnTo>
                <a:lnTo>
                  <a:pt x="84963" y="121666"/>
                </a:lnTo>
                <a:lnTo>
                  <a:pt x="112649" y="121666"/>
                </a:lnTo>
                <a:lnTo>
                  <a:pt x="112649" y="33401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6" name="bk object 67"/>
          <p:cNvSpPr/>
          <p:nvPr/>
        </p:nvSpPr>
        <p:spPr>
          <a:xfrm>
            <a:off x="5163480" y="6293520"/>
            <a:ext cx="135000" cy="201600"/>
          </a:xfrm>
          <a:custGeom>
            <a:avLst/>
            <a:gdLst>
              <a:gd name="textAreaLeft" fmla="*/ 0 w 135000"/>
              <a:gd name="textAreaRight" fmla="*/ 135720 w 135000"/>
              <a:gd name="textAreaTop" fmla="*/ 0 h 201600"/>
              <a:gd name="textAreaBottom" fmla="*/ 202320 h 201600"/>
            </a:gdLst>
            <a:ahLst/>
            <a:cxnLst/>
            <a:rect l="textAreaLeft" t="textAreaTop" r="textAreaRight" b="textAreaBottom"/>
            <a:pathLst>
              <a:path w="135636" h="202437">
                <a:moveTo>
                  <a:pt x="93852" y="2920"/>
                </a:moveTo>
                <a:lnTo>
                  <a:pt x="42545" y="2920"/>
                </a:lnTo>
                <a:lnTo>
                  <a:pt x="30479" y="11937"/>
                </a:lnTo>
                <a:lnTo>
                  <a:pt x="15494" y="26911"/>
                </a:lnTo>
                <a:lnTo>
                  <a:pt x="15367" y="29971"/>
                </a:lnTo>
                <a:lnTo>
                  <a:pt x="12573" y="32765"/>
                </a:lnTo>
                <a:lnTo>
                  <a:pt x="9651" y="41782"/>
                </a:lnTo>
                <a:lnTo>
                  <a:pt x="6730" y="53847"/>
                </a:lnTo>
                <a:lnTo>
                  <a:pt x="762" y="75056"/>
                </a:lnTo>
                <a:lnTo>
                  <a:pt x="762" y="102488"/>
                </a:lnTo>
                <a:lnTo>
                  <a:pt x="0" y="102615"/>
                </a:lnTo>
                <a:lnTo>
                  <a:pt x="0" y="130047"/>
                </a:lnTo>
                <a:lnTo>
                  <a:pt x="5969" y="148208"/>
                </a:lnTo>
                <a:lnTo>
                  <a:pt x="11937" y="169417"/>
                </a:lnTo>
                <a:lnTo>
                  <a:pt x="29972" y="193547"/>
                </a:lnTo>
                <a:lnTo>
                  <a:pt x="42037" y="199516"/>
                </a:lnTo>
                <a:lnTo>
                  <a:pt x="54101" y="202437"/>
                </a:lnTo>
                <a:lnTo>
                  <a:pt x="81534" y="202437"/>
                </a:lnTo>
                <a:lnTo>
                  <a:pt x="93599" y="199516"/>
                </a:lnTo>
                <a:lnTo>
                  <a:pt x="105663" y="193547"/>
                </a:lnTo>
                <a:lnTo>
                  <a:pt x="115250" y="180720"/>
                </a:lnTo>
                <a:lnTo>
                  <a:pt x="67183" y="180720"/>
                </a:lnTo>
                <a:lnTo>
                  <a:pt x="61213" y="177799"/>
                </a:lnTo>
                <a:lnTo>
                  <a:pt x="52197" y="177799"/>
                </a:lnTo>
                <a:lnTo>
                  <a:pt x="40259" y="165861"/>
                </a:lnTo>
                <a:lnTo>
                  <a:pt x="34289" y="153796"/>
                </a:lnTo>
                <a:lnTo>
                  <a:pt x="28472" y="123697"/>
                </a:lnTo>
                <a:lnTo>
                  <a:pt x="28448" y="102488"/>
                </a:lnTo>
                <a:lnTo>
                  <a:pt x="34162" y="48005"/>
                </a:lnTo>
                <a:lnTo>
                  <a:pt x="61087" y="24129"/>
                </a:lnTo>
                <a:lnTo>
                  <a:pt x="118109" y="24129"/>
                </a:lnTo>
                <a:lnTo>
                  <a:pt x="105917" y="11937"/>
                </a:lnTo>
                <a:lnTo>
                  <a:pt x="93852" y="2920"/>
                </a:lnTo>
                <a:close/>
              </a:path>
              <a:path w="135636" h="202437">
                <a:moveTo>
                  <a:pt x="118109" y="24129"/>
                </a:moveTo>
                <a:lnTo>
                  <a:pt x="76200" y="24129"/>
                </a:lnTo>
                <a:lnTo>
                  <a:pt x="85216" y="27050"/>
                </a:lnTo>
                <a:lnTo>
                  <a:pt x="91186" y="29971"/>
                </a:lnTo>
                <a:lnTo>
                  <a:pt x="103124" y="48005"/>
                </a:lnTo>
                <a:lnTo>
                  <a:pt x="106045" y="57022"/>
                </a:lnTo>
                <a:lnTo>
                  <a:pt x="106045" y="62991"/>
                </a:lnTo>
                <a:lnTo>
                  <a:pt x="108965" y="78104"/>
                </a:lnTo>
                <a:lnTo>
                  <a:pt x="108965" y="123697"/>
                </a:lnTo>
                <a:lnTo>
                  <a:pt x="106045" y="138810"/>
                </a:lnTo>
                <a:lnTo>
                  <a:pt x="106045" y="147827"/>
                </a:lnTo>
                <a:lnTo>
                  <a:pt x="103124" y="153796"/>
                </a:lnTo>
                <a:lnTo>
                  <a:pt x="97154" y="165861"/>
                </a:lnTo>
                <a:lnTo>
                  <a:pt x="85216" y="177799"/>
                </a:lnTo>
                <a:lnTo>
                  <a:pt x="76200" y="177799"/>
                </a:lnTo>
                <a:lnTo>
                  <a:pt x="67183" y="180720"/>
                </a:lnTo>
                <a:lnTo>
                  <a:pt x="115250" y="180720"/>
                </a:lnTo>
                <a:lnTo>
                  <a:pt x="123698" y="169417"/>
                </a:lnTo>
                <a:lnTo>
                  <a:pt x="129666" y="148208"/>
                </a:lnTo>
                <a:lnTo>
                  <a:pt x="135636" y="130047"/>
                </a:lnTo>
                <a:lnTo>
                  <a:pt x="135600" y="75056"/>
                </a:lnTo>
                <a:lnTo>
                  <a:pt x="123698" y="32765"/>
                </a:lnTo>
                <a:lnTo>
                  <a:pt x="120776" y="26796"/>
                </a:lnTo>
                <a:lnTo>
                  <a:pt x="118109" y="24129"/>
                </a:lnTo>
                <a:close/>
              </a:path>
              <a:path w="135636" h="202437">
                <a:moveTo>
                  <a:pt x="28448" y="102361"/>
                </a:moveTo>
              </a:path>
              <a:path w="135636" h="202437">
                <a:moveTo>
                  <a:pt x="81914" y="0"/>
                </a:moveTo>
                <a:lnTo>
                  <a:pt x="54483" y="0"/>
                </a:lnTo>
                <a:lnTo>
                  <a:pt x="48513" y="2920"/>
                </a:lnTo>
                <a:lnTo>
                  <a:pt x="87884" y="2920"/>
                </a:lnTo>
                <a:lnTo>
                  <a:pt x="81914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7" name="bk object 68"/>
          <p:cNvSpPr/>
          <p:nvPr/>
        </p:nvSpPr>
        <p:spPr>
          <a:xfrm>
            <a:off x="5331960" y="6460200"/>
            <a:ext cx="29520" cy="32760"/>
          </a:xfrm>
          <a:custGeom>
            <a:avLst/>
            <a:gdLst>
              <a:gd name="textAreaLeft" fmla="*/ 0 w 29520"/>
              <a:gd name="textAreaRight" fmla="*/ 30240 w 29520"/>
              <a:gd name="textAreaTop" fmla="*/ 0 h 32760"/>
              <a:gd name="textAreaBottom" fmla="*/ 33480 h 32760"/>
            </a:gdLst>
            <a:ahLst/>
            <a:cxnLst/>
            <a:rect l="textAreaLeft" t="textAreaTop" r="textAreaRight" b="textAreaBottom"/>
            <a:pathLst>
              <a:path w="30353" h="33401">
                <a:moveTo>
                  <a:pt x="0" y="16700"/>
                </a:moveTo>
                <a:lnTo>
                  <a:pt x="30353" y="16700"/>
                </a:lnTo>
              </a:path>
            </a:pathLst>
          </a:custGeom>
          <a:noFill/>
          <a:ln w="34671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8" name="bk object 69"/>
          <p:cNvSpPr/>
          <p:nvPr/>
        </p:nvSpPr>
        <p:spPr>
          <a:xfrm>
            <a:off x="5389920" y="6298560"/>
            <a:ext cx="138240" cy="195480"/>
          </a:xfrm>
          <a:custGeom>
            <a:avLst/>
            <a:gdLst>
              <a:gd name="textAreaLeft" fmla="*/ 0 w 138240"/>
              <a:gd name="textAreaRight" fmla="*/ 138960 w 138240"/>
              <a:gd name="textAreaTop" fmla="*/ 0 h 195480"/>
              <a:gd name="textAreaBottom" fmla="*/ 196200 h 195480"/>
            </a:gdLst>
            <a:ahLst/>
            <a:cxnLst/>
            <a:rect l="textAreaLeft" t="textAreaTop" r="textAreaRight" b="textAreaBottom"/>
            <a:pathLst>
              <a:path w="139064" h="196341">
                <a:moveTo>
                  <a:pt x="27432" y="142875"/>
                </a:moveTo>
                <a:lnTo>
                  <a:pt x="1270" y="142875"/>
                </a:lnTo>
                <a:lnTo>
                  <a:pt x="1311" y="148844"/>
                </a:lnTo>
                <a:lnTo>
                  <a:pt x="21971" y="181610"/>
                </a:lnTo>
                <a:lnTo>
                  <a:pt x="51955" y="196342"/>
                </a:lnTo>
                <a:lnTo>
                  <a:pt x="82296" y="196342"/>
                </a:lnTo>
                <a:lnTo>
                  <a:pt x="121412" y="175514"/>
                </a:lnTo>
                <a:lnTo>
                  <a:pt x="122903" y="172466"/>
                </a:lnTo>
                <a:lnTo>
                  <a:pt x="57023" y="172466"/>
                </a:lnTo>
                <a:lnTo>
                  <a:pt x="48006" y="169545"/>
                </a:lnTo>
                <a:lnTo>
                  <a:pt x="45085" y="169545"/>
                </a:lnTo>
                <a:lnTo>
                  <a:pt x="33274" y="157734"/>
                </a:lnTo>
                <a:lnTo>
                  <a:pt x="30352" y="151752"/>
                </a:lnTo>
                <a:lnTo>
                  <a:pt x="27432" y="148844"/>
                </a:lnTo>
                <a:lnTo>
                  <a:pt x="27432" y="142875"/>
                </a:lnTo>
                <a:close/>
              </a:path>
              <a:path w="139064" h="196341">
                <a:moveTo>
                  <a:pt x="123638" y="85852"/>
                </a:moveTo>
                <a:lnTo>
                  <a:pt x="75311" y="85852"/>
                </a:lnTo>
                <a:lnTo>
                  <a:pt x="78232" y="88773"/>
                </a:lnTo>
                <a:lnTo>
                  <a:pt x="84200" y="88773"/>
                </a:lnTo>
                <a:lnTo>
                  <a:pt x="90170" y="91694"/>
                </a:lnTo>
                <a:lnTo>
                  <a:pt x="102108" y="103632"/>
                </a:lnTo>
                <a:lnTo>
                  <a:pt x="108076" y="112649"/>
                </a:lnTo>
                <a:lnTo>
                  <a:pt x="108076" y="124714"/>
                </a:lnTo>
                <a:lnTo>
                  <a:pt x="110998" y="130683"/>
                </a:lnTo>
                <a:lnTo>
                  <a:pt x="108076" y="133604"/>
                </a:lnTo>
                <a:lnTo>
                  <a:pt x="107950" y="148844"/>
                </a:lnTo>
                <a:lnTo>
                  <a:pt x="90170" y="166624"/>
                </a:lnTo>
                <a:lnTo>
                  <a:pt x="84200" y="169545"/>
                </a:lnTo>
                <a:lnTo>
                  <a:pt x="75184" y="172466"/>
                </a:lnTo>
                <a:lnTo>
                  <a:pt x="122903" y="172466"/>
                </a:lnTo>
                <a:lnTo>
                  <a:pt x="124333" y="169545"/>
                </a:lnTo>
                <a:lnTo>
                  <a:pt x="133223" y="160655"/>
                </a:lnTo>
                <a:lnTo>
                  <a:pt x="133223" y="151638"/>
                </a:lnTo>
                <a:lnTo>
                  <a:pt x="136144" y="145669"/>
                </a:lnTo>
                <a:lnTo>
                  <a:pt x="139064" y="130556"/>
                </a:lnTo>
                <a:lnTo>
                  <a:pt x="136144" y="115443"/>
                </a:lnTo>
                <a:lnTo>
                  <a:pt x="133223" y="103378"/>
                </a:lnTo>
                <a:lnTo>
                  <a:pt x="127253" y="91313"/>
                </a:lnTo>
                <a:lnTo>
                  <a:pt x="123638" y="85852"/>
                </a:lnTo>
                <a:close/>
              </a:path>
              <a:path w="139064" h="196341">
                <a:moveTo>
                  <a:pt x="1270" y="142748"/>
                </a:moveTo>
                <a:lnTo>
                  <a:pt x="0" y="142875"/>
                </a:lnTo>
                <a:lnTo>
                  <a:pt x="1270" y="142875"/>
                </a:lnTo>
                <a:lnTo>
                  <a:pt x="1270" y="142748"/>
                </a:lnTo>
                <a:close/>
              </a:path>
              <a:path w="139064" h="196341">
                <a:moveTo>
                  <a:pt x="128155" y="0"/>
                </a:moveTo>
                <a:lnTo>
                  <a:pt x="21462" y="0"/>
                </a:lnTo>
                <a:lnTo>
                  <a:pt x="6350" y="103632"/>
                </a:lnTo>
                <a:lnTo>
                  <a:pt x="30607" y="103632"/>
                </a:lnTo>
                <a:lnTo>
                  <a:pt x="33527" y="97663"/>
                </a:lnTo>
                <a:lnTo>
                  <a:pt x="36449" y="97663"/>
                </a:lnTo>
                <a:lnTo>
                  <a:pt x="42430" y="91694"/>
                </a:lnTo>
                <a:lnTo>
                  <a:pt x="45338" y="91694"/>
                </a:lnTo>
                <a:lnTo>
                  <a:pt x="51308" y="88773"/>
                </a:lnTo>
                <a:lnTo>
                  <a:pt x="57276" y="88773"/>
                </a:lnTo>
                <a:lnTo>
                  <a:pt x="66294" y="85852"/>
                </a:lnTo>
                <a:lnTo>
                  <a:pt x="123638" y="85852"/>
                </a:lnTo>
                <a:lnTo>
                  <a:pt x="121285" y="82296"/>
                </a:lnTo>
                <a:lnTo>
                  <a:pt x="112958" y="76073"/>
                </a:lnTo>
                <a:lnTo>
                  <a:pt x="33909" y="76073"/>
                </a:lnTo>
                <a:lnTo>
                  <a:pt x="39877" y="21209"/>
                </a:lnTo>
                <a:lnTo>
                  <a:pt x="128155" y="21209"/>
                </a:lnTo>
                <a:lnTo>
                  <a:pt x="128155" y="0"/>
                </a:lnTo>
                <a:close/>
              </a:path>
              <a:path w="139064" h="196341">
                <a:moveTo>
                  <a:pt x="85089" y="64389"/>
                </a:moveTo>
                <a:lnTo>
                  <a:pt x="60833" y="64389"/>
                </a:lnTo>
                <a:lnTo>
                  <a:pt x="42799" y="70231"/>
                </a:lnTo>
                <a:lnTo>
                  <a:pt x="36830" y="73152"/>
                </a:lnTo>
                <a:lnTo>
                  <a:pt x="33909" y="76073"/>
                </a:lnTo>
                <a:lnTo>
                  <a:pt x="112958" y="76073"/>
                </a:lnTo>
                <a:lnTo>
                  <a:pt x="109220" y="73279"/>
                </a:lnTo>
                <a:lnTo>
                  <a:pt x="97155" y="67310"/>
                </a:lnTo>
                <a:lnTo>
                  <a:pt x="85089" y="64389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9" name="bk object 70"/>
          <p:cNvSpPr/>
          <p:nvPr/>
        </p:nvSpPr>
        <p:spPr>
          <a:xfrm>
            <a:off x="5758200" y="6293160"/>
            <a:ext cx="134640" cy="201960"/>
          </a:xfrm>
          <a:custGeom>
            <a:avLst/>
            <a:gdLst>
              <a:gd name="textAreaLeft" fmla="*/ 0 w 134640"/>
              <a:gd name="textAreaRight" fmla="*/ 135360 w 134640"/>
              <a:gd name="textAreaTop" fmla="*/ 0 h 201960"/>
              <a:gd name="textAreaBottom" fmla="*/ 202680 h 201960"/>
            </a:gdLst>
            <a:ahLst/>
            <a:cxnLst/>
            <a:rect l="textAreaLeft" t="textAreaTop" r="textAreaRight" b="textAreaBottom"/>
            <a:pathLst>
              <a:path w="135473" h="202564">
                <a:moveTo>
                  <a:pt x="93599" y="2921"/>
                </a:moveTo>
                <a:lnTo>
                  <a:pt x="42290" y="2921"/>
                </a:lnTo>
                <a:lnTo>
                  <a:pt x="30225" y="11938"/>
                </a:lnTo>
                <a:lnTo>
                  <a:pt x="15239" y="26924"/>
                </a:lnTo>
                <a:lnTo>
                  <a:pt x="12319" y="32893"/>
                </a:lnTo>
                <a:lnTo>
                  <a:pt x="9398" y="41910"/>
                </a:lnTo>
                <a:lnTo>
                  <a:pt x="6476" y="53975"/>
                </a:lnTo>
                <a:lnTo>
                  <a:pt x="508" y="75184"/>
                </a:lnTo>
                <a:lnTo>
                  <a:pt x="508" y="102616"/>
                </a:lnTo>
                <a:lnTo>
                  <a:pt x="0" y="102870"/>
                </a:lnTo>
                <a:lnTo>
                  <a:pt x="0" y="130302"/>
                </a:lnTo>
                <a:lnTo>
                  <a:pt x="5969" y="148463"/>
                </a:lnTo>
                <a:lnTo>
                  <a:pt x="8889" y="160528"/>
                </a:lnTo>
                <a:lnTo>
                  <a:pt x="11811" y="169545"/>
                </a:lnTo>
                <a:lnTo>
                  <a:pt x="29845" y="193675"/>
                </a:lnTo>
                <a:lnTo>
                  <a:pt x="41910" y="199644"/>
                </a:lnTo>
                <a:lnTo>
                  <a:pt x="53975" y="202565"/>
                </a:lnTo>
                <a:lnTo>
                  <a:pt x="81407" y="202565"/>
                </a:lnTo>
                <a:lnTo>
                  <a:pt x="93472" y="199644"/>
                </a:lnTo>
                <a:lnTo>
                  <a:pt x="105537" y="193675"/>
                </a:lnTo>
                <a:lnTo>
                  <a:pt x="115123" y="180848"/>
                </a:lnTo>
                <a:lnTo>
                  <a:pt x="66675" y="180848"/>
                </a:lnTo>
                <a:lnTo>
                  <a:pt x="60706" y="177927"/>
                </a:lnTo>
                <a:lnTo>
                  <a:pt x="51688" y="177927"/>
                </a:lnTo>
                <a:lnTo>
                  <a:pt x="39877" y="166116"/>
                </a:lnTo>
                <a:lnTo>
                  <a:pt x="33909" y="154038"/>
                </a:lnTo>
                <a:lnTo>
                  <a:pt x="28066" y="123825"/>
                </a:lnTo>
                <a:lnTo>
                  <a:pt x="27939" y="102616"/>
                </a:lnTo>
                <a:lnTo>
                  <a:pt x="27964" y="78232"/>
                </a:lnTo>
                <a:lnTo>
                  <a:pt x="33782" y="48133"/>
                </a:lnTo>
                <a:lnTo>
                  <a:pt x="45720" y="30099"/>
                </a:lnTo>
                <a:lnTo>
                  <a:pt x="48640" y="27178"/>
                </a:lnTo>
                <a:lnTo>
                  <a:pt x="51562" y="27178"/>
                </a:lnTo>
                <a:lnTo>
                  <a:pt x="60578" y="24257"/>
                </a:lnTo>
                <a:lnTo>
                  <a:pt x="117982" y="24257"/>
                </a:lnTo>
                <a:lnTo>
                  <a:pt x="105663" y="11938"/>
                </a:lnTo>
                <a:lnTo>
                  <a:pt x="93599" y="2921"/>
                </a:lnTo>
                <a:close/>
              </a:path>
              <a:path w="135473" h="202564">
                <a:moveTo>
                  <a:pt x="117982" y="24257"/>
                </a:moveTo>
                <a:lnTo>
                  <a:pt x="75691" y="24257"/>
                </a:lnTo>
                <a:lnTo>
                  <a:pt x="84709" y="27178"/>
                </a:lnTo>
                <a:lnTo>
                  <a:pt x="90677" y="30099"/>
                </a:lnTo>
                <a:lnTo>
                  <a:pt x="102615" y="48133"/>
                </a:lnTo>
                <a:lnTo>
                  <a:pt x="105537" y="57150"/>
                </a:lnTo>
                <a:lnTo>
                  <a:pt x="105537" y="63119"/>
                </a:lnTo>
                <a:lnTo>
                  <a:pt x="108458" y="78232"/>
                </a:lnTo>
                <a:lnTo>
                  <a:pt x="108458" y="123825"/>
                </a:lnTo>
                <a:lnTo>
                  <a:pt x="105537" y="138938"/>
                </a:lnTo>
                <a:lnTo>
                  <a:pt x="105537" y="147955"/>
                </a:lnTo>
                <a:lnTo>
                  <a:pt x="102559" y="154038"/>
                </a:lnTo>
                <a:lnTo>
                  <a:pt x="96647" y="165989"/>
                </a:lnTo>
                <a:lnTo>
                  <a:pt x="84709" y="177927"/>
                </a:lnTo>
                <a:lnTo>
                  <a:pt x="75691" y="177927"/>
                </a:lnTo>
                <a:lnTo>
                  <a:pt x="66675" y="180848"/>
                </a:lnTo>
                <a:lnTo>
                  <a:pt x="115123" y="180848"/>
                </a:lnTo>
                <a:lnTo>
                  <a:pt x="123571" y="169545"/>
                </a:lnTo>
                <a:lnTo>
                  <a:pt x="129539" y="148336"/>
                </a:lnTo>
                <a:lnTo>
                  <a:pt x="135467" y="130302"/>
                </a:lnTo>
                <a:lnTo>
                  <a:pt x="135473" y="75184"/>
                </a:lnTo>
                <a:lnTo>
                  <a:pt x="123571" y="32893"/>
                </a:lnTo>
                <a:lnTo>
                  <a:pt x="120650" y="26924"/>
                </a:lnTo>
                <a:lnTo>
                  <a:pt x="117982" y="24257"/>
                </a:lnTo>
                <a:close/>
              </a:path>
              <a:path w="135473" h="202564">
                <a:moveTo>
                  <a:pt x="81661" y="0"/>
                </a:moveTo>
                <a:lnTo>
                  <a:pt x="54228" y="0"/>
                </a:lnTo>
                <a:lnTo>
                  <a:pt x="48260" y="2921"/>
                </a:lnTo>
                <a:lnTo>
                  <a:pt x="87630" y="2921"/>
                </a:lnTo>
                <a:lnTo>
                  <a:pt x="81661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0" name="bk object 71"/>
          <p:cNvSpPr/>
          <p:nvPr/>
        </p:nvSpPr>
        <p:spPr>
          <a:xfrm>
            <a:off x="5926320" y="6460200"/>
            <a:ext cx="29520" cy="32760"/>
          </a:xfrm>
          <a:custGeom>
            <a:avLst/>
            <a:gdLst>
              <a:gd name="textAreaLeft" fmla="*/ 0 w 29520"/>
              <a:gd name="textAreaRight" fmla="*/ 30240 w 29520"/>
              <a:gd name="textAreaTop" fmla="*/ 0 h 32760"/>
              <a:gd name="textAreaBottom" fmla="*/ 33480 h 32760"/>
            </a:gdLst>
            <a:ahLst/>
            <a:cxnLst/>
            <a:rect l="textAreaLeft" t="textAreaTop" r="textAreaRight" b="textAreaBottom"/>
            <a:pathLst>
              <a:path w="30353" h="33401">
                <a:moveTo>
                  <a:pt x="0" y="16700"/>
                </a:moveTo>
                <a:lnTo>
                  <a:pt x="30353" y="16700"/>
                </a:lnTo>
              </a:path>
            </a:pathLst>
          </a:custGeom>
          <a:noFill/>
          <a:ln w="34671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1" name="bk object 72"/>
          <p:cNvSpPr/>
          <p:nvPr/>
        </p:nvSpPr>
        <p:spPr>
          <a:xfrm>
            <a:off x="5986800" y="6292440"/>
            <a:ext cx="137520" cy="201600"/>
          </a:xfrm>
          <a:custGeom>
            <a:avLst/>
            <a:gdLst>
              <a:gd name="textAreaLeft" fmla="*/ 0 w 137520"/>
              <a:gd name="textAreaRight" fmla="*/ 138240 w 137520"/>
              <a:gd name="textAreaTop" fmla="*/ 0 h 201600"/>
              <a:gd name="textAreaBottom" fmla="*/ 202320 h 201600"/>
            </a:gdLst>
            <a:ahLst/>
            <a:cxnLst/>
            <a:rect l="textAreaLeft" t="textAreaTop" r="textAreaRight" b="textAreaBottom"/>
            <a:pathLst>
              <a:path w="138303" h="202311">
                <a:moveTo>
                  <a:pt x="90424" y="0"/>
                </a:moveTo>
                <a:lnTo>
                  <a:pt x="60071" y="0"/>
                </a:lnTo>
                <a:lnTo>
                  <a:pt x="48006" y="5969"/>
                </a:lnTo>
                <a:lnTo>
                  <a:pt x="32893" y="11925"/>
                </a:lnTo>
                <a:lnTo>
                  <a:pt x="14859" y="36068"/>
                </a:lnTo>
                <a:lnTo>
                  <a:pt x="5842" y="57277"/>
                </a:lnTo>
                <a:lnTo>
                  <a:pt x="2921" y="78486"/>
                </a:lnTo>
                <a:lnTo>
                  <a:pt x="0" y="90551"/>
                </a:lnTo>
                <a:lnTo>
                  <a:pt x="87" y="130810"/>
                </a:lnTo>
                <a:lnTo>
                  <a:pt x="2921" y="151384"/>
                </a:lnTo>
                <a:lnTo>
                  <a:pt x="11937" y="169545"/>
                </a:lnTo>
                <a:lnTo>
                  <a:pt x="14859" y="178562"/>
                </a:lnTo>
                <a:lnTo>
                  <a:pt x="20700" y="184404"/>
                </a:lnTo>
                <a:lnTo>
                  <a:pt x="32766" y="193421"/>
                </a:lnTo>
                <a:lnTo>
                  <a:pt x="44831" y="199390"/>
                </a:lnTo>
                <a:lnTo>
                  <a:pt x="56896" y="202311"/>
                </a:lnTo>
                <a:lnTo>
                  <a:pt x="84328" y="202311"/>
                </a:lnTo>
                <a:lnTo>
                  <a:pt x="96393" y="199390"/>
                </a:lnTo>
                <a:lnTo>
                  <a:pt x="108458" y="193421"/>
                </a:lnTo>
                <a:lnTo>
                  <a:pt x="120142" y="181737"/>
                </a:lnTo>
                <a:lnTo>
                  <a:pt x="59182" y="181737"/>
                </a:lnTo>
                <a:lnTo>
                  <a:pt x="50164" y="178816"/>
                </a:lnTo>
                <a:lnTo>
                  <a:pt x="44196" y="172847"/>
                </a:lnTo>
                <a:lnTo>
                  <a:pt x="38226" y="169926"/>
                </a:lnTo>
                <a:lnTo>
                  <a:pt x="38226" y="167005"/>
                </a:lnTo>
                <a:lnTo>
                  <a:pt x="32385" y="155067"/>
                </a:lnTo>
                <a:lnTo>
                  <a:pt x="29463" y="146050"/>
                </a:lnTo>
                <a:lnTo>
                  <a:pt x="29463" y="127889"/>
                </a:lnTo>
                <a:lnTo>
                  <a:pt x="32385" y="121920"/>
                </a:lnTo>
                <a:lnTo>
                  <a:pt x="35306" y="112903"/>
                </a:lnTo>
                <a:lnTo>
                  <a:pt x="41275" y="106934"/>
                </a:lnTo>
                <a:lnTo>
                  <a:pt x="47244" y="104000"/>
                </a:lnTo>
                <a:lnTo>
                  <a:pt x="53212" y="98044"/>
                </a:lnTo>
                <a:lnTo>
                  <a:pt x="127508" y="98044"/>
                </a:lnTo>
                <a:lnTo>
                  <a:pt x="123444" y="93980"/>
                </a:lnTo>
                <a:lnTo>
                  <a:pt x="27050" y="93980"/>
                </a:lnTo>
                <a:lnTo>
                  <a:pt x="29972" y="81915"/>
                </a:lnTo>
                <a:lnTo>
                  <a:pt x="29972" y="66802"/>
                </a:lnTo>
                <a:lnTo>
                  <a:pt x="32893" y="54737"/>
                </a:lnTo>
                <a:lnTo>
                  <a:pt x="38862" y="42672"/>
                </a:lnTo>
                <a:lnTo>
                  <a:pt x="53721" y="27800"/>
                </a:lnTo>
                <a:lnTo>
                  <a:pt x="59689" y="24892"/>
                </a:lnTo>
                <a:lnTo>
                  <a:pt x="65659" y="24892"/>
                </a:lnTo>
                <a:lnTo>
                  <a:pt x="74675" y="21971"/>
                </a:lnTo>
                <a:lnTo>
                  <a:pt x="125432" y="21971"/>
                </a:lnTo>
                <a:lnTo>
                  <a:pt x="123444" y="17907"/>
                </a:lnTo>
                <a:lnTo>
                  <a:pt x="114426" y="8890"/>
                </a:lnTo>
                <a:lnTo>
                  <a:pt x="102362" y="2921"/>
                </a:lnTo>
                <a:lnTo>
                  <a:pt x="96393" y="2921"/>
                </a:lnTo>
                <a:lnTo>
                  <a:pt x="90424" y="0"/>
                </a:lnTo>
                <a:close/>
              </a:path>
              <a:path w="138303" h="202311">
                <a:moveTo>
                  <a:pt x="127508" y="98044"/>
                </a:moveTo>
                <a:lnTo>
                  <a:pt x="80645" y="98044"/>
                </a:lnTo>
                <a:lnTo>
                  <a:pt x="92583" y="103886"/>
                </a:lnTo>
                <a:lnTo>
                  <a:pt x="104521" y="115824"/>
                </a:lnTo>
                <a:lnTo>
                  <a:pt x="107442" y="121793"/>
                </a:lnTo>
                <a:lnTo>
                  <a:pt x="107442" y="130810"/>
                </a:lnTo>
                <a:lnTo>
                  <a:pt x="110362" y="139827"/>
                </a:lnTo>
                <a:lnTo>
                  <a:pt x="110109" y="139954"/>
                </a:lnTo>
                <a:lnTo>
                  <a:pt x="107187" y="145923"/>
                </a:lnTo>
                <a:lnTo>
                  <a:pt x="107146" y="155067"/>
                </a:lnTo>
                <a:lnTo>
                  <a:pt x="104267" y="163957"/>
                </a:lnTo>
                <a:lnTo>
                  <a:pt x="98298" y="169926"/>
                </a:lnTo>
                <a:lnTo>
                  <a:pt x="92329" y="172847"/>
                </a:lnTo>
                <a:lnTo>
                  <a:pt x="86360" y="178816"/>
                </a:lnTo>
                <a:lnTo>
                  <a:pt x="80391" y="181737"/>
                </a:lnTo>
                <a:lnTo>
                  <a:pt x="120142" y="181737"/>
                </a:lnTo>
                <a:lnTo>
                  <a:pt x="126492" y="175387"/>
                </a:lnTo>
                <a:lnTo>
                  <a:pt x="132461" y="163322"/>
                </a:lnTo>
                <a:lnTo>
                  <a:pt x="138303" y="139192"/>
                </a:lnTo>
                <a:lnTo>
                  <a:pt x="135382" y="124079"/>
                </a:lnTo>
                <a:lnTo>
                  <a:pt x="135382" y="115062"/>
                </a:lnTo>
                <a:lnTo>
                  <a:pt x="129412" y="99949"/>
                </a:lnTo>
                <a:lnTo>
                  <a:pt x="127508" y="98044"/>
                </a:lnTo>
                <a:close/>
              </a:path>
              <a:path w="138303" h="202311">
                <a:moveTo>
                  <a:pt x="84328" y="73152"/>
                </a:moveTo>
                <a:lnTo>
                  <a:pt x="60071" y="73152"/>
                </a:lnTo>
                <a:lnTo>
                  <a:pt x="51054" y="76073"/>
                </a:lnTo>
                <a:lnTo>
                  <a:pt x="33020" y="88011"/>
                </a:lnTo>
                <a:lnTo>
                  <a:pt x="27050" y="93980"/>
                </a:lnTo>
                <a:lnTo>
                  <a:pt x="123444" y="93980"/>
                </a:lnTo>
                <a:lnTo>
                  <a:pt x="111379" y="81915"/>
                </a:lnTo>
                <a:lnTo>
                  <a:pt x="99441" y="76073"/>
                </a:lnTo>
                <a:lnTo>
                  <a:pt x="84328" y="73152"/>
                </a:lnTo>
                <a:close/>
              </a:path>
              <a:path w="138303" h="202311">
                <a:moveTo>
                  <a:pt x="125432" y="21971"/>
                </a:moveTo>
                <a:lnTo>
                  <a:pt x="74675" y="21971"/>
                </a:lnTo>
                <a:lnTo>
                  <a:pt x="83693" y="24892"/>
                </a:lnTo>
                <a:lnTo>
                  <a:pt x="89662" y="24892"/>
                </a:lnTo>
                <a:lnTo>
                  <a:pt x="95631" y="27800"/>
                </a:lnTo>
                <a:lnTo>
                  <a:pt x="101600" y="33782"/>
                </a:lnTo>
                <a:lnTo>
                  <a:pt x="107442" y="45720"/>
                </a:lnTo>
                <a:lnTo>
                  <a:pt x="107442" y="51689"/>
                </a:lnTo>
                <a:lnTo>
                  <a:pt x="110362" y="54610"/>
                </a:lnTo>
                <a:lnTo>
                  <a:pt x="134620" y="54610"/>
                </a:lnTo>
                <a:lnTo>
                  <a:pt x="135255" y="53848"/>
                </a:lnTo>
                <a:lnTo>
                  <a:pt x="135255" y="44831"/>
                </a:lnTo>
                <a:lnTo>
                  <a:pt x="132334" y="38862"/>
                </a:lnTo>
                <a:lnTo>
                  <a:pt x="132334" y="32893"/>
                </a:lnTo>
                <a:lnTo>
                  <a:pt x="126364" y="23876"/>
                </a:lnTo>
                <a:lnTo>
                  <a:pt x="125432" y="21971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2" name="bk object 73"/>
          <p:cNvSpPr/>
          <p:nvPr/>
        </p:nvSpPr>
        <p:spPr>
          <a:xfrm>
            <a:off x="6350040" y="6293520"/>
            <a:ext cx="134280" cy="201600"/>
          </a:xfrm>
          <a:custGeom>
            <a:avLst/>
            <a:gdLst>
              <a:gd name="textAreaLeft" fmla="*/ 0 w 134280"/>
              <a:gd name="textAreaRight" fmla="*/ 135000 w 134280"/>
              <a:gd name="textAreaTop" fmla="*/ 0 h 201600"/>
              <a:gd name="textAreaBottom" fmla="*/ 202320 h 201600"/>
            </a:gdLst>
            <a:ahLst/>
            <a:cxnLst/>
            <a:rect l="textAreaLeft" t="textAreaTop" r="textAreaRight" b="textAreaBottom"/>
            <a:pathLst>
              <a:path w="134929" h="202437">
                <a:moveTo>
                  <a:pt x="93090" y="2920"/>
                </a:moveTo>
                <a:lnTo>
                  <a:pt x="41782" y="2920"/>
                </a:lnTo>
                <a:lnTo>
                  <a:pt x="29717" y="11937"/>
                </a:lnTo>
                <a:lnTo>
                  <a:pt x="14731" y="26911"/>
                </a:lnTo>
                <a:lnTo>
                  <a:pt x="11811" y="32892"/>
                </a:lnTo>
                <a:lnTo>
                  <a:pt x="8889" y="41909"/>
                </a:lnTo>
                <a:lnTo>
                  <a:pt x="5968" y="53974"/>
                </a:lnTo>
                <a:lnTo>
                  <a:pt x="3048" y="62991"/>
                </a:lnTo>
                <a:lnTo>
                  <a:pt x="126" y="75056"/>
                </a:lnTo>
                <a:lnTo>
                  <a:pt x="0" y="130428"/>
                </a:lnTo>
                <a:lnTo>
                  <a:pt x="5841" y="148462"/>
                </a:lnTo>
                <a:lnTo>
                  <a:pt x="8762" y="160527"/>
                </a:lnTo>
                <a:lnTo>
                  <a:pt x="11683" y="169544"/>
                </a:lnTo>
                <a:lnTo>
                  <a:pt x="14604" y="175513"/>
                </a:lnTo>
                <a:lnTo>
                  <a:pt x="20574" y="181482"/>
                </a:lnTo>
                <a:lnTo>
                  <a:pt x="29590" y="193547"/>
                </a:lnTo>
                <a:lnTo>
                  <a:pt x="47625" y="202437"/>
                </a:lnTo>
                <a:lnTo>
                  <a:pt x="81025" y="202437"/>
                </a:lnTo>
                <a:lnTo>
                  <a:pt x="93090" y="199516"/>
                </a:lnTo>
                <a:lnTo>
                  <a:pt x="105155" y="193547"/>
                </a:lnTo>
                <a:lnTo>
                  <a:pt x="114185" y="181482"/>
                </a:lnTo>
                <a:lnTo>
                  <a:pt x="114692" y="180974"/>
                </a:lnTo>
                <a:lnTo>
                  <a:pt x="69341" y="180974"/>
                </a:lnTo>
                <a:lnTo>
                  <a:pt x="60325" y="178053"/>
                </a:lnTo>
                <a:lnTo>
                  <a:pt x="51307" y="178053"/>
                </a:lnTo>
                <a:lnTo>
                  <a:pt x="39369" y="166115"/>
                </a:lnTo>
                <a:lnTo>
                  <a:pt x="33400" y="154050"/>
                </a:lnTo>
                <a:lnTo>
                  <a:pt x="27558" y="123824"/>
                </a:lnTo>
                <a:lnTo>
                  <a:pt x="27431" y="78231"/>
                </a:lnTo>
                <a:lnTo>
                  <a:pt x="33274" y="48005"/>
                </a:lnTo>
                <a:lnTo>
                  <a:pt x="45212" y="29971"/>
                </a:lnTo>
                <a:lnTo>
                  <a:pt x="51180" y="27050"/>
                </a:lnTo>
                <a:lnTo>
                  <a:pt x="60198" y="24129"/>
                </a:lnTo>
                <a:lnTo>
                  <a:pt x="117358" y="24129"/>
                </a:lnTo>
                <a:lnTo>
                  <a:pt x="105155" y="11937"/>
                </a:lnTo>
                <a:lnTo>
                  <a:pt x="93090" y="2920"/>
                </a:lnTo>
                <a:close/>
              </a:path>
              <a:path w="134929" h="202437">
                <a:moveTo>
                  <a:pt x="117358" y="24129"/>
                </a:moveTo>
                <a:lnTo>
                  <a:pt x="75311" y="24129"/>
                </a:lnTo>
                <a:lnTo>
                  <a:pt x="84327" y="27050"/>
                </a:lnTo>
                <a:lnTo>
                  <a:pt x="90296" y="29971"/>
                </a:lnTo>
                <a:lnTo>
                  <a:pt x="102235" y="48005"/>
                </a:lnTo>
                <a:lnTo>
                  <a:pt x="108076" y="78231"/>
                </a:lnTo>
                <a:lnTo>
                  <a:pt x="108076" y="123824"/>
                </a:lnTo>
                <a:lnTo>
                  <a:pt x="102235" y="154050"/>
                </a:lnTo>
                <a:lnTo>
                  <a:pt x="96265" y="166115"/>
                </a:lnTo>
                <a:lnTo>
                  <a:pt x="84327" y="178053"/>
                </a:lnTo>
                <a:lnTo>
                  <a:pt x="75311" y="178053"/>
                </a:lnTo>
                <a:lnTo>
                  <a:pt x="69341" y="180974"/>
                </a:lnTo>
                <a:lnTo>
                  <a:pt x="114692" y="180974"/>
                </a:lnTo>
                <a:lnTo>
                  <a:pt x="120141" y="175513"/>
                </a:lnTo>
                <a:lnTo>
                  <a:pt x="123062" y="169544"/>
                </a:lnTo>
                <a:lnTo>
                  <a:pt x="129031" y="148335"/>
                </a:lnTo>
                <a:lnTo>
                  <a:pt x="134917" y="130428"/>
                </a:lnTo>
                <a:lnTo>
                  <a:pt x="134929" y="75056"/>
                </a:lnTo>
                <a:lnTo>
                  <a:pt x="123062" y="32892"/>
                </a:lnTo>
                <a:lnTo>
                  <a:pt x="120141" y="26911"/>
                </a:lnTo>
                <a:lnTo>
                  <a:pt x="117358" y="24129"/>
                </a:lnTo>
                <a:close/>
              </a:path>
              <a:path w="134929" h="202437">
                <a:moveTo>
                  <a:pt x="81152" y="0"/>
                </a:moveTo>
                <a:lnTo>
                  <a:pt x="53720" y="0"/>
                </a:lnTo>
                <a:lnTo>
                  <a:pt x="47751" y="2920"/>
                </a:lnTo>
                <a:lnTo>
                  <a:pt x="87121" y="2920"/>
                </a:lnTo>
                <a:lnTo>
                  <a:pt x="81152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3" name="bk object 74"/>
          <p:cNvSpPr/>
          <p:nvPr/>
        </p:nvSpPr>
        <p:spPr>
          <a:xfrm>
            <a:off x="6517440" y="6460200"/>
            <a:ext cx="29520" cy="32760"/>
          </a:xfrm>
          <a:custGeom>
            <a:avLst/>
            <a:gdLst>
              <a:gd name="textAreaLeft" fmla="*/ 0 w 29520"/>
              <a:gd name="textAreaRight" fmla="*/ 30240 w 29520"/>
              <a:gd name="textAreaTop" fmla="*/ 0 h 32760"/>
              <a:gd name="textAreaBottom" fmla="*/ 33480 h 32760"/>
            </a:gdLst>
            <a:ahLst/>
            <a:cxnLst/>
            <a:rect l="textAreaLeft" t="textAreaTop" r="textAreaRight" b="textAreaBottom"/>
            <a:pathLst>
              <a:path w="30353" h="33401">
                <a:moveTo>
                  <a:pt x="0" y="16700"/>
                </a:moveTo>
                <a:lnTo>
                  <a:pt x="30353" y="16700"/>
                </a:lnTo>
              </a:path>
            </a:pathLst>
          </a:custGeom>
          <a:noFill/>
          <a:ln w="34671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4" name="bk object 75"/>
          <p:cNvSpPr/>
          <p:nvPr/>
        </p:nvSpPr>
        <p:spPr>
          <a:xfrm>
            <a:off x="6577200" y="6300000"/>
            <a:ext cx="133200" cy="192960"/>
          </a:xfrm>
          <a:custGeom>
            <a:avLst/>
            <a:gdLst>
              <a:gd name="textAreaLeft" fmla="*/ 0 w 133200"/>
              <a:gd name="textAreaRight" fmla="*/ 133920 w 133200"/>
              <a:gd name="textAreaTop" fmla="*/ 0 h 192960"/>
              <a:gd name="textAreaBottom" fmla="*/ 193680 h 192960"/>
            </a:gdLst>
            <a:ahLst/>
            <a:cxnLst/>
            <a:rect l="textAreaLeft" t="textAreaTop" r="textAreaRight" b="textAreaBottom"/>
            <a:pathLst>
              <a:path w="133984" h="193675">
                <a:moveTo>
                  <a:pt x="133984" y="0"/>
                </a:moveTo>
                <a:lnTo>
                  <a:pt x="0" y="0"/>
                </a:lnTo>
                <a:lnTo>
                  <a:pt x="0" y="24256"/>
                </a:lnTo>
                <a:lnTo>
                  <a:pt x="106679" y="24256"/>
                </a:lnTo>
                <a:lnTo>
                  <a:pt x="94615" y="39369"/>
                </a:lnTo>
                <a:lnTo>
                  <a:pt x="91694" y="45338"/>
                </a:lnTo>
                <a:lnTo>
                  <a:pt x="76580" y="60451"/>
                </a:lnTo>
                <a:lnTo>
                  <a:pt x="70611" y="69468"/>
                </a:lnTo>
                <a:lnTo>
                  <a:pt x="67691" y="78485"/>
                </a:lnTo>
                <a:lnTo>
                  <a:pt x="55625" y="102730"/>
                </a:lnTo>
                <a:lnTo>
                  <a:pt x="43687" y="120776"/>
                </a:lnTo>
                <a:lnTo>
                  <a:pt x="37656" y="142240"/>
                </a:lnTo>
                <a:lnTo>
                  <a:pt x="31750" y="166230"/>
                </a:lnTo>
                <a:lnTo>
                  <a:pt x="31750" y="175259"/>
                </a:lnTo>
                <a:lnTo>
                  <a:pt x="28828" y="193420"/>
                </a:lnTo>
                <a:lnTo>
                  <a:pt x="28575" y="193675"/>
                </a:lnTo>
                <a:lnTo>
                  <a:pt x="56006" y="193675"/>
                </a:lnTo>
                <a:lnTo>
                  <a:pt x="58927" y="172465"/>
                </a:lnTo>
                <a:lnTo>
                  <a:pt x="61849" y="160400"/>
                </a:lnTo>
                <a:lnTo>
                  <a:pt x="67889" y="141985"/>
                </a:lnTo>
                <a:lnTo>
                  <a:pt x="73786" y="121031"/>
                </a:lnTo>
                <a:lnTo>
                  <a:pt x="82803" y="99822"/>
                </a:lnTo>
                <a:lnTo>
                  <a:pt x="91821" y="81660"/>
                </a:lnTo>
                <a:lnTo>
                  <a:pt x="103885" y="63500"/>
                </a:lnTo>
                <a:lnTo>
                  <a:pt x="112902" y="48387"/>
                </a:lnTo>
                <a:lnTo>
                  <a:pt x="121920" y="39369"/>
                </a:lnTo>
                <a:lnTo>
                  <a:pt x="133984" y="21209"/>
                </a:lnTo>
                <a:lnTo>
                  <a:pt x="133984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5" name="bk object 76"/>
          <p:cNvSpPr/>
          <p:nvPr/>
        </p:nvSpPr>
        <p:spPr>
          <a:xfrm>
            <a:off x="6941160" y="6293160"/>
            <a:ext cx="134280" cy="201240"/>
          </a:xfrm>
          <a:custGeom>
            <a:avLst/>
            <a:gdLst>
              <a:gd name="textAreaLeft" fmla="*/ 0 w 134280"/>
              <a:gd name="textAreaRight" fmla="*/ 135000 w 134280"/>
              <a:gd name="textAreaTop" fmla="*/ 0 h 201240"/>
              <a:gd name="textAreaBottom" fmla="*/ 201960 h 201240"/>
            </a:gdLst>
            <a:ahLst/>
            <a:cxnLst/>
            <a:rect l="textAreaLeft" t="textAreaTop" r="textAreaRight" b="textAreaBottom"/>
            <a:pathLst>
              <a:path w="135127" h="201929">
                <a:moveTo>
                  <a:pt x="93345" y="2921"/>
                </a:moveTo>
                <a:lnTo>
                  <a:pt x="42037" y="2921"/>
                </a:lnTo>
                <a:lnTo>
                  <a:pt x="29972" y="11938"/>
                </a:lnTo>
                <a:lnTo>
                  <a:pt x="6223" y="53975"/>
                </a:lnTo>
                <a:lnTo>
                  <a:pt x="380" y="102616"/>
                </a:lnTo>
                <a:lnTo>
                  <a:pt x="40" y="102616"/>
                </a:lnTo>
                <a:lnTo>
                  <a:pt x="5842" y="147828"/>
                </a:lnTo>
                <a:lnTo>
                  <a:pt x="20700" y="180975"/>
                </a:lnTo>
                <a:lnTo>
                  <a:pt x="29718" y="193040"/>
                </a:lnTo>
                <a:lnTo>
                  <a:pt x="41782" y="199009"/>
                </a:lnTo>
                <a:lnTo>
                  <a:pt x="53848" y="201930"/>
                </a:lnTo>
                <a:lnTo>
                  <a:pt x="81279" y="201930"/>
                </a:lnTo>
                <a:lnTo>
                  <a:pt x="93345" y="199009"/>
                </a:lnTo>
                <a:lnTo>
                  <a:pt x="105410" y="193040"/>
                </a:lnTo>
                <a:lnTo>
                  <a:pt x="114332" y="181102"/>
                </a:lnTo>
                <a:lnTo>
                  <a:pt x="69596" y="181102"/>
                </a:lnTo>
                <a:lnTo>
                  <a:pt x="60578" y="178181"/>
                </a:lnTo>
                <a:lnTo>
                  <a:pt x="51562" y="178181"/>
                </a:lnTo>
                <a:lnTo>
                  <a:pt x="39624" y="166243"/>
                </a:lnTo>
                <a:lnTo>
                  <a:pt x="33654" y="154178"/>
                </a:lnTo>
                <a:lnTo>
                  <a:pt x="27813" y="123952"/>
                </a:lnTo>
                <a:lnTo>
                  <a:pt x="27686" y="102616"/>
                </a:lnTo>
                <a:lnTo>
                  <a:pt x="380" y="102616"/>
                </a:lnTo>
                <a:lnTo>
                  <a:pt x="0" y="102235"/>
                </a:lnTo>
                <a:lnTo>
                  <a:pt x="27686" y="102235"/>
                </a:lnTo>
                <a:lnTo>
                  <a:pt x="27686" y="78359"/>
                </a:lnTo>
                <a:lnTo>
                  <a:pt x="33527" y="48133"/>
                </a:lnTo>
                <a:lnTo>
                  <a:pt x="45466" y="30099"/>
                </a:lnTo>
                <a:lnTo>
                  <a:pt x="51435" y="27178"/>
                </a:lnTo>
                <a:lnTo>
                  <a:pt x="60451" y="24257"/>
                </a:lnTo>
                <a:lnTo>
                  <a:pt x="117728" y="24257"/>
                </a:lnTo>
                <a:lnTo>
                  <a:pt x="105410" y="11938"/>
                </a:lnTo>
                <a:lnTo>
                  <a:pt x="93345" y="2921"/>
                </a:lnTo>
                <a:close/>
              </a:path>
              <a:path w="135127" h="201929">
                <a:moveTo>
                  <a:pt x="117728" y="24257"/>
                </a:moveTo>
                <a:lnTo>
                  <a:pt x="78613" y="24257"/>
                </a:lnTo>
                <a:lnTo>
                  <a:pt x="90550" y="30099"/>
                </a:lnTo>
                <a:lnTo>
                  <a:pt x="102489" y="48133"/>
                </a:lnTo>
                <a:lnTo>
                  <a:pt x="108330" y="78359"/>
                </a:lnTo>
                <a:lnTo>
                  <a:pt x="108330" y="123952"/>
                </a:lnTo>
                <a:lnTo>
                  <a:pt x="102489" y="154178"/>
                </a:lnTo>
                <a:lnTo>
                  <a:pt x="96520" y="166243"/>
                </a:lnTo>
                <a:lnTo>
                  <a:pt x="84581" y="178181"/>
                </a:lnTo>
                <a:lnTo>
                  <a:pt x="78613" y="178181"/>
                </a:lnTo>
                <a:lnTo>
                  <a:pt x="69596" y="181102"/>
                </a:lnTo>
                <a:lnTo>
                  <a:pt x="114332" y="181102"/>
                </a:lnTo>
                <a:lnTo>
                  <a:pt x="114426" y="180975"/>
                </a:lnTo>
                <a:lnTo>
                  <a:pt x="120396" y="175006"/>
                </a:lnTo>
                <a:lnTo>
                  <a:pt x="123317" y="169037"/>
                </a:lnTo>
                <a:lnTo>
                  <a:pt x="129286" y="160020"/>
                </a:lnTo>
                <a:lnTo>
                  <a:pt x="132206" y="147955"/>
                </a:lnTo>
                <a:lnTo>
                  <a:pt x="132206" y="138938"/>
                </a:lnTo>
                <a:lnTo>
                  <a:pt x="135127" y="129921"/>
                </a:lnTo>
                <a:lnTo>
                  <a:pt x="135127" y="75057"/>
                </a:lnTo>
                <a:lnTo>
                  <a:pt x="132206" y="62992"/>
                </a:lnTo>
                <a:lnTo>
                  <a:pt x="132206" y="53975"/>
                </a:lnTo>
                <a:lnTo>
                  <a:pt x="129286" y="41910"/>
                </a:lnTo>
                <a:lnTo>
                  <a:pt x="123317" y="32893"/>
                </a:lnTo>
                <a:lnTo>
                  <a:pt x="120396" y="26924"/>
                </a:lnTo>
                <a:lnTo>
                  <a:pt x="117728" y="24257"/>
                </a:lnTo>
                <a:close/>
              </a:path>
              <a:path w="135127" h="201929">
                <a:moveTo>
                  <a:pt x="81406" y="0"/>
                </a:moveTo>
                <a:lnTo>
                  <a:pt x="53975" y="0"/>
                </a:lnTo>
                <a:lnTo>
                  <a:pt x="48005" y="2921"/>
                </a:lnTo>
                <a:lnTo>
                  <a:pt x="87375" y="2921"/>
                </a:lnTo>
                <a:lnTo>
                  <a:pt x="81406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6" name="bk object 77"/>
          <p:cNvSpPr/>
          <p:nvPr/>
        </p:nvSpPr>
        <p:spPr>
          <a:xfrm>
            <a:off x="7108920" y="6460200"/>
            <a:ext cx="29520" cy="32760"/>
          </a:xfrm>
          <a:custGeom>
            <a:avLst/>
            <a:gdLst>
              <a:gd name="textAreaLeft" fmla="*/ 0 w 29520"/>
              <a:gd name="textAreaRight" fmla="*/ 30240 w 29520"/>
              <a:gd name="textAreaTop" fmla="*/ 0 h 32760"/>
              <a:gd name="textAreaBottom" fmla="*/ 33480 h 32760"/>
            </a:gdLst>
            <a:ahLst/>
            <a:cxnLst/>
            <a:rect l="textAreaLeft" t="textAreaTop" r="textAreaRight" b="textAreaBottom"/>
            <a:pathLst>
              <a:path w="30353" h="33401">
                <a:moveTo>
                  <a:pt x="0" y="16700"/>
                </a:moveTo>
                <a:lnTo>
                  <a:pt x="30353" y="16700"/>
                </a:lnTo>
              </a:path>
            </a:pathLst>
          </a:custGeom>
          <a:noFill/>
          <a:ln w="34671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7" name="bk object 78"/>
          <p:cNvSpPr/>
          <p:nvPr/>
        </p:nvSpPr>
        <p:spPr>
          <a:xfrm>
            <a:off x="7170480" y="6293880"/>
            <a:ext cx="134640" cy="199800"/>
          </a:xfrm>
          <a:custGeom>
            <a:avLst/>
            <a:gdLst>
              <a:gd name="textAreaLeft" fmla="*/ 0 w 134640"/>
              <a:gd name="textAreaRight" fmla="*/ 135360 w 134640"/>
              <a:gd name="textAreaTop" fmla="*/ 0 h 199800"/>
              <a:gd name="textAreaBottom" fmla="*/ 200520 h 199800"/>
            </a:gdLst>
            <a:ahLst/>
            <a:cxnLst/>
            <a:rect l="textAreaLeft" t="textAreaTop" r="textAreaRight" b="textAreaBottom"/>
            <a:pathLst>
              <a:path w="135254" h="200405">
                <a:moveTo>
                  <a:pt x="32493" y="89606"/>
                </a:moveTo>
                <a:lnTo>
                  <a:pt x="26669" y="92456"/>
                </a:lnTo>
                <a:lnTo>
                  <a:pt x="23749" y="95377"/>
                </a:lnTo>
                <a:lnTo>
                  <a:pt x="17779" y="98298"/>
                </a:lnTo>
                <a:lnTo>
                  <a:pt x="14858" y="101219"/>
                </a:lnTo>
                <a:lnTo>
                  <a:pt x="2920" y="119253"/>
                </a:lnTo>
                <a:lnTo>
                  <a:pt x="0" y="128270"/>
                </a:lnTo>
                <a:lnTo>
                  <a:pt x="0" y="140335"/>
                </a:lnTo>
                <a:lnTo>
                  <a:pt x="20827" y="188595"/>
                </a:lnTo>
                <a:lnTo>
                  <a:pt x="44957" y="197485"/>
                </a:lnTo>
                <a:lnTo>
                  <a:pt x="53975" y="200406"/>
                </a:lnTo>
                <a:lnTo>
                  <a:pt x="81406" y="200406"/>
                </a:lnTo>
                <a:lnTo>
                  <a:pt x="105536" y="194551"/>
                </a:lnTo>
                <a:lnTo>
                  <a:pt x="114553" y="188595"/>
                </a:lnTo>
                <a:lnTo>
                  <a:pt x="120523" y="182626"/>
                </a:lnTo>
                <a:lnTo>
                  <a:pt x="123071" y="177419"/>
                </a:lnTo>
                <a:lnTo>
                  <a:pt x="53593" y="177419"/>
                </a:lnTo>
                <a:lnTo>
                  <a:pt x="44576" y="174498"/>
                </a:lnTo>
                <a:lnTo>
                  <a:pt x="38734" y="168656"/>
                </a:lnTo>
                <a:lnTo>
                  <a:pt x="35813" y="162687"/>
                </a:lnTo>
                <a:lnTo>
                  <a:pt x="29844" y="156718"/>
                </a:lnTo>
                <a:lnTo>
                  <a:pt x="29844" y="150749"/>
                </a:lnTo>
                <a:lnTo>
                  <a:pt x="26924" y="141732"/>
                </a:lnTo>
                <a:lnTo>
                  <a:pt x="29844" y="132588"/>
                </a:lnTo>
                <a:lnTo>
                  <a:pt x="29844" y="123571"/>
                </a:lnTo>
                <a:lnTo>
                  <a:pt x="41655" y="111760"/>
                </a:lnTo>
                <a:lnTo>
                  <a:pt x="53593" y="105918"/>
                </a:lnTo>
                <a:lnTo>
                  <a:pt x="126386" y="105918"/>
                </a:lnTo>
                <a:lnTo>
                  <a:pt x="123443" y="101473"/>
                </a:lnTo>
                <a:lnTo>
                  <a:pt x="111505" y="95631"/>
                </a:lnTo>
                <a:lnTo>
                  <a:pt x="108584" y="92710"/>
                </a:lnTo>
                <a:lnTo>
                  <a:pt x="102615" y="89776"/>
                </a:lnTo>
                <a:lnTo>
                  <a:pt x="33019" y="89776"/>
                </a:lnTo>
                <a:lnTo>
                  <a:pt x="32493" y="89606"/>
                </a:lnTo>
                <a:close/>
              </a:path>
              <a:path w="135254" h="200405">
                <a:moveTo>
                  <a:pt x="126386" y="105918"/>
                </a:moveTo>
                <a:lnTo>
                  <a:pt x="81025" y="105918"/>
                </a:lnTo>
                <a:lnTo>
                  <a:pt x="90042" y="108826"/>
                </a:lnTo>
                <a:lnTo>
                  <a:pt x="96011" y="111760"/>
                </a:lnTo>
                <a:lnTo>
                  <a:pt x="101980" y="117729"/>
                </a:lnTo>
                <a:lnTo>
                  <a:pt x="104839" y="123571"/>
                </a:lnTo>
                <a:lnTo>
                  <a:pt x="104901" y="126619"/>
                </a:lnTo>
                <a:lnTo>
                  <a:pt x="107823" y="132588"/>
                </a:lnTo>
                <a:lnTo>
                  <a:pt x="107823" y="150749"/>
                </a:lnTo>
                <a:lnTo>
                  <a:pt x="104901" y="156718"/>
                </a:lnTo>
                <a:lnTo>
                  <a:pt x="104901" y="159626"/>
                </a:lnTo>
                <a:lnTo>
                  <a:pt x="90042" y="174498"/>
                </a:lnTo>
                <a:lnTo>
                  <a:pt x="81025" y="177419"/>
                </a:lnTo>
                <a:lnTo>
                  <a:pt x="123071" y="177419"/>
                </a:lnTo>
                <a:lnTo>
                  <a:pt x="126364" y="170688"/>
                </a:lnTo>
                <a:lnTo>
                  <a:pt x="132333" y="164719"/>
                </a:lnTo>
                <a:lnTo>
                  <a:pt x="132333" y="158750"/>
                </a:lnTo>
                <a:lnTo>
                  <a:pt x="135254" y="152781"/>
                </a:lnTo>
                <a:lnTo>
                  <a:pt x="135172" y="128270"/>
                </a:lnTo>
                <a:lnTo>
                  <a:pt x="129412" y="110490"/>
                </a:lnTo>
                <a:lnTo>
                  <a:pt x="126386" y="105918"/>
                </a:lnTo>
                <a:close/>
              </a:path>
              <a:path w="135254" h="200405">
                <a:moveTo>
                  <a:pt x="103364" y="89535"/>
                </a:moveTo>
                <a:lnTo>
                  <a:pt x="32638" y="89535"/>
                </a:lnTo>
                <a:lnTo>
                  <a:pt x="33019" y="89776"/>
                </a:lnTo>
                <a:lnTo>
                  <a:pt x="102615" y="89776"/>
                </a:lnTo>
                <a:lnTo>
                  <a:pt x="103364" y="89535"/>
                </a:lnTo>
                <a:close/>
              </a:path>
              <a:path w="135254" h="200405">
                <a:moveTo>
                  <a:pt x="78485" y="0"/>
                </a:moveTo>
                <a:lnTo>
                  <a:pt x="57276" y="0"/>
                </a:lnTo>
                <a:lnTo>
                  <a:pt x="48259" y="2921"/>
                </a:lnTo>
                <a:lnTo>
                  <a:pt x="36194" y="5842"/>
                </a:lnTo>
                <a:lnTo>
                  <a:pt x="18160" y="17780"/>
                </a:lnTo>
                <a:lnTo>
                  <a:pt x="12191" y="26797"/>
                </a:lnTo>
                <a:lnTo>
                  <a:pt x="6350" y="50927"/>
                </a:lnTo>
                <a:lnTo>
                  <a:pt x="15112" y="77978"/>
                </a:lnTo>
                <a:lnTo>
                  <a:pt x="24002" y="86868"/>
                </a:lnTo>
                <a:lnTo>
                  <a:pt x="32493" y="89606"/>
                </a:lnTo>
                <a:lnTo>
                  <a:pt x="32638" y="89535"/>
                </a:lnTo>
                <a:lnTo>
                  <a:pt x="103364" y="89535"/>
                </a:lnTo>
                <a:lnTo>
                  <a:pt x="111632" y="86868"/>
                </a:lnTo>
                <a:lnTo>
                  <a:pt x="115570" y="82931"/>
                </a:lnTo>
                <a:lnTo>
                  <a:pt x="59689" y="82931"/>
                </a:lnTo>
                <a:lnTo>
                  <a:pt x="59689" y="80010"/>
                </a:lnTo>
                <a:lnTo>
                  <a:pt x="56768" y="80010"/>
                </a:lnTo>
                <a:lnTo>
                  <a:pt x="38861" y="71247"/>
                </a:lnTo>
                <a:lnTo>
                  <a:pt x="35940" y="65278"/>
                </a:lnTo>
                <a:lnTo>
                  <a:pt x="35940" y="59309"/>
                </a:lnTo>
                <a:lnTo>
                  <a:pt x="33019" y="50292"/>
                </a:lnTo>
                <a:lnTo>
                  <a:pt x="35940" y="44196"/>
                </a:lnTo>
                <a:lnTo>
                  <a:pt x="35940" y="38227"/>
                </a:lnTo>
                <a:lnTo>
                  <a:pt x="38861" y="32258"/>
                </a:lnTo>
                <a:lnTo>
                  <a:pt x="44830" y="29337"/>
                </a:lnTo>
                <a:lnTo>
                  <a:pt x="50800" y="23368"/>
                </a:lnTo>
                <a:lnTo>
                  <a:pt x="56768" y="23368"/>
                </a:lnTo>
                <a:lnTo>
                  <a:pt x="59689" y="20447"/>
                </a:lnTo>
                <a:lnTo>
                  <a:pt x="119367" y="20447"/>
                </a:lnTo>
                <a:lnTo>
                  <a:pt x="117601" y="17780"/>
                </a:lnTo>
                <a:lnTo>
                  <a:pt x="111632" y="11811"/>
                </a:lnTo>
                <a:lnTo>
                  <a:pt x="102615" y="5842"/>
                </a:lnTo>
                <a:lnTo>
                  <a:pt x="78485" y="0"/>
                </a:lnTo>
                <a:close/>
              </a:path>
              <a:path w="135254" h="200405">
                <a:moveTo>
                  <a:pt x="119367" y="20447"/>
                </a:moveTo>
                <a:lnTo>
                  <a:pt x="74815" y="20447"/>
                </a:lnTo>
                <a:lnTo>
                  <a:pt x="80772" y="23368"/>
                </a:lnTo>
                <a:lnTo>
                  <a:pt x="86740" y="23368"/>
                </a:lnTo>
                <a:lnTo>
                  <a:pt x="89661" y="29337"/>
                </a:lnTo>
                <a:lnTo>
                  <a:pt x="95630" y="32258"/>
                </a:lnTo>
                <a:lnTo>
                  <a:pt x="101473" y="44196"/>
                </a:lnTo>
                <a:lnTo>
                  <a:pt x="101473" y="59309"/>
                </a:lnTo>
                <a:lnTo>
                  <a:pt x="95630" y="71247"/>
                </a:lnTo>
                <a:lnTo>
                  <a:pt x="92709" y="74168"/>
                </a:lnTo>
                <a:lnTo>
                  <a:pt x="74815" y="82931"/>
                </a:lnTo>
                <a:lnTo>
                  <a:pt x="115570" y="82931"/>
                </a:lnTo>
                <a:lnTo>
                  <a:pt x="120523" y="77978"/>
                </a:lnTo>
                <a:lnTo>
                  <a:pt x="126491" y="68961"/>
                </a:lnTo>
                <a:lnTo>
                  <a:pt x="129412" y="59944"/>
                </a:lnTo>
                <a:lnTo>
                  <a:pt x="129412" y="50927"/>
                </a:lnTo>
                <a:lnTo>
                  <a:pt x="123570" y="26797"/>
                </a:lnTo>
                <a:lnTo>
                  <a:pt x="119367" y="20447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8" name="bk object 79"/>
          <p:cNvSpPr/>
          <p:nvPr/>
        </p:nvSpPr>
        <p:spPr>
          <a:xfrm>
            <a:off x="7531920" y="6293160"/>
            <a:ext cx="134640" cy="201240"/>
          </a:xfrm>
          <a:custGeom>
            <a:avLst/>
            <a:gdLst>
              <a:gd name="textAreaLeft" fmla="*/ 0 w 134640"/>
              <a:gd name="textAreaRight" fmla="*/ 135360 w 134640"/>
              <a:gd name="textAreaTop" fmla="*/ 0 h 201240"/>
              <a:gd name="textAreaBottom" fmla="*/ 201960 h 201240"/>
            </a:gdLst>
            <a:ahLst/>
            <a:cxnLst/>
            <a:rect l="textAreaLeft" t="textAreaTop" r="textAreaRight" b="textAreaBottom"/>
            <a:pathLst>
              <a:path w="135394" h="202056">
                <a:moveTo>
                  <a:pt x="0" y="102235"/>
                </a:moveTo>
                <a:lnTo>
                  <a:pt x="5842" y="147828"/>
                </a:lnTo>
                <a:lnTo>
                  <a:pt x="29845" y="193167"/>
                </a:lnTo>
                <a:lnTo>
                  <a:pt x="53975" y="202057"/>
                </a:lnTo>
                <a:lnTo>
                  <a:pt x="81407" y="202057"/>
                </a:lnTo>
                <a:lnTo>
                  <a:pt x="93472" y="199136"/>
                </a:lnTo>
                <a:lnTo>
                  <a:pt x="105537" y="193167"/>
                </a:lnTo>
                <a:lnTo>
                  <a:pt x="117221" y="181483"/>
                </a:lnTo>
                <a:lnTo>
                  <a:pt x="69723" y="181483"/>
                </a:lnTo>
                <a:lnTo>
                  <a:pt x="60706" y="178562"/>
                </a:lnTo>
                <a:lnTo>
                  <a:pt x="51689" y="178562"/>
                </a:lnTo>
                <a:lnTo>
                  <a:pt x="39751" y="166624"/>
                </a:lnTo>
                <a:lnTo>
                  <a:pt x="36830" y="154559"/>
                </a:lnTo>
                <a:lnTo>
                  <a:pt x="33909" y="148590"/>
                </a:lnTo>
                <a:lnTo>
                  <a:pt x="30988" y="139573"/>
                </a:lnTo>
                <a:lnTo>
                  <a:pt x="30988" y="124460"/>
                </a:lnTo>
                <a:lnTo>
                  <a:pt x="28067" y="103238"/>
                </a:lnTo>
                <a:lnTo>
                  <a:pt x="27927" y="102616"/>
                </a:lnTo>
                <a:lnTo>
                  <a:pt x="635" y="102616"/>
                </a:lnTo>
                <a:lnTo>
                  <a:pt x="0" y="102235"/>
                </a:lnTo>
                <a:close/>
              </a:path>
              <a:path w="135394" h="202056">
                <a:moveTo>
                  <a:pt x="119407" y="24384"/>
                </a:moveTo>
                <a:lnTo>
                  <a:pt x="78740" y="24384"/>
                </a:lnTo>
                <a:lnTo>
                  <a:pt x="84709" y="27305"/>
                </a:lnTo>
                <a:lnTo>
                  <a:pt x="87630" y="27305"/>
                </a:lnTo>
                <a:lnTo>
                  <a:pt x="90551" y="30213"/>
                </a:lnTo>
                <a:lnTo>
                  <a:pt x="102489" y="48260"/>
                </a:lnTo>
                <a:lnTo>
                  <a:pt x="108407" y="63246"/>
                </a:lnTo>
                <a:lnTo>
                  <a:pt x="108458" y="139573"/>
                </a:lnTo>
                <a:lnTo>
                  <a:pt x="102489" y="154686"/>
                </a:lnTo>
                <a:lnTo>
                  <a:pt x="96520" y="166738"/>
                </a:lnTo>
                <a:lnTo>
                  <a:pt x="84709" y="178562"/>
                </a:lnTo>
                <a:lnTo>
                  <a:pt x="78740" y="178562"/>
                </a:lnTo>
                <a:lnTo>
                  <a:pt x="69723" y="181483"/>
                </a:lnTo>
                <a:lnTo>
                  <a:pt x="117221" y="181483"/>
                </a:lnTo>
                <a:lnTo>
                  <a:pt x="117602" y="181102"/>
                </a:lnTo>
                <a:lnTo>
                  <a:pt x="123571" y="169037"/>
                </a:lnTo>
                <a:lnTo>
                  <a:pt x="129540" y="160020"/>
                </a:lnTo>
                <a:lnTo>
                  <a:pt x="132461" y="147955"/>
                </a:lnTo>
                <a:lnTo>
                  <a:pt x="132461" y="138938"/>
                </a:lnTo>
                <a:lnTo>
                  <a:pt x="135394" y="129921"/>
                </a:lnTo>
                <a:lnTo>
                  <a:pt x="135394" y="75057"/>
                </a:lnTo>
                <a:lnTo>
                  <a:pt x="132553" y="63373"/>
                </a:lnTo>
                <a:lnTo>
                  <a:pt x="132461" y="53975"/>
                </a:lnTo>
                <a:lnTo>
                  <a:pt x="129540" y="41910"/>
                </a:lnTo>
                <a:lnTo>
                  <a:pt x="123571" y="32893"/>
                </a:lnTo>
                <a:lnTo>
                  <a:pt x="119407" y="24384"/>
                </a:lnTo>
                <a:close/>
              </a:path>
              <a:path w="135394" h="202056">
                <a:moveTo>
                  <a:pt x="93599" y="2921"/>
                </a:moveTo>
                <a:lnTo>
                  <a:pt x="42291" y="2921"/>
                </a:lnTo>
                <a:lnTo>
                  <a:pt x="30226" y="11938"/>
                </a:lnTo>
                <a:lnTo>
                  <a:pt x="21209" y="20955"/>
                </a:lnTo>
                <a:lnTo>
                  <a:pt x="18288" y="26924"/>
                </a:lnTo>
                <a:lnTo>
                  <a:pt x="12319" y="32893"/>
                </a:lnTo>
                <a:lnTo>
                  <a:pt x="9398" y="41910"/>
                </a:lnTo>
                <a:lnTo>
                  <a:pt x="6477" y="53975"/>
                </a:lnTo>
                <a:lnTo>
                  <a:pt x="3556" y="75184"/>
                </a:lnTo>
                <a:lnTo>
                  <a:pt x="635" y="102616"/>
                </a:lnTo>
                <a:lnTo>
                  <a:pt x="27927" y="102616"/>
                </a:lnTo>
                <a:lnTo>
                  <a:pt x="30861" y="78359"/>
                </a:lnTo>
                <a:lnTo>
                  <a:pt x="30985" y="62992"/>
                </a:lnTo>
                <a:lnTo>
                  <a:pt x="33782" y="57277"/>
                </a:lnTo>
                <a:lnTo>
                  <a:pt x="39624" y="39243"/>
                </a:lnTo>
                <a:lnTo>
                  <a:pt x="45593" y="30213"/>
                </a:lnTo>
                <a:lnTo>
                  <a:pt x="51562" y="27305"/>
                </a:lnTo>
                <a:lnTo>
                  <a:pt x="60579" y="24384"/>
                </a:lnTo>
                <a:lnTo>
                  <a:pt x="119407" y="24384"/>
                </a:lnTo>
                <a:lnTo>
                  <a:pt x="117729" y="20955"/>
                </a:lnTo>
                <a:lnTo>
                  <a:pt x="93599" y="2921"/>
                </a:lnTo>
                <a:close/>
              </a:path>
              <a:path w="135394" h="202056">
                <a:moveTo>
                  <a:pt x="81661" y="0"/>
                </a:moveTo>
                <a:lnTo>
                  <a:pt x="54229" y="0"/>
                </a:lnTo>
                <a:lnTo>
                  <a:pt x="48260" y="2921"/>
                </a:lnTo>
                <a:lnTo>
                  <a:pt x="87630" y="2921"/>
                </a:lnTo>
                <a:lnTo>
                  <a:pt x="81661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" name="bk object 80"/>
          <p:cNvSpPr/>
          <p:nvPr/>
        </p:nvSpPr>
        <p:spPr>
          <a:xfrm>
            <a:off x="7700040" y="6460200"/>
            <a:ext cx="29520" cy="32760"/>
          </a:xfrm>
          <a:custGeom>
            <a:avLst/>
            <a:gdLst>
              <a:gd name="textAreaLeft" fmla="*/ 0 w 29520"/>
              <a:gd name="textAreaRight" fmla="*/ 30240 w 29520"/>
              <a:gd name="textAreaTop" fmla="*/ 0 h 32760"/>
              <a:gd name="textAreaBottom" fmla="*/ 33480 h 32760"/>
            </a:gdLst>
            <a:ahLst/>
            <a:cxnLst/>
            <a:rect l="textAreaLeft" t="textAreaTop" r="textAreaRight" b="textAreaBottom"/>
            <a:pathLst>
              <a:path w="30365" h="33401">
                <a:moveTo>
                  <a:pt x="0" y="16700"/>
                </a:moveTo>
                <a:lnTo>
                  <a:pt x="30365" y="16700"/>
                </a:lnTo>
              </a:path>
            </a:pathLst>
          </a:custGeom>
          <a:noFill/>
          <a:ln w="34671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0" name="bk object 81"/>
          <p:cNvSpPr/>
          <p:nvPr/>
        </p:nvSpPr>
        <p:spPr>
          <a:xfrm>
            <a:off x="7761240" y="6293520"/>
            <a:ext cx="137880" cy="201240"/>
          </a:xfrm>
          <a:custGeom>
            <a:avLst/>
            <a:gdLst>
              <a:gd name="textAreaLeft" fmla="*/ 0 w 137880"/>
              <a:gd name="textAreaRight" fmla="*/ 138600 w 137880"/>
              <a:gd name="textAreaTop" fmla="*/ 0 h 201240"/>
              <a:gd name="textAreaBottom" fmla="*/ 201960 h 201240"/>
            </a:gdLst>
            <a:ahLst/>
            <a:cxnLst/>
            <a:rect l="textAreaLeft" t="textAreaTop" r="textAreaRight" b="textAreaBottom"/>
            <a:pathLst>
              <a:path w="138429" h="202056">
                <a:moveTo>
                  <a:pt x="27558" y="147954"/>
                </a:moveTo>
                <a:lnTo>
                  <a:pt x="126" y="147954"/>
                </a:lnTo>
                <a:lnTo>
                  <a:pt x="0" y="157225"/>
                </a:lnTo>
                <a:lnTo>
                  <a:pt x="2802" y="162940"/>
                </a:lnTo>
                <a:lnTo>
                  <a:pt x="2921" y="166115"/>
                </a:lnTo>
                <a:lnTo>
                  <a:pt x="32893" y="199135"/>
                </a:lnTo>
                <a:lnTo>
                  <a:pt x="44957" y="202056"/>
                </a:lnTo>
                <a:lnTo>
                  <a:pt x="78358" y="202056"/>
                </a:lnTo>
                <a:lnTo>
                  <a:pt x="90436" y="199135"/>
                </a:lnTo>
                <a:lnTo>
                  <a:pt x="114553" y="181101"/>
                </a:lnTo>
                <a:lnTo>
                  <a:pt x="114781" y="180720"/>
                </a:lnTo>
                <a:lnTo>
                  <a:pt x="54355" y="180720"/>
                </a:lnTo>
                <a:lnTo>
                  <a:pt x="48386" y="177799"/>
                </a:lnTo>
                <a:lnTo>
                  <a:pt x="39370" y="174878"/>
                </a:lnTo>
                <a:lnTo>
                  <a:pt x="33400" y="168909"/>
                </a:lnTo>
                <a:lnTo>
                  <a:pt x="30479" y="162940"/>
                </a:lnTo>
                <a:lnTo>
                  <a:pt x="27558" y="160007"/>
                </a:lnTo>
                <a:lnTo>
                  <a:pt x="27558" y="147954"/>
                </a:lnTo>
                <a:close/>
              </a:path>
              <a:path w="138429" h="202056">
                <a:moveTo>
                  <a:pt x="136073" y="108584"/>
                </a:moveTo>
                <a:lnTo>
                  <a:pt x="108203" y="108584"/>
                </a:lnTo>
                <a:lnTo>
                  <a:pt x="108203" y="126745"/>
                </a:lnTo>
                <a:lnTo>
                  <a:pt x="105282" y="138810"/>
                </a:lnTo>
                <a:lnTo>
                  <a:pt x="102361" y="147827"/>
                </a:lnTo>
                <a:lnTo>
                  <a:pt x="96393" y="159892"/>
                </a:lnTo>
                <a:lnTo>
                  <a:pt x="93472" y="168909"/>
                </a:lnTo>
                <a:lnTo>
                  <a:pt x="84454" y="174878"/>
                </a:lnTo>
                <a:lnTo>
                  <a:pt x="72516" y="180720"/>
                </a:lnTo>
                <a:lnTo>
                  <a:pt x="114781" y="180720"/>
                </a:lnTo>
                <a:lnTo>
                  <a:pt x="123571" y="165988"/>
                </a:lnTo>
                <a:lnTo>
                  <a:pt x="135508" y="123570"/>
                </a:lnTo>
                <a:lnTo>
                  <a:pt x="135533" y="111378"/>
                </a:lnTo>
                <a:lnTo>
                  <a:pt x="136073" y="108584"/>
                </a:lnTo>
                <a:close/>
              </a:path>
              <a:path w="138429" h="202056">
                <a:moveTo>
                  <a:pt x="81533" y="0"/>
                </a:moveTo>
                <a:lnTo>
                  <a:pt x="51180" y="0"/>
                </a:lnTo>
                <a:lnTo>
                  <a:pt x="39115" y="2920"/>
                </a:lnTo>
                <a:lnTo>
                  <a:pt x="27050" y="8889"/>
                </a:lnTo>
                <a:lnTo>
                  <a:pt x="9144" y="26796"/>
                </a:lnTo>
                <a:lnTo>
                  <a:pt x="3175" y="38861"/>
                </a:lnTo>
                <a:lnTo>
                  <a:pt x="253" y="50926"/>
                </a:lnTo>
                <a:lnTo>
                  <a:pt x="253" y="78358"/>
                </a:lnTo>
                <a:lnTo>
                  <a:pt x="27050" y="120395"/>
                </a:lnTo>
                <a:lnTo>
                  <a:pt x="45084" y="129285"/>
                </a:lnTo>
                <a:lnTo>
                  <a:pt x="78485" y="129285"/>
                </a:lnTo>
                <a:lnTo>
                  <a:pt x="87502" y="126364"/>
                </a:lnTo>
                <a:lnTo>
                  <a:pt x="96520" y="120395"/>
                </a:lnTo>
                <a:lnTo>
                  <a:pt x="99440" y="117474"/>
                </a:lnTo>
                <a:lnTo>
                  <a:pt x="102361" y="117474"/>
                </a:lnTo>
                <a:lnTo>
                  <a:pt x="105282" y="114553"/>
                </a:lnTo>
                <a:lnTo>
                  <a:pt x="108203" y="108584"/>
                </a:lnTo>
                <a:lnTo>
                  <a:pt x="136073" y="108584"/>
                </a:lnTo>
                <a:lnTo>
                  <a:pt x="136196" y="107949"/>
                </a:lnTo>
                <a:lnTo>
                  <a:pt x="66166" y="107949"/>
                </a:lnTo>
                <a:lnTo>
                  <a:pt x="48132" y="102107"/>
                </a:lnTo>
                <a:lnTo>
                  <a:pt x="36195" y="96265"/>
                </a:lnTo>
                <a:lnTo>
                  <a:pt x="33286" y="90296"/>
                </a:lnTo>
                <a:lnTo>
                  <a:pt x="30352" y="81279"/>
                </a:lnTo>
                <a:lnTo>
                  <a:pt x="27419" y="75310"/>
                </a:lnTo>
                <a:lnTo>
                  <a:pt x="27419" y="56768"/>
                </a:lnTo>
                <a:lnTo>
                  <a:pt x="30352" y="47751"/>
                </a:lnTo>
                <a:lnTo>
                  <a:pt x="33161" y="42036"/>
                </a:lnTo>
                <a:lnTo>
                  <a:pt x="33286" y="38861"/>
                </a:lnTo>
                <a:lnTo>
                  <a:pt x="48005" y="24129"/>
                </a:lnTo>
                <a:lnTo>
                  <a:pt x="57023" y="24129"/>
                </a:lnTo>
                <a:lnTo>
                  <a:pt x="66039" y="21208"/>
                </a:lnTo>
                <a:lnTo>
                  <a:pt x="117982" y="21208"/>
                </a:lnTo>
                <a:lnTo>
                  <a:pt x="105663" y="8889"/>
                </a:lnTo>
                <a:lnTo>
                  <a:pt x="93611" y="2920"/>
                </a:lnTo>
                <a:lnTo>
                  <a:pt x="81533" y="0"/>
                </a:lnTo>
                <a:close/>
              </a:path>
              <a:path w="138429" h="202056">
                <a:moveTo>
                  <a:pt x="117982" y="21208"/>
                </a:moveTo>
                <a:lnTo>
                  <a:pt x="66039" y="21208"/>
                </a:lnTo>
                <a:lnTo>
                  <a:pt x="75044" y="24129"/>
                </a:lnTo>
                <a:lnTo>
                  <a:pt x="84086" y="24129"/>
                </a:lnTo>
                <a:lnTo>
                  <a:pt x="101980" y="42036"/>
                </a:lnTo>
                <a:lnTo>
                  <a:pt x="104777" y="47751"/>
                </a:lnTo>
                <a:lnTo>
                  <a:pt x="104901" y="78358"/>
                </a:lnTo>
                <a:lnTo>
                  <a:pt x="101980" y="81279"/>
                </a:lnTo>
                <a:lnTo>
                  <a:pt x="99059" y="90296"/>
                </a:lnTo>
                <a:lnTo>
                  <a:pt x="99059" y="93217"/>
                </a:lnTo>
                <a:lnTo>
                  <a:pt x="96138" y="96138"/>
                </a:lnTo>
                <a:lnTo>
                  <a:pt x="90170" y="99059"/>
                </a:lnTo>
                <a:lnTo>
                  <a:pt x="81152" y="105028"/>
                </a:lnTo>
                <a:lnTo>
                  <a:pt x="75183" y="105028"/>
                </a:lnTo>
                <a:lnTo>
                  <a:pt x="66166" y="107949"/>
                </a:lnTo>
                <a:lnTo>
                  <a:pt x="136196" y="107949"/>
                </a:lnTo>
                <a:lnTo>
                  <a:pt x="138429" y="96392"/>
                </a:lnTo>
                <a:lnTo>
                  <a:pt x="135508" y="72135"/>
                </a:lnTo>
                <a:lnTo>
                  <a:pt x="132587" y="50926"/>
                </a:lnTo>
                <a:lnTo>
                  <a:pt x="123571" y="32765"/>
                </a:lnTo>
                <a:lnTo>
                  <a:pt x="123571" y="29832"/>
                </a:lnTo>
                <a:lnTo>
                  <a:pt x="120650" y="23875"/>
                </a:lnTo>
                <a:lnTo>
                  <a:pt x="117982" y="21208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1" name="bk object 82"/>
          <p:cNvSpPr/>
          <p:nvPr/>
        </p:nvSpPr>
        <p:spPr>
          <a:xfrm>
            <a:off x="8142480" y="6293520"/>
            <a:ext cx="71280" cy="200160"/>
          </a:xfrm>
          <a:custGeom>
            <a:avLst/>
            <a:gdLst>
              <a:gd name="textAreaLeft" fmla="*/ 0 w 71280"/>
              <a:gd name="textAreaRight" fmla="*/ 72000 w 71280"/>
              <a:gd name="textAreaTop" fmla="*/ 0 h 200160"/>
              <a:gd name="textAreaBottom" fmla="*/ 200880 h 200160"/>
            </a:gdLst>
            <a:ahLst/>
            <a:cxnLst/>
            <a:rect l="textAreaLeft" t="textAreaTop" r="textAreaRight" b="textAreaBottom"/>
            <a:pathLst>
              <a:path w="72135" h="201041">
                <a:moveTo>
                  <a:pt x="72135" y="0"/>
                </a:moveTo>
                <a:lnTo>
                  <a:pt x="53975" y="0"/>
                </a:lnTo>
                <a:lnTo>
                  <a:pt x="51053" y="2920"/>
                </a:lnTo>
                <a:lnTo>
                  <a:pt x="51053" y="8889"/>
                </a:lnTo>
                <a:lnTo>
                  <a:pt x="45211" y="20827"/>
                </a:lnTo>
                <a:lnTo>
                  <a:pt x="36207" y="26784"/>
                </a:lnTo>
                <a:lnTo>
                  <a:pt x="30225" y="32765"/>
                </a:lnTo>
                <a:lnTo>
                  <a:pt x="21208" y="35686"/>
                </a:lnTo>
                <a:lnTo>
                  <a:pt x="0" y="35686"/>
                </a:lnTo>
                <a:lnTo>
                  <a:pt x="0" y="56895"/>
                </a:lnTo>
                <a:lnTo>
                  <a:pt x="45593" y="56895"/>
                </a:lnTo>
                <a:lnTo>
                  <a:pt x="45593" y="200024"/>
                </a:lnTo>
                <a:lnTo>
                  <a:pt x="44703" y="201040"/>
                </a:lnTo>
                <a:lnTo>
                  <a:pt x="72135" y="201040"/>
                </a:lnTo>
                <a:lnTo>
                  <a:pt x="72135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" name="bk object 83"/>
          <p:cNvSpPr/>
          <p:nvPr/>
        </p:nvSpPr>
        <p:spPr>
          <a:xfrm>
            <a:off x="8270280" y="6460200"/>
            <a:ext cx="29520" cy="32760"/>
          </a:xfrm>
          <a:custGeom>
            <a:avLst/>
            <a:gdLst>
              <a:gd name="textAreaLeft" fmla="*/ 0 w 29520"/>
              <a:gd name="textAreaRight" fmla="*/ 30240 w 29520"/>
              <a:gd name="textAreaTop" fmla="*/ 0 h 32760"/>
              <a:gd name="textAreaBottom" fmla="*/ 33480 h 32760"/>
            </a:gdLst>
            <a:ahLst/>
            <a:cxnLst/>
            <a:rect l="textAreaLeft" t="textAreaTop" r="textAreaRight" b="textAreaBottom"/>
            <a:pathLst>
              <a:path w="30353" h="33401">
                <a:moveTo>
                  <a:pt x="0" y="16700"/>
                </a:moveTo>
                <a:lnTo>
                  <a:pt x="30353" y="16700"/>
                </a:lnTo>
              </a:path>
            </a:pathLst>
          </a:custGeom>
          <a:noFill/>
          <a:ln w="34671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3" name="bk object 84"/>
          <p:cNvSpPr/>
          <p:nvPr/>
        </p:nvSpPr>
        <p:spPr>
          <a:xfrm>
            <a:off x="8330760" y="6293520"/>
            <a:ext cx="134640" cy="201960"/>
          </a:xfrm>
          <a:custGeom>
            <a:avLst/>
            <a:gdLst>
              <a:gd name="textAreaLeft" fmla="*/ 0 w 134640"/>
              <a:gd name="textAreaRight" fmla="*/ 135360 w 134640"/>
              <a:gd name="textAreaTop" fmla="*/ 0 h 201960"/>
              <a:gd name="textAreaBottom" fmla="*/ 202680 h 201960"/>
            </a:gdLst>
            <a:ahLst/>
            <a:cxnLst/>
            <a:rect l="textAreaLeft" t="textAreaTop" r="textAreaRight" b="textAreaBottom"/>
            <a:pathLst>
              <a:path w="135508" h="202564">
                <a:moveTo>
                  <a:pt x="93598" y="2920"/>
                </a:moveTo>
                <a:lnTo>
                  <a:pt x="42290" y="2920"/>
                </a:lnTo>
                <a:lnTo>
                  <a:pt x="30225" y="11937"/>
                </a:lnTo>
                <a:lnTo>
                  <a:pt x="18287" y="23875"/>
                </a:lnTo>
                <a:lnTo>
                  <a:pt x="18287" y="26784"/>
                </a:lnTo>
                <a:lnTo>
                  <a:pt x="12318" y="32765"/>
                </a:lnTo>
                <a:lnTo>
                  <a:pt x="12318" y="38734"/>
                </a:lnTo>
                <a:lnTo>
                  <a:pt x="9397" y="41655"/>
                </a:lnTo>
                <a:lnTo>
                  <a:pt x="6476" y="53720"/>
                </a:lnTo>
                <a:lnTo>
                  <a:pt x="3527" y="75310"/>
                </a:lnTo>
                <a:lnTo>
                  <a:pt x="634" y="102361"/>
                </a:lnTo>
                <a:lnTo>
                  <a:pt x="0" y="102742"/>
                </a:lnTo>
                <a:lnTo>
                  <a:pt x="5841" y="148335"/>
                </a:lnTo>
                <a:lnTo>
                  <a:pt x="29844" y="193674"/>
                </a:lnTo>
                <a:lnTo>
                  <a:pt x="53975" y="202564"/>
                </a:lnTo>
                <a:lnTo>
                  <a:pt x="81406" y="202564"/>
                </a:lnTo>
                <a:lnTo>
                  <a:pt x="93471" y="199643"/>
                </a:lnTo>
                <a:lnTo>
                  <a:pt x="105536" y="193674"/>
                </a:lnTo>
                <a:lnTo>
                  <a:pt x="117601" y="181609"/>
                </a:lnTo>
                <a:lnTo>
                  <a:pt x="117727" y="181355"/>
                </a:lnTo>
                <a:lnTo>
                  <a:pt x="69722" y="181355"/>
                </a:lnTo>
                <a:lnTo>
                  <a:pt x="60718" y="178434"/>
                </a:lnTo>
                <a:lnTo>
                  <a:pt x="54736" y="178434"/>
                </a:lnTo>
                <a:lnTo>
                  <a:pt x="45719" y="172465"/>
                </a:lnTo>
                <a:lnTo>
                  <a:pt x="39750" y="166484"/>
                </a:lnTo>
                <a:lnTo>
                  <a:pt x="36829" y="154431"/>
                </a:lnTo>
                <a:lnTo>
                  <a:pt x="33908" y="148462"/>
                </a:lnTo>
                <a:lnTo>
                  <a:pt x="30987" y="139445"/>
                </a:lnTo>
                <a:lnTo>
                  <a:pt x="30987" y="124332"/>
                </a:lnTo>
                <a:lnTo>
                  <a:pt x="28066" y="103123"/>
                </a:lnTo>
                <a:lnTo>
                  <a:pt x="27939" y="102361"/>
                </a:lnTo>
                <a:lnTo>
                  <a:pt x="30860" y="78104"/>
                </a:lnTo>
                <a:lnTo>
                  <a:pt x="30860" y="62991"/>
                </a:lnTo>
                <a:lnTo>
                  <a:pt x="33781" y="57022"/>
                </a:lnTo>
                <a:lnTo>
                  <a:pt x="39623" y="38988"/>
                </a:lnTo>
                <a:lnTo>
                  <a:pt x="45592" y="29959"/>
                </a:lnTo>
                <a:lnTo>
                  <a:pt x="54609" y="27050"/>
                </a:lnTo>
                <a:lnTo>
                  <a:pt x="60578" y="24129"/>
                </a:lnTo>
                <a:lnTo>
                  <a:pt x="119282" y="24129"/>
                </a:lnTo>
                <a:lnTo>
                  <a:pt x="117728" y="20954"/>
                </a:lnTo>
                <a:lnTo>
                  <a:pt x="93598" y="2920"/>
                </a:lnTo>
                <a:close/>
              </a:path>
              <a:path w="135508" h="202564">
                <a:moveTo>
                  <a:pt x="119282" y="24129"/>
                </a:moveTo>
                <a:lnTo>
                  <a:pt x="78739" y="24129"/>
                </a:lnTo>
                <a:lnTo>
                  <a:pt x="90677" y="29959"/>
                </a:lnTo>
                <a:lnTo>
                  <a:pt x="102615" y="48005"/>
                </a:lnTo>
                <a:lnTo>
                  <a:pt x="108534" y="62991"/>
                </a:lnTo>
                <a:lnTo>
                  <a:pt x="108534" y="139445"/>
                </a:lnTo>
                <a:lnTo>
                  <a:pt x="102615" y="154431"/>
                </a:lnTo>
                <a:lnTo>
                  <a:pt x="96646" y="166484"/>
                </a:lnTo>
                <a:lnTo>
                  <a:pt x="84708" y="178434"/>
                </a:lnTo>
                <a:lnTo>
                  <a:pt x="78739" y="178434"/>
                </a:lnTo>
                <a:lnTo>
                  <a:pt x="69722" y="181355"/>
                </a:lnTo>
                <a:lnTo>
                  <a:pt x="117727" y="181355"/>
                </a:lnTo>
                <a:lnTo>
                  <a:pt x="123570" y="169544"/>
                </a:lnTo>
                <a:lnTo>
                  <a:pt x="132587" y="148335"/>
                </a:lnTo>
                <a:lnTo>
                  <a:pt x="135508" y="130174"/>
                </a:lnTo>
                <a:lnTo>
                  <a:pt x="135456" y="74929"/>
                </a:lnTo>
                <a:lnTo>
                  <a:pt x="132587" y="54101"/>
                </a:lnTo>
                <a:lnTo>
                  <a:pt x="123508" y="32765"/>
                </a:lnTo>
                <a:lnTo>
                  <a:pt x="119282" y="24129"/>
                </a:lnTo>
                <a:close/>
              </a:path>
              <a:path w="135508" h="202564">
                <a:moveTo>
                  <a:pt x="81660" y="0"/>
                </a:moveTo>
                <a:lnTo>
                  <a:pt x="54228" y="0"/>
                </a:lnTo>
                <a:lnTo>
                  <a:pt x="48259" y="2920"/>
                </a:lnTo>
                <a:lnTo>
                  <a:pt x="87629" y="2920"/>
                </a:lnTo>
                <a:lnTo>
                  <a:pt x="8166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4" name="bk object 85"/>
          <p:cNvSpPr/>
          <p:nvPr/>
        </p:nvSpPr>
        <p:spPr>
          <a:xfrm>
            <a:off x="2387520" y="553968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0">
                <a:moveTo>
                  <a:pt x="0" y="0"/>
                </a:moveTo>
                <a:lnTo>
                  <a:pt x="292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5" name="bk object 86"/>
          <p:cNvSpPr/>
          <p:nvPr/>
        </p:nvSpPr>
        <p:spPr>
          <a:xfrm>
            <a:off x="2448360" y="553356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0">
                <a:moveTo>
                  <a:pt x="0" y="0"/>
                </a:moveTo>
                <a:lnTo>
                  <a:pt x="292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6" name="bk object 87"/>
          <p:cNvSpPr/>
          <p:nvPr/>
        </p:nvSpPr>
        <p:spPr>
          <a:xfrm>
            <a:off x="2506320" y="552744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0">
                <a:moveTo>
                  <a:pt x="0" y="0"/>
                </a:moveTo>
                <a:lnTo>
                  <a:pt x="292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" name="bk object 88"/>
          <p:cNvSpPr/>
          <p:nvPr/>
        </p:nvSpPr>
        <p:spPr>
          <a:xfrm>
            <a:off x="2567520" y="552420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8" name="bk object 89"/>
          <p:cNvSpPr/>
          <p:nvPr/>
        </p:nvSpPr>
        <p:spPr>
          <a:xfrm>
            <a:off x="2625120" y="551808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0">
                <a:moveTo>
                  <a:pt x="0" y="0"/>
                </a:moveTo>
                <a:lnTo>
                  <a:pt x="292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9" name="bk object 90"/>
          <p:cNvSpPr/>
          <p:nvPr/>
        </p:nvSpPr>
        <p:spPr>
          <a:xfrm>
            <a:off x="2683440" y="551196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0">
                <a:moveTo>
                  <a:pt x="0" y="0"/>
                </a:moveTo>
                <a:lnTo>
                  <a:pt x="292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0" name="bk object 91"/>
          <p:cNvSpPr/>
          <p:nvPr/>
        </p:nvSpPr>
        <p:spPr>
          <a:xfrm>
            <a:off x="2744280" y="550584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0">
                <a:moveTo>
                  <a:pt x="0" y="0"/>
                </a:moveTo>
                <a:lnTo>
                  <a:pt x="292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1" name="bk object 92"/>
          <p:cNvSpPr/>
          <p:nvPr/>
        </p:nvSpPr>
        <p:spPr>
          <a:xfrm>
            <a:off x="2802240" y="550296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2" name="bk object 93"/>
          <p:cNvSpPr/>
          <p:nvPr/>
        </p:nvSpPr>
        <p:spPr>
          <a:xfrm>
            <a:off x="2863080" y="549684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0">
                <a:moveTo>
                  <a:pt x="0" y="0"/>
                </a:moveTo>
                <a:lnTo>
                  <a:pt x="292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3" name="bk object 94"/>
          <p:cNvSpPr/>
          <p:nvPr/>
        </p:nvSpPr>
        <p:spPr>
          <a:xfrm>
            <a:off x="2921040" y="549072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0">
                <a:moveTo>
                  <a:pt x="0" y="0"/>
                </a:moveTo>
                <a:lnTo>
                  <a:pt x="292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4" name="bk object 95"/>
          <p:cNvSpPr/>
          <p:nvPr/>
        </p:nvSpPr>
        <p:spPr>
          <a:xfrm>
            <a:off x="2981880" y="548460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0">
                <a:moveTo>
                  <a:pt x="0" y="0"/>
                </a:moveTo>
                <a:lnTo>
                  <a:pt x="292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5" name="bk object 96"/>
          <p:cNvSpPr/>
          <p:nvPr/>
        </p:nvSpPr>
        <p:spPr>
          <a:xfrm>
            <a:off x="3039840" y="547848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6" name="bk object 97"/>
          <p:cNvSpPr/>
          <p:nvPr/>
        </p:nvSpPr>
        <p:spPr>
          <a:xfrm>
            <a:off x="3097800" y="547236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0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7" name="bk object 98"/>
          <p:cNvSpPr/>
          <p:nvPr/>
        </p:nvSpPr>
        <p:spPr>
          <a:xfrm>
            <a:off x="3158640" y="546624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8" name="bk object 99"/>
          <p:cNvSpPr/>
          <p:nvPr/>
        </p:nvSpPr>
        <p:spPr>
          <a:xfrm>
            <a:off x="3216600" y="546012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9" name="bk object 100"/>
          <p:cNvSpPr/>
          <p:nvPr/>
        </p:nvSpPr>
        <p:spPr>
          <a:xfrm>
            <a:off x="3277440" y="545400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0" name="bk object 101"/>
          <p:cNvSpPr/>
          <p:nvPr/>
        </p:nvSpPr>
        <p:spPr>
          <a:xfrm>
            <a:off x="3335400" y="544824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1" name="bk object 102"/>
          <p:cNvSpPr/>
          <p:nvPr/>
        </p:nvSpPr>
        <p:spPr>
          <a:xfrm>
            <a:off x="3393360" y="544176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0">
                <a:moveTo>
                  <a:pt x="0" y="0"/>
                </a:moveTo>
                <a:lnTo>
                  <a:pt x="292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2" name="bk object 103"/>
          <p:cNvSpPr/>
          <p:nvPr/>
        </p:nvSpPr>
        <p:spPr>
          <a:xfrm>
            <a:off x="3454560" y="543276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0">
                <a:moveTo>
                  <a:pt x="0" y="0"/>
                </a:moveTo>
                <a:lnTo>
                  <a:pt x="292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3" name="bk object 104"/>
          <p:cNvSpPr/>
          <p:nvPr/>
        </p:nvSpPr>
        <p:spPr>
          <a:xfrm>
            <a:off x="3512520" y="542664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0">
                <a:moveTo>
                  <a:pt x="0" y="0"/>
                </a:moveTo>
                <a:lnTo>
                  <a:pt x="292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4" name="bk object 105"/>
          <p:cNvSpPr/>
          <p:nvPr/>
        </p:nvSpPr>
        <p:spPr>
          <a:xfrm>
            <a:off x="3573360" y="542052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5" name="bk object 106"/>
          <p:cNvSpPr/>
          <p:nvPr/>
        </p:nvSpPr>
        <p:spPr>
          <a:xfrm>
            <a:off x="3630960" y="541152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6" name="bk object 107"/>
          <p:cNvSpPr/>
          <p:nvPr/>
        </p:nvSpPr>
        <p:spPr>
          <a:xfrm>
            <a:off x="3692160" y="540540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7" name="bk object 108"/>
          <p:cNvSpPr/>
          <p:nvPr/>
        </p:nvSpPr>
        <p:spPr>
          <a:xfrm>
            <a:off x="3750120" y="539604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8" name="bk object 109"/>
          <p:cNvSpPr/>
          <p:nvPr/>
        </p:nvSpPr>
        <p:spPr>
          <a:xfrm>
            <a:off x="3808080" y="539028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9" name="bk object 110"/>
          <p:cNvSpPr/>
          <p:nvPr/>
        </p:nvSpPr>
        <p:spPr>
          <a:xfrm>
            <a:off x="3868920" y="538092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0" name="bk object 111"/>
          <p:cNvSpPr/>
          <p:nvPr/>
        </p:nvSpPr>
        <p:spPr>
          <a:xfrm>
            <a:off x="3926880" y="537480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0">
                <a:moveTo>
                  <a:pt x="0" y="0"/>
                </a:moveTo>
                <a:lnTo>
                  <a:pt x="292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1" name="bk object 112"/>
          <p:cNvSpPr/>
          <p:nvPr/>
        </p:nvSpPr>
        <p:spPr>
          <a:xfrm>
            <a:off x="3987720" y="536580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0">
                <a:moveTo>
                  <a:pt x="0" y="0"/>
                </a:moveTo>
                <a:lnTo>
                  <a:pt x="292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2" name="bk object 113"/>
          <p:cNvSpPr/>
          <p:nvPr/>
        </p:nvSpPr>
        <p:spPr>
          <a:xfrm>
            <a:off x="4045680" y="535644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0">
                <a:moveTo>
                  <a:pt x="0" y="0"/>
                </a:moveTo>
                <a:lnTo>
                  <a:pt x="292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3" name="bk object 114"/>
          <p:cNvSpPr/>
          <p:nvPr/>
        </p:nvSpPr>
        <p:spPr>
          <a:xfrm>
            <a:off x="4103640" y="534744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0">
                <a:moveTo>
                  <a:pt x="0" y="0"/>
                </a:moveTo>
                <a:lnTo>
                  <a:pt x="292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4" name="bk object 115"/>
          <p:cNvSpPr/>
          <p:nvPr/>
        </p:nvSpPr>
        <p:spPr>
          <a:xfrm>
            <a:off x="4164480" y="533808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5" name="bk object 116"/>
          <p:cNvSpPr/>
          <p:nvPr/>
        </p:nvSpPr>
        <p:spPr>
          <a:xfrm>
            <a:off x="4222440" y="532908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6" name="bk object 117"/>
          <p:cNvSpPr/>
          <p:nvPr/>
        </p:nvSpPr>
        <p:spPr>
          <a:xfrm>
            <a:off x="4283640" y="532008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7" name="bk object 118"/>
          <p:cNvSpPr/>
          <p:nvPr/>
        </p:nvSpPr>
        <p:spPr>
          <a:xfrm>
            <a:off x="4341600" y="531108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8" name="bk object 119"/>
          <p:cNvSpPr/>
          <p:nvPr/>
        </p:nvSpPr>
        <p:spPr>
          <a:xfrm>
            <a:off x="4402080" y="530172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9" name="bk object 120"/>
          <p:cNvSpPr/>
          <p:nvPr/>
        </p:nvSpPr>
        <p:spPr>
          <a:xfrm>
            <a:off x="4460040" y="528948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0">
                <a:moveTo>
                  <a:pt x="0" y="0"/>
                </a:moveTo>
                <a:lnTo>
                  <a:pt x="292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0" name="bk object 121"/>
          <p:cNvSpPr/>
          <p:nvPr/>
        </p:nvSpPr>
        <p:spPr>
          <a:xfrm>
            <a:off x="4518000" y="528048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0">
                <a:moveTo>
                  <a:pt x="0" y="0"/>
                </a:moveTo>
                <a:lnTo>
                  <a:pt x="292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1" name="bk object 122"/>
          <p:cNvSpPr/>
          <p:nvPr/>
        </p:nvSpPr>
        <p:spPr>
          <a:xfrm>
            <a:off x="4579200" y="526824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0">
                <a:moveTo>
                  <a:pt x="0" y="0"/>
                </a:moveTo>
                <a:lnTo>
                  <a:pt x="292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2" name="bk object 123"/>
          <p:cNvSpPr/>
          <p:nvPr/>
        </p:nvSpPr>
        <p:spPr>
          <a:xfrm>
            <a:off x="4637160" y="525924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0">
                <a:moveTo>
                  <a:pt x="0" y="0"/>
                </a:moveTo>
                <a:lnTo>
                  <a:pt x="292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3" name="bk object 124"/>
          <p:cNvSpPr/>
          <p:nvPr/>
        </p:nvSpPr>
        <p:spPr>
          <a:xfrm>
            <a:off x="4698000" y="524700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4" name="bk object 125"/>
          <p:cNvSpPr/>
          <p:nvPr/>
        </p:nvSpPr>
        <p:spPr>
          <a:xfrm>
            <a:off x="4755960" y="523476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5" name="bk object 126"/>
          <p:cNvSpPr/>
          <p:nvPr/>
        </p:nvSpPr>
        <p:spPr>
          <a:xfrm>
            <a:off x="4816800" y="522252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6" name="bk object 127"/>
          <p:cNvSpPr/>
          <p:nvPr/>
        </p:nvSpPr>
        <p:spPr>
          <a:xfrm>
            <a:off x="4874760" y="521028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7" name="bk object 128"/>
          <p:cNvSpPr/>
          <p:nvPr/>
        </p:nvSpPr>
        <p:spPr>
          <a:xfrm>
            <a:off x="4932720" y="519804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8" name="bk object 129"/>
          <p:cNvSpPr/>
          <p:nvPr/>
        </p:nvSpPr>
        <p:spPr>
          <a:xfrm>
            <a:off x="4993560" y="518580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9" name="bk object 130"/>
          <p:cNvSpPr/>
          <p:nvPr/>
        </p:nvSpPr>
        <p:spPr>
          <a:xfrm>
            <a:off x="5051520" y="517068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0" name="bk object 131"/>
          <p:cNvSpPr/>
          <p:nvPr/>
        </p:nvSpPr>
        <p:spPr>
          <a:xfrm>
            <a:off x="5112720" y="515844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1" name="bk object 132"/>
          <p:cNvSpPr/>
          <p:nvPr/>
        </p:nvSpPr>
        <p:spPr>
          <a:xfrm>
            <a:off x="5170320" y="514332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2" name="bk object 133"/>
          <p:cNvSpPr/>
          <p:nvPr/>
        </p:nvSpPr>
        <p:spPr>
          <a:xfrm>
            <a:off x="5228280" y="512784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3" name="bk object 134"/>
          <p:cNvSpPr/>
          <p:nvPr/>
        </p:nvSpPr>
        <p:spPr>
          <a:xfrm>
            <a:off x="5289120" y="511272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0">
                <a:moveTo>
                  <a:pt x="0" y="0"/>
                </a:moveTo>
                <a:lnTo>
                  <a:pt x="292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4" name="bk object 135"/>
          <p:cNvSpPr/>
          <p:nvPr/>
        </p:nvSpPr>
        <p:spPr>
          <a:xfrm>
            <a:off x="5347080" y="509760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5" name="bk object 136"/>
          <p:cNvSpPr/>
          <p:nvPr/>
        </p:nvSpPr>
        <p:spPr>
          <a:xfrm>
            <a:off x="5407920" y="507924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6" name="bk object 137"/>
          <p:cNvSpPr/>
          <p:nvPr/>
        </p:nvSpPr>
        <p:spPr>
          <a:xfrm>
            <a:off x="5465880" y="506412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7" name="bk object 138"/>
          <p:cNvSpPr/>
          <p:nvPr/>
        </p:nvSpPr>
        <p:spPr>
          <a:xfrm>
            <a:off x="5527080" y="504576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8" name="bk object 139"/>
          <p:cNvSpPr/>
          <p:nvPr/>
        </p:nvSpPr>
        <p:spPr>
          <a:xfrm>
            <a:off x="5585040" y="502740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9" name="bk object 140"/>
          <p:cNvSpPr/>
          <p:nvPr/>
        </p:nvSpPr>
        <p:spPr>
          <a:xfrm>
            <a:off x="5642640" y="500904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0" name="bk object 141"/>
          <p:cNvSpPr/>
          <p:nvPr/>
        </p:nvSpPr>
        <p:spPr>
          <a:xfrm>
            <a:off x="5703840" y="499104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1" name="bk object 142"/>
          <p:cNvSpPr/>
          <p:nvPr/>
        </p:nvSpPr>
        <p:spPr>
          <a:xfrm>
            <a:off x="5761800" y="496944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2" name="bk object 143"/>
          <p:cNvSpPr/>
          <p:nvPr/>
        </p:nvSpPr>
        <p:spPr>
          <a:xfrm>
            <a:off x="5822640" y="494820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0">
                <a:moveTo>
                  <a:pt x="0" y="0"/>
                </a:moveTo>
                <a:lnTo>
                  <a:pt x="292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3" name="bk object 144"/>
          <p:cNvSpPr/>
          <p:nvPr/>
        </p:nvSpPr>
        <p:spPr>
          <a:xfrm>
            <a:off x="5880600" y="492696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4" name="bk object 145"/>
          <p:cNvSpPr/>
          <p:nvPr/>
        </p:nvSpPr>
        <p:spPr>
          <a:xfrm>
            <a:off x="5938560" y="490536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5" name="bk object 146"/>
          <p:cNvSpPr/>
          <p:nvPr/>
        </p:nvSpPr>
        <p:spPr>
          <a:xfrm>
            <a:off x="5999400" y="488088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6" name="bk object 147"/>
          <p:cNvSpPr/>
          <p:nvPr/>
        </p:nvSpPr>
        <p:spPr>
          <a:xfrm>
            <a:off x="6057360" y="485676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7" name="bk object 148"/>
          <p:cNvSpPr/>
          <p:nvPr/>
        </p:nvSpPr>
        <p:spPr>
          <a:xfrm>
            <a:off x="6118200" y="483228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33">
                <a:moveTo>
                  <a:pt x="0" y="0"/>
                </a:moveTo>
                <a:lnTo>
                  <a:pt x="2933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8" name="bk object 149"/>
          <p:cNvSpPr/>
          <p:nvPr/>
        </p:nvSpPr>
        <p:spPr>
          <a:xfrm>
            <a:off x="6176160" y="480492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9" name="bk object 150"/>
          <p:cNvSpPr/>
          <p:nvPr/>
        </p:nvSpPr>
        <p:spPr>
          <a:xfrm>
            <a:off x="6237360" y="477756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0" name="bk object 151"/>
          <p:cNvSpPr/>
          <p:nvPr/>
        </p:nvSpPr>
        <p:spPr>
          <a:xfrm>
            <a:off x="6295320" y="475020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1" name="bk object 152"/>
          <p:cNvSpPr/>
          <p:nvPr/>
        </p:nvSpPr>
        <p:spPr>
          <a:xfrm>
            <a:off x="6353280" y="471960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2" name="bk object 153"/>
          <p:cNvSpPr/>
          <p:nvPr/>
        </p:nvSpPr>
        <p:spPr>
          <a:xfrm>
            <a:off x="6413760" y="468612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3" name="bk object 154"/>
          <p:cNvSpPr/>
          <p:nvPr/>
        </p:nvSpPr>
        <p:spPr>
          <a:xfrm>
            <a:off x="6471720" y="465552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4" name="bk object 155"/>
          <p:cNvSpPr/>
          <p:nvPr/>
        </p:nvSpPr>
        <p:spPr>
          <a:xfrm>
            <a:off x="6532920" y="461916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5" name="bk object 156"/>
          <p:cNvSpPr/>
          <p:nvPr/>
        </p:nvSpPr>
        <p:spPr>
          <a:xfrm>
            <a:off x="6590880" y="458244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6" name="bk object 157"/>
          <p:cNvSpPr/>
          <p:nvPr/>
        </p:nvSpPr>
        <p:spPr>
          <a:xfrm>
            <a:off x="6651720" y="454572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33">
                <a:moveTo>
                  <a:pt x="0" y="0"/>
                </a:moveTo>
                <a:lnTo>
                  <a:pt x="2933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7" name="bk object 158"/>
          <p:cNvSpPr/>
          <p:nvPr/>
        </p:nvSpPr>
        <p:spPr>
          <a:xfrm>
            <a:off x="6709680" y="450612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8" name="bk object 159"/>
          <p:cNvSpPr/>
          <p:nvPr/>
        </p:nvSpPr>
        <p:spPr>
          <a:xfrm>
            <a:off x="6767640" y="446364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9" name="bk object 160"/>
          <p:cNvSpPr/>
          <p:nvPr/>
        </p:nvSpPr>
        <p:spPr>
          <a:xfrm>
            <a:off x="6828480" y="441792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0" name="bk object 161"/>
          <p:cNvSpPr/>
          <p:nvPr/>
        </p:nvSpPr>
        <p:spPr>
          <a:xfrm>
            <a:off x="6886440" y="437220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1" name="bk object 162"/>
          <p:cNvSpPr/>
          <p:nvPr/>
        </p:nvSpPr>
        <p:spPr>
          <a:xfrm>
            <a:off x="6947280" y="432036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19">
                <a:moveTo>
                  <a:pt x="0" y="0"/>
                </a:moveTo>
                <a:lnTo>
                  <a:pt x="2919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2" name="bk object 163"/>
          <p:cNvSpPr/>
          <p:nvPr/>
        </p:nvSpPr>
        <p:spPr>
          <a:xfrm>
            <a:off x="7005240" y="426852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19">
                <a:moveTo>
                  <a:pt x="0" y="0"/>
                </a:moveTo>
                <a:lnTo>
                  <a:pt x="2919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3" name="bk object 164"/>
          <p:cNvSpPr/>
          <p:nvPr/>
        </p:nvSpPr>
        <p:spPr>
          <a:xfrm>
            <a:off x="7063200" y="421056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4" name="bk object 165"/>
          <p:cNvSpPr/>
          <p:nvPr/>
        </p:nvSpPr>
        <p:spPr>
          <a:xfrm>
            <a:off x="7124040" y="415260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5" name="bk object 166"/>
          <p:cNvSpPr/>
          <p:nvPr/>
        </p:nvSpPr>
        <p:spPr>
          <a:xfrm>
            <a:off x="7182000" y="408852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2">
                <a:moveTo>
                  <a:pt x="0" y="0"/>
                </a:moveTo>
                <a:lnTo>
                  <a:pt x="2922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6" name="bk object 167"/>
          <p:cNvSpPr/>
          <p:nvPr/>
        </p:nvSpPr>
        <p:spPr>
          <a:xfrm>
            <a:off x="7242840" y="401868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7" name="bk object 168"/>
          <p:cNvSpPr/>
          <p:nvPr/>
        </p:nvSpPr>
        <p:spPr>
          <a:xfrm>
            <a:off x="7300800" y="394524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8" name="bk object 169"/>
          <p:cNvSpPr/>
          <p:nvPr/>
        </p:nvSpPr>
        <p:spPr>
          <a:xfrm>
            <a:off x="7362000" y="386604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9" name="bk object 170"/>
          <p:cNvSpPr/>
          <p:nvPr/>
        </p:nvSpPr>
        <p:spPr>
          <a:xfrm>
            <a:off x="7419960" y="378396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0" name="bk object 171"/>
          <p:cNvSpPr/>
          <p:nvPr/>
        </p:nvSpPr>
        <p:spPr>
          <a:xfrm>
            <a:off x="7477560" y="369252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1" name="bk object 172"/>
          <p:cNvSpPr/>
          <p:nvPr/>
        </p:nvSpPr>
        <p:spPr>
          <a:xfrm>
            <a:off x="7538760" y="359172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19">
                <a:moveTo>
                  <a:pt x="0" y="0"/>
                </a:moveTo>
                <a:lnTo>
                  <a:pt x="2919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2" name="bk object 173"/>
          <p:cNvSpPr/>
          <p:nvPr/>
        </p:nvSpPr>
        <p:spPr>
          <a:xfrm>
            <a:off x="7596720" y="348516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19">
                <a:moveTo>
                  <a:pt x="0" y="0"/>
                </a:moveTo>
                <a:lnTo>
                  <a:pt x="2919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3" name="bk object 174"/>
          <p:cNvSpPr/>
          <p:nvPr/>
        </p:nvSpPr>
        <p:spPr>
          <a:xfrm>
            <a:off x="7657560" y="336636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4" name="bk object 175"/>
          <p:cNvSpPr/>
          <p:nvPr/>
        </p:nvSpPr>
        <p:spPr>
          <a:xfrm>
            <a:off x="7715520" y="323820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2">
                <a:moveTo>
                  <a:pt x="0" y="0"/>
                </a:moveTo>
                <a:lnTo>
                  <a:pt x="2922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5" name="bk object 176"/>
          <p:cNvSpPr/>
          <p:nvPr/>
        </p:nvSpPr>
        <p:spPr>
          <a:xfrm>
            <a:off x="7773480" y="309816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2">
                <a:moveTo>
                  <a:pt x="0" y="0"/>
                </a:moveTo>
                <a:lnTo>
                  <a:pt x="2922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6" name="bk object 177"/>
          <p:cNvSpPr/>
          <p:nvPr/>
        </p:nvSpPr>
        <p:spPr>
          <a:xfrm>
            <a:off x="7834320" y="294264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7" name="bk object 178"/>
          <p:cNvSpPr/>
          <p:nvPr/>
        </p:nvSpPr>
        <p:spPr>
          <a:xfrm>
            <a:off x="7892280" y="276876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8" name="bk object 179"/>
          <p:cNvSpPr/>
          <p:nvPr/>
        </p:nvSpPr>
        <p:spPr>
          <a:xfrm>
            <a:off x="7953480" y="257688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9" name="bk object 180"/>
          <p:cNvSpPr/>
          <p:nvPr/>
        </p:nvSpPr>
        <p:spPr>
          <a:xfrm>
            <a:off x="8011080" y="235728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08">
                <a:moveTo>
                  <a:pt x="0" y="0"/>
                </a:moveTo>
                <a:lnTo>
                  <a:pt x="2908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0" name="bk object 181"/>
          <p:cNvSpPr/>
          <p:nvPr/>
        </p:nvSpPr>
        <p:spPr>
          <a:xfrm>
            <a:off x="8071920" y="211068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19">
                <a:moveTo>
                  <a:pt x="0" y="0"/>
                </a:moveTo>
                <a:lnTo>
                  <a:pt x="2919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1" name="bk object 182"/>
          <p:cNvSpPr/>
          <p:nvPr/>
        </p:nvSpPr>
        <p:spPr>
          <a:xfrm>
            <a:off x="8129880" y="183024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2" name="bk object 183"/>
          <p:cNvSpPr/>
          <p:nvPr/>
        </p:nvSpPr>
        <p:spPr>
          <a:xfrm>
            <a:off x="8187840" y="150696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3" name="bk object 184"/>
          <p:cNvSpPr/>
          <p:nvPr/>
        </p:nvSpPr>
        <p:spPr>
          <a:xfrm>
            <a:off x="8248680" y="112896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1">
                <a:moveTo>
                  <a:pt x="0" y="0"/>
                </a:moveTo>
                <a:lnTo>
                  <a:pt x="2921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4" name="bk object 185"/>
          <p:cNvSpPr/>
          <p:nvPr/>
        </p:nvSpPr>
        <p:spPr>
          <a:xfrm>
            <a:off x="8306640" y="684000"/>
            <a:ext cx="2160" cy="360"/>
          </a:xfrm>
          <a:custGeom>
            <a:avLst/>
            <a:gdLst>
              <a:gd name="textAreaLeft" fmla="*/ 0 w 2160"/>
              <a:gd name="textAreaRight" fmla="*/ 2880 w 2160"/>
              <a:gd name="textAreaTop" fmla="*/ 0 h 360"/>
              <a:gd name="textAreaBottom" fmla="*/ 1440 h 360"/>
            </a:gdLst>
            <a:ahLst/>
            <a:cxnLst/>
            <a:rect l="textAreaLeft" t="textAreaTop" r="textAreaRight" b="textAreaBottom"/>
            <a:pathLst>
              <a:path w="2920">
                <a:moveTo>
                  <a:pt x="0" y="0"/>
                </a:moveTo>
                <a:lnTo>
                  <a:pt x="2920" y="0"/>
                </a:lnTo>
              </a:path>
            </a:pathLst>
          </a:custGeom>
          <a:noFill/>
          <a:ln w="317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5" name="bk object 186"/>
          <p:cNvSpPr/>
          <p:nvPr/>
        </p:nvSpPr>
        <p:spPr>
          <a:xfrm>
            <a:off x="2387520" y="695160"/>
            <a:ext cx="5905800" cy="4843440"/>
          </a:xfrm>
          <a:custGeom>
            <a:avLst/>
            <a:gdLst>
              <a:gd name="textAreaLeft" fmla="*/ 0 w 5905800"/>
              <a:gd name="textAreaRight" fmla="*/ 5906520 w 5905800"/>
              <a:gd name="textAreaTop" fmla="*/ 0 h 4843440"/>
              <a:gd name="textAreaBottom" fmla="*/ 4844160 h 4843440"/>
            </a:gdLst>
            <a:ahLst/>
            <a:cxnLst/>
            <a:rect l="textAreaLeft" t="textAreaTop" r="textAreaRight" b="textAreaBottom"/>
            <a:pathLst>
              <a:path w="5906515" h="4844288">
                <a:moveTo>
                  <a:pt x="0" y="4844288"/>
                </a:moveTo>
                <a:lnTo>
                  <a:pt x="60832" y="4838319"/>
                </a:lnTo>
                <a:lnTo>
                  <a:pt x="118617" y="4832350"/>
                </a:lnTo>
                <a:lnTo>
                  <a:pt x="179450" y="4829429"/>
                </a:lnTo>
                <a:lnTo>
                  <a:pt x="237235" y="4823459"/>
                </a:lnTo>
                <a:lnTo>
                  <a:pt x="295020" y="4817491"/>
                </a:lnTo>
                <a:lnTo>
                  <a:pt x="355853" y="4811521"/>
                </a:lnTo>
                <a:lnTo>
                  <a:pt x="413638" y="4808601"/>
                </a:lnTo>
                <a:lnTo>
                  <a:pt x="474471" y="4802632"/>
                </a:lnTo>
                <a:lnTo>
                  <a:pt x="532256" y="4796663"/>
                </a:lnTo>
                <a:lnTo>
                  <a:pt x="593089" y="4790694"/>
                </a:lnTo>
                <a:lnTo>
                  <a:pt x="650874" y="4784725"/>
                </a:lnTo>
                <a:lnTo>
                  <a:pt x="708659" y="4778756"/>
                </a:lnTo>
                <a:lnTo>
                  <a:pt x="769492" y="4772786"/>
                </a:lnTo>
                <a:lnTo>
                  <a:pt x="827277" y="4766818"/>
                </a:lnTo>
                <a:lnTo>
                  <a:pt x="888110" y="4760849"/>
                </a:lnTo>
                <a:lnTo>
                  <a:pt x="1003680" y="4748910"/>
                </a:lnTo>
                <a:lnTo>
                  <a:pt x="1064513" y="4739894"/>
                </a:lnTo>
                <a:lnTo>
                  <a:pt x="1122298" y="4733925"/>
                </a:lnTo>
                <a:lnTo>
                  <a:pt x="1183131" y="4727956"/>
                </a:lnTo>
                <a:lnTo>
                  <a:pt x="1240916" y="4718938"/>
                </a:lnTo>
                <a:lnTo>
                  <a:pt x="1301749" y="4712970"/>
                </a:lnTo>
                <a:lnTo>
                  <a:pt x="1359534" y="4703953"/>
                </a:lnTo>
                <a:lnTo>
                  <a:pt x="1417319" y="4697983"/>
                </a:lnTo>
                <a:lnTo>
                  <a:pt x="1478152" y="4688967"/>
                </a:lnTo>
                <a:lnTo>
                  <a:pt x="1535937" y="4682998"/>
                </a:lnTo>
                <a:lnTo>
                  <a:pt x="1596770" y="4673981"/>
                </a:lnTo>
                <a:lnTo>
                  <a:pt x="1654555" y="4664963"/>
                </a:lnTo>
                <a:lnTo>
                  <a:pt x="1712340" y="4655947"/>
                </a:lnTo>
                <a:lnTo>
                  <a:pt x="1773173" y="4646930"/>
                </a:lnTo>
                <a:lnTo>
                  <a:pt x="1830958" y="4637912"/>
                </a:lnTo>
                <a:lnTo>
                  <a:pt x="1891791" y="4628896"/>
                </a:lnTo>
                <a:lnTo>
                  <a:pt x="1949576" y="4619879"/>
                </a:lnTo>
                <a:lnTo>
                  <a:pt x="2010409" y="4610861"/>
                </a:lnTo>
                <a:lnTo>
                  <a:pt x="2068194" y="4598797"/>
                </a:lnTo>
                <a:lnTo>
                  <a:pt x="2125979" y="4589780"/>
                </a:lnTo>
                <a:lnTo>
                  <a:pt x="2186812" y="4577715"/>
                </a:lnTo>
                <a:lnTo>
                  <a:pt x="2244597" y="4568698"/>
                </a:lnTo>
                <a:lnTo>
                  <a:pt x="2305430" y="4556633"/>
                </a:lnTo>
                <a:lnTo>
                  <a:pt x="2363215" y="4544568"/>
                </a:lnTo>
                <a:lnTo>
                  <a:pt x="2424048" y="4532503"/>
                </a:lnTo>
                <a:lnTo>
                  <a:pt x="2481833" y="4520437"/>
                </a:lnTo>
                <a:lnTo>
                  <a:pt x="2539618" y="4508373"/>
                </a:lnTo>
                <a:lnTo>
                  <a:pt x="2600451" y="4496308"/>
                </a:lnTo>
                <a:lnTo>
                  <a:pt x="2658236" y="4481195"/>
                </a:lnTo>
                <a:lnTo>
                  <a:pt x="2719069" y="4469130"/>
                </a:lnTo>
                <a:lnTo>
                  <a:pt x="2776854" y="4454017"/>
                </a:lnTo>
                <a:lnTo>
                  <a:pt x="2834639" y="4438904"/>
                </a:lnTo>
                <a:lnTo>
                  <a:pt x="2895472" y="4423791"/>
                </a:lnTo>
                <a:lnTo>
                  <a:pt x="2953257" y="4408678"/>
                </a:lnTo>
                <a:lnTo>
                  <a:pt x="3014090" y="4390517"/>
                </a:lnTo>
                <a:lnTo>
                  <a:pt x="3071875" y="4375404"/>
                </a:lnTo>
                <a:lnTo>
                  <a:pt x="3132708" y="4357243"/>
                </a:lnTo>
                <a:lnTo>
                  <a:pt x="3190493" y="4339082"/>
                </a:lnTo>
                <a:lnTo>
                  <a:pt x="3248278" y="4320921"/>
                </a:lnTo>
                <a:lnTo>
                  <a:pt x="3309111" y="4302759"/>
                </a:lnTo>
                <a:lnTo>
                  <a:pt x="3366896" y="4281551"/>
                </a:lnTo>
                <a:lnTo>
                  <a:pt x="3427729" y="4260342"/>
                </a:lnTo>
                <a:lnTo>
                  <a:pt x="3543299" y="4217924"/>
                </a:lnTo>
                <a:lnTo>
                  <a:pt x="3604132" y="4193666"/>
                </a:lnTo>
                <a:lnTo>
                  <a:pt x="3661917" y="4169409"/>
                </a:lnTo>
                <a:lnTo>
                  <a:pt x="3722750" y="4145153"/>
                </a:lnTo>
                <a:lnTo>
                  <a:pt x="3780535" y="4117721"/>
                </a:lnTo>
                <a:lnTo>
                  <a:pt x="3841368" y="4090288"/>
                </a:lnTo>
                <a:lnTo>
                  <a:pt x="3899153" y="4062856"/>
                </a:lnTo>
                <a:lnTo>
                  <a:pt x="3956938" y="4032504"/>
                </a:lnTo>
                <a:lnTo>
                  <a:pt x="4017771" y="3999103"/>
                </a:lnTo>
                <a:lnTo>
                  <a:pt x="4075556" y="3968750"/>
                </a:lnTo>
                <a:lnTo>
                  <a:pt x="4136389" y="3932301"/>
                </a:lnTo>
                <a:lnTo>
                  <a:pt x="4194174" y="3895852"/>
                </a:lnTo>
                <a:lnTo>
                  <a:pt x="4255007" y="3859403"/>
                </a:lnTo>
                <a:lnTo>
                  <a:pt x="4312792" y="3819779"/>
                </a:lnTo>
                <a:lnTo>
                  <a:pt x="4370577" y="3777221"/>
                </a:lnTo>
                <a:lnTo>
                  <a:pt x="4431410" y="3731641"/>
                </a:lnTo>
                <a:lnTo>
                  <a:pt x="4489195" y="3686048"/>
                </a:lnTo>
                <a:lnTo>
                  <a:pt x="4550028" y="3634231"/>
                </a:lnTo>
                <a:lnTo>
                  <a:pt x="4607812" y="3582416"/>
                </a:lnTo>
                <a:lnTo>
                  <a:pt x="4665598" y="3524630"/>
                </a:lnTo>
                <a:lnTo>
                  <a:pt x="4726431" y="3466846"/>
                </a:lnTo>
                <a:lnTo>
                  <a:pt x="4784216" y="3402837"/>
                </a:lnTo>
                <a:lnTo>
                  <a:pt x="4845049" y="3332860"/>
                </a:lnTo>
                <a:lnTo>
                  <a:pt x="4902834" y="3259835"/>
                </a:lnTo>
                <a:lnTo>
                  <a:pt x="4963667" y="3180587"/>
                </a:lnTo>
                <a:lnTo>
                  <a:pt x="5021452" y="3098418"/>
                </a:lnTo>
                <a:lnTo>
                  <a:pt x="5079237" y="3007105"/>
                </a:lnTo>
                <a:lnTo>
                  <a:pt x="5140070" y="2906649"/>
                </a:lnTo>
                <a:lnTo>
                  <a:pt x="5197855" y="2799968"/>
                </a:lnTo>
                <a:lnTo>
                  <a:pt x="5258687" y="2681224"/>
                </a:lnTo>
                <a:lnTo>
                  <a:pt x="5316473" y="2553207"/>
                </a:lnTo>
                <a:lnTo>
                  <a:pt x="5374258" y="2413127"/>
                </a:lnTo>
                <a:lnTo>
                  <a:pt x="5435091" y="2257679"/>
                </a:lnTo>
                <a:lnTo>
                  <a:pt x="5492875" y="2084069"/>
                </a:lnTo>
                <a:lnTo>
                  <a:pt x="5553709" y="1892172"/>
                </a:lnTo>
                <a:lnTo>
                  <a:pt x="5611494" y="1672716"/>
                </a:lnTo>
                <a:lnTo>
                  <a:pt x="5672327" y="1425955"/>
                </a:lnTo>
                <a:lnTo>
                  <a:pt x="5730112" y="1145666"/>
                </a:lnTo>
                <a:lnTo>
                  <a:pt x="5787897" y="822705"/>
                </a:lnTo>
                <a:lnTo>
                  <a:pt x="5848730" y="444880"/>
                </a:lnTo>
                <a:lnTo>
                  <a:pt x="5906515" y="0"/>
                </a:lnTo>
              </a:path>
            </a:pathLst>
          </a:custGeom>
          <a:noFill/>
          <a:ln w="635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6" name="bk object 187"/>
          <p:cNvSpPr/>
          <p:nvPr/>
        </p:nvSpPr>
        <p:spPr>
          <a:xfrm>
            <a:off x="3711600" y="1895040"/>
            <a:ext cx="2564640" cy="659520"/>
          </a:xfrm>
          <a:custGeom>
            <a:avLst/>
            <a:gdLst>
              <a:gd name="textAreaLeft" fmla="*/ 0 w 2564640"/>
              <a:gd name="textAreaRight" fmla="*/ 2565360 w 2564640"/>
              <a:gd name="textAreaTop" fmla="*/ 0 h 659520"/>
              <a:gd name="textAreaBottom" fmla="*/ 660240 h 659520"/>
            </a:gdLst>
            <a:ahLst/>
            <a:cxnLst/>
            <a:rect l="textAreaLeft" t="textAreaTop" r="textAreaRight" b="textAreaBottom"/>
            <a:pathLst>
              <a:path w="2565400" h="660400">
                <a:moveTo>
                  <a:pt x="0" y="660400"/>
                </a:moveTo>
                <a:lnTo>
                  <a:pt x="2565400" y="660400"/>
                </a:lnTo>
                <a:lnTo>
                  <a:pt x="2565400" y="0"/>
                </a:lnTo>
                <a:lnTo>
                  <a:pt x="0" y="0"/>
                </a:lnTo>
                <a:lnTo>
                  <a:pt x="0" y="66040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7" name="PlaceHolder 1"/>
          <p:cNvSpPr>
            <a:spLocks noGrp="1"/>
          </p:cNvSpPr>
          <p:nvPr>
            <p:ph type="title"/>
          </p:nvPr>
        </p:nvSpPr>
        <p:spPr>
          <a:xfrm>
            <a:off x="3568320" y="1161000"/>
            <a:ext cx="2920680" cy="48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PlaceHolder 2"/>
          <p:cNvSpPr>
            <a:spLocks noGrp="1"/>
          </p:cNvSpPr>
          <p:nvPr>
            <p:ph type="ftr" idx="10"/>
          </p:nvPr>
        </p:nvSpPr>
        <p:spPr>
          <a:xfrm>
            <a:off x="3420000" y="7228440"/>
            <a:ext cx="3218040" cy="388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189" name="PlaceHolder 3"/>
          <p:cNvSpPr>
            <a:spLocks noGrp="1"/>
          </p:cNvSpPr>
          <p:nvPr>
            <p:ph type="dt" idx="11"/>
          </p:nvPr>
        </p:nvSpPr>
        <p:spPr>
          <a:xfrm>
            <a:off x="502920" y="7228440"/>
            <a:ext cx="2312640" cy="388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0" name="PlaceHolder 4"/>
          <p:cNvSpPr>
            <a:spLocks noGrp="1"/>
          </p:cNvSpPr>
          <p:nvPr>
            <p:ph type="sldNum" idx="12"/>
          </p:nvPr>
        </p:nvSpPr>
        <p:spPr>
          <a:xfrm>
            <a:off x="8089920" y="7223400"/>
            <a:ext cx="1568160" cy="209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marL="12600" indent="0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i="1" u="none" strike="noStrike" spc="-510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marL="12600"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000" b="0" i="1" u="none" strike="noStrike" spc="-510">
                <a:solidFill>
                  <a:schemeClr val="dk1"/>
                </a:solidFill>
                <a:effectLst/>
                <a:uFillTx/>
                <a:latin typeface="Arial"/>
              </a:rPr>
              <a:t>O</a:t>
            </a:r>
            <a:r>
              <a:rPr lang="en-US" sz="1500" b="0" i="1" u="none" strike="noStrike" spc="-88" baseline="2000">
                <a:solidFill>
                  <a:schemeClr val="dk1"/>
                </a:solidFill>
                <a:effectLst/>
                <a:uFillTx/>
                <a:latin typeface="Arial"/>
              </a:rPr>
              <a:t>c </a:t>
            </a:r>
            <a:r>
              <a:rPr lang="en-US" sz="1500" b="0" i="1" u="none" strike="noStrike" spc="74" baseline="2000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r>
              <a:rPr lang="en-US" sz="1000" b="0" i="1" u="none" strike="noStrike" spc="-510">
                <a:solidFill>
                  <a:schemeClr val="dk1"/>
                </a:solidFill>
                <a:effectLst/>
                <a:uFillTx/>
                <a:latin typeface="Arial"/>
              </a:rPr>
              <a:t>C.</a:t>
            </a:r>
            <a:r>
              <a:rPr lang="en-US" sz="1000" b="0" i="1" u="none" strike="noStrike" spc="51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r>
              <a:rPr lang="en-US" sz="1000" b="0" i="1" u="none" strike="noStrike" spc="20">
                <a:solidFill>
                  <a:schemeClr val="dk1"/>
                </a:solidFill>
                <a:effectLst/>
                <a:uFillTx/>
                <a:latin typeface="Arial"/>
              </a:rPr>
              <a:t>D.</a:t>
            </a:r>
            <a:r>
              <a:rPr lang="en-US" sz="1000" b="0" i="1" u="none" strike="noStrike" spc="45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r>
              <a:rPr lang="en-US" sz="1000" b="0" i="1" u="none" strike="noStrike" spc="-31">
                <a:solidFill>
                  <a:schemeClr val="dk1"/>
                </a:solidFill>
                <a:effectLst/>
                <a:uFillTx/>
                <a:latin typeface="Arial"/>
              </a:rPr>
              <a:t>Ca</a:t>
            </a:r>
            <a:r>
              <a:rPr lang="en-US" sz="1000" b="0" i="1" u="none" strike="noStrike" spc="-60">
                <a:solidFill>
                  <a:schemeClr val="dk1"/>
                </a:solidFill>
                <a:effectLst/>
                <a:uFillTx/>
                <a:latin typeface="Arial"/>
              </a:rPr>
              <a:t>n</a:t>
            </a:r>
            <a:r>
              <a:rPr lang="en-US" sz="1000" b="0" i="1" u="none" strike="noStrike" spc="31">
                <a:solidFill>
                  <a:schemeClr val="dk1"/>
                </a:solidFill>
                <a:effectLst/>
                <a:uFillTx/>
                <a:latin typeface="Arial"/>
              </a:rPr>
              <a:t>trell</a:t>
            </a:r>
            <a:r>
              <a:rPr lang="en-US" sz="1000" b="0" i="1" u="none" strike="noStrike" spc="45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r>
              <a:rPr lang="en-US" sz="1000" b="0" i="1" u="none" strike="noStrike" spc="34">
                <a:solidFill>
                  <a:schemeClr val="dk1"/>
                </a:solidFill>
                <a:effectLst/>
                <a:uFillTx/>
                <a:latin typeface="Arial"/>
              </a:rPr>
              <a:t>(09/</a:t>
            </a:r>
            <a:fld id="{061F9705-5889-4F40-9C66-F2C11886F55A}" type="slidenum">
              <a:rPr lang="en-US" sz="1000" b="0" i="1" u="none" strike="noStrike" spc="-65">
                <a:solidFill>
                  <a:schemeClr val="dk1"/>
                </a:solidFill>
                <a:effectLst/>
                <a:uFillTx/>
                <a:latin typeface="Arial"/>
              </a:rPr>
              <a:t>‹#›</a:t>
            </a:fld>
            <a:r>
              <a:rPr lang="en-US" sz="1000" b="0" i="1" u="none" strike="noStrike" spc="-20">
                <a:solidFill>
                  <a:schemeClr val="dk1"/>
                </a:solidFill>
                <a:effectLst/>
                <a:uFillTx/>
                <a:latin typeface="Arial"/>
              </a:rPr>
              <a:t>98)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PlaceHolder 1"/>
          <p:cNvSpPr>
            <a:spLocks noGrp="1"/>
          </p:cNvSpPr>
          <p:nvPr>
            <p:ph type="ftr" idx="13"/>
          </p:nvPr>
        </p:nvSpPr>
        <p:spPr>
          <a:xfrm>
            <a:off x="3420000" y="7228440"/>
            <a:ext cx="3218040" cy="388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192" name="PlaceHolder 2"/>
          <p:cNvSpPr>
            <a:spLocks noGrp="1"/>
          </p:cNvSpPr>
          <p:nvPr>
            <p:ph type="dt" idx="14"/>
          </p:nvPr>
        </p:nvSpPr>
        <p:spPr>
          <a:xfrm>
            <a:off x="502920" y="7228440"/>
            <a:ext cx="2312640" cy="388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3" name="PlaceHolder 3"/>
          <p:cNvSpPr>
            <a:spLocks noGrp="1"/>
          </p:cNvSpPr>
          <p:nvPr>
            <p:ph type="sldNum" idx="15"/>
          </p:nvPr>
        </p:nvSpPr>
        <p:spPr>
          <a:xfrm>
            <a:off x="8089920" y="7223400"/>
            <a:ext cx="1568160" cy="209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marL="12600" indent="0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i="1" u="none" strike="noStrike" spc="-510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marL="12600"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000" b="0" i="1" u="none" strike="noStrike" spc="-510">
                <a:solidFill>
                  <a:schemeClr val="dk1"/>
                </a:solidFill>
                <a:effectLst/>
                <a:uFillTx/>
                <a:latin typeface="Arial"/>
              </a:rPr>
              <a:t>O</a:t>
            </a:r>
            <a:r>
              <a:rPr lang="en-US" sz="1500" b="0" i="1" u="none" strike="noStrike" spc="-88" baseline="2000">
                <a:solidFill>
                  <a:schemeClr val="dk1"/>
                </a:solidFill>
                <a:effectLst/>
                <a:uFillTx/>
                <a:latin typeface="Arial"/>
              </a:rPr>
              <a:t>c </a:t>
            </a:r>
            <a:r>
              <a:rPr lang="en-US" sz="1500" b="0" i="1" u="none" strike="noStrike" spc="74" baseline="2000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r>
              <a:rPr lang="en-US" sz="1000" b="0" i="1" u="none" strike="noStrike" spc="-510">
                <a:solidFill>
                  <a:schemeClr val="dk1"/>
                </a:solidFill>
                <a:effectLst/>
                <a:uFillTx/>
                <a:latin typeface="Arial"/>
              </a:rPr>
              <a:t>C.</a:t>
            </a:r>
            <a:r>
              <a:rPr lang="en-US" sz="1000" b="0" i="1" u="none" strike="noStrike" spc="51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r>
              <a:rPr lang="en-US" sz="1000" b="0" i="1" u="none" strike="noStrike" spc="20">
                <a:solidFill>
                  <a:schemeClr val="dk1"/>
                </a:solidFill>
                <a:effectLst/>
                <a:uFillTx/>
                <a:latin typeface="Arial"/>
              </a:rPr>
              <a:t>D.</a:t>
            </a:r>
            <a:r>
              <a:rPr lang="en-US" sz="1000" b="0" i="1" u="none" strike="noStrike" spc="45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r>
              <a:rPr lang="en-US" sz="1000" b="0" i="1" u="none" strike="noStrike" spc="-31">
                <a:solidFill>
                  <a:schemeClr val="dk1"/>
                </a:solidFill>
                <a:effectLst/>
                <a:uFillTx/>
                <a:latin typeface="Arial"/>
              </a:rPr>
              <a:t>Ca</a:t>
            </a:r>
            <a:r>
              <a:rPr lang="en-US" sz="1000" b="0" i="1" u="none" strike="noStrike" spc="-60">
                <a:solidFill>
                  <a:schemeClr val="dk1"/>
                </a:solidFill>
                <a:effectLst/>
                <a:uFillTx/>
                <a:latin typeface="Arial"/>
              </a:rPr>
              <a:t>n</a:t>
            </a:r>
            <a:r>
              <a:rPr lang="en-US" sz="1000" b="0" i="1" u="none" strike="noStrike" spc="31">
                <a:solidFill>
                  <a:schemeClr val="dk1"/>
                </a:solidFill>
                <a:effectLst/>
                <a:uFillTx/>
                <a:latin typeface="Arial"/>
              </a:rPr>
              <a:t>trell</a:t>
            </a:r>
            <a:r>
              <a:rPr lang="en-US" sz="1000" b="0" i="1" u="none" strike="noStrike" spc="45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r>
              <a:rPr lang="en-US" sz="1000" b="0" i="1" u="none" strike="noStrike" spc="34">
                <a:solidFill>
                  <a:schemeClr val="dk1"/>
                </a:solidFill>
                <a:effectLst/>
                <a:uFillTx/>
                <a:latin typeface="Arial"/>
              </a:rPr>
              <a:t>(09/</a:t>
            </a:r>
            <a:fld id="{0EBD7EAC-8FD1-4434-9C95-79BE485A3A12}" type="slidenum">
              <a:rPr lang="en-US" sz="1000" b="0" i="1" u="none" strike="noStrike" spc="-65">
                <a:solidFill>
                  <a:schemeClr val="dk1"/>
                </a:solidFill>
                <a:effectLst/>
                <a:uFillTx/>
                <a:latin typeface="Arial"/>
              </a:rPr>
              <a:t>‹#›</a:t>
            </a:fld>
            <a:r>
              <a:rPr lang="en-US" sz="1000" b="0" i="1" u="none" strike="noStrike" spc="-20">
                <a:solidFill>
                  <a:schemeClr val="dk1"/>
                </a:solidFill>
                <a:effectLst/>
                <a:uFillTx/>
                <a:latin typeface="Arial"/>
              </a:rPr>
              <a:t>98)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4" name="PlaceHolder 4"/>
          <p:cNvSpPr>
            <a:spLocks noGrp="1"/>
          </p:cNvSpPr>
          <p:nvPr>
            <p:ph type="title"/>
          </p:nvPr>
        </p:nvSpPr>
        <p:spPr>
          <a:xfrm>
            <a:off x="502920" y="309960"/>
            <a:ext cx="9051840" cy="1297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PlaceHolder 5"/>
          <p:cNvSpPr>
            <a:spLocks noGrp="1"/>
          </p:cNvSpPr>
          <p:nvPr>
            <p:ph type="body"/>
          </p:nvPr>
        </p:nvSpPr>
        <p:spPr>
          <a:xfrm>
            <a:off x="502920" y="1818720"/>
            <a:ext cx="9051840" cy="450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mparison">
    <p:bg>
      <p:bgPr>
        <a:solidFill>
          <a:srgbClr val="6C9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Rectangle 2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197" name="Text Box 22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98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99" name="Rectangle 29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00" name="PlaceHolder 1"/>
          <p:cNvSpPr>
            <a:spLocks noGrp="1"/>
          </p:cNvSpPr>
          <p:nvPr>
            <p:ph type="title"/>
          </p:nvPr>
        </p:nvSpPr>
        <p:spPr>
          <a:xfrm>
            <a:off x="502920" y="311400"/>
            <a:ext cx="9051840" cy="129456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80" b="1" u="none" strike="noStrike">
                <a:solidFill>
                  <a:schemeClr val="lt1"/>
                </a:solidFill>
                <a:effectLst/>
                <a:uFillTx/>
                <a:latin typeface="Arial"/>
                <a:ea typeface="Osaka"/>
              </a:rPr>
              <a:t>Click to edit Master title style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" name="PlaceHolder 2"/>
          <p:cNvSpPr>
            <a:spLocks noGrp="1"/>
          </p:cNvSpPr>
          <p:nvPr>
            <p:ph type="body"/>
          </p:nvPr>
        </p:nvSpPr>
        <p:spPr>
          <a:xfrm>
            <a:off x="502920" y="1739880"/>
            <a:ext cx="4443480" cy="7243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b">
            <a:noAutofit/>
          </a:bodyPr>
          <a:lstStyle/>
          <a:p>
            <a:pPr indent="0">
              <a:lnSpc>
                <a:spcPct val="100000"/>
              </a:lnSpc>
              <a:spcBef>
                <a:spcPts val="527"/>
              </a:spcBef>
              <a:buNone/>
              <a:tabLst>
                <a:tab pos="0" algn="l"/>
              </a:tabLst>
            </a:pPr>
            <a:r>
              <a:rPr lang="en-US" sz="2640" b="1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" name="PlaceHolder 3"/>
          <p:cNvSpPr>
            <a:spLocks noGrp="1"/>
          </p:cNvSpPr>
          <p:nvPr>
            <p:ph type="body"/>
          </p:nvPr>
        </p:nvSpPr>
        <p:spPr>
          <a:xfrm>
            <a:off x="502920" y="2464920"/>
            <a:ext cx="4443480" cy="44773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marL="377280" indent="-377280">
              <a:lnSpc>
                <a:spcPct val="100000"/>
              </a:lnSpc>
              <a:spcBef>
                <a:spcPts val="527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6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17200" lvl="1" indent="-31428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Second level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57480" lvl="2" indent="-251640">
              <a:lnSpc>
                <a:spcPct val="100000"/>
              </a:lnSpc>
              <a:spcBef>
                <a:spcPts val="397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1979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Third level</a:t>
            </a:r>
            <a:endParaRPr lang="en-US" sz="1979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60400" lvl="3" indent="-251640">
              <a:lnSpc>
                <a:spcPct val="100000"/>
              </a:lnSpc>
              <a:spcBef>
                <a:spcPts val="35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76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Fourth level</a:t>
            </a:r>
            <a:endParaRPr lang="en-US" sz="17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63320" lvl="4" indent="-251640">
              <a:lnSpc>
                <a:spcPct val="100000"/>
              </a:lnSpc>
              <a:spcBef>
                <a:spcPts val="351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176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Fifth level</a:t>
            </a:r>
            <a:endParaRPr lang="en-US" sz="17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" name="PlaceHolder 4"/>
          <p:cNvSpPr>
            <a:spLocks noGrp="1"/>
          </p:cNvSpPr>
          <p:nvPr>
            <p:ph type="body"/>
          </p:nvPr>
        </p:nvSpPr>
        <p:spPr>
          <a:xfrm>
            <a:off x="5109480" y="1739880"/>
            <a:ext cx="4445280" cy="7243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b">
            <a:noAutofit/>
          </a:bodyPr>
          <a:lstStyle/>
          <a:p>
            <a:pPr indent="0">
              <a:lnSpc>
                <a:spcPct val="100000"/>
              </a:lnSpc>
              <a:spcBef>
                <a:spcPts val="527"/>
              </a:spcBef>
              <a:buNone/>
              <a:tabLst>
                <a:tab pos="0" algn="l"/>
              </a:tabLst>
            </a:pPr>
            <a:r>
              <a:rPr lang="en-US" sz="2640" b="1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" name="PlaceHolder 5"/>
          <p:cNvSpPr>
            <a:spLocks noGrp="1"/>
          </p:cNvSpPr>
          <p:nvPr>
            <p:ph type="body"/>
          </p:nvPr>
        </p:nvSpPr>
        <p:spPr>
          <a:xfrm>
            <a:off x="5109480" y="2464920"/>
            <a:ext cx="4445280" cy="44773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marL="377280" indent="-377280">
              <a:lnSpc>
                <a:spcPct val="100000"/>
              </a:lnSpc>
              <a:spcBef>
                <a:spcPts val="527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6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17200" lvl="1" indent="-31428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Second level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57480" lvl="2" indent="-251640">
              <a:lnSpc>
                <a:spcPct val="100000"/>
              </a:lnSpc>
              <a:spcBef>
                <a:spcPts val="397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1979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Third level</a:t>
            </a:r>
            <a:endParaRPr lang="en-US" sz="1979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60400" lvl="3" indent="-251640">
              <a:lnSpc>
                <a:spcPct val="100000"/>
              </a:lnSpc>
              <a:spcBef>
                <a:spcPts val="35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76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Fourth level</a:t>
            </a:r>
            <a:endParaRPr lang="en-US" sz="17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63320" lvl="4" indent="-251640">
              <a:lnSpc>
                <a:spcPct val="100000"/>
              </a:lnSpc>
              <a:spcBef>
                <a:spcPts val="351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176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Fifth level</a:t>
            </a:r>
            <a:endParaRPr lang="en-US" sz="17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Default 3">
    <p:bg>
      <p:bgPr>
        <a:solidFill>
          <a:srgbClr val="6C9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Rectangle 2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06" name="Text Box 22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07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08" name="Rectangle 29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09" name="PlaceHolder 1"/>
          <p:cNvSpPr>
            <a:spLocks noGrp="1"/>
          </p:cNvSpPr>
          <p:nvPr>
            <p:ph type="title"/>
          </p:nvPr>
        </p:nvSpPr>
        <p:spPr>
          <a:xfrm>
            <a:off x="754560" y="172800"/>
            <a:ext cx="8548920" cy="7765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80" b="1" u="none" strike="noStrike">
                <a:solidFill>
                  <a:schemeClr val="lt1"/>
                </a:solidFill>
                <a:effectLst/>
                <a:uFillTx/>
                <a:latin typeface="Arial"/>
                <a:ea typeface="Osaka"/>
              </a:rPr>
              <a:t>Click to edit Master title style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 4">
    <p:bg>
      <p:bgPr>
        <a:solidFill>
          <a:srgbClr val="6C9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Rectangle 2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11" name="Text Box 22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12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13" name="Rectangle 29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ntent with Caption">
    <p:bg>
      <p:bgPr>
        <a:solidFill>
          <a:srgbClr val="6C9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Rectangle 2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15" name="Text Box 22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16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17" name="Rectangle 29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18" name="PlaceHolder 1"/>
          <p:cNvSpPr>
            <a:spLocks noGrp="1"/>
          </p:cNvSpPr>
          <p:nvPr>
            <p:ph type="title"/>
          </p:nvPr>
        </p:nvSpPr>
        <p:spPr>
          <a:xfrm>
            <a:off x="502920" y="309600"/>
            <a:ext cx="3308400" cy="131616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b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200" b="1" u="none" strike="noStrike">
                <a:solidFill>
                  <a:schemeClr val="lt1"/>
                </a:solidFill>
                <a:effectLst/>
                <a:uFillTx/>
                <a:latin typeface="Arial"/>
                <a:ea typeface="Osaka"/>
              </a:rPr>
              <a:t>Click to edit Master title style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" name="PlaceHolder 2"/>
          <p:cNvSpPr>
            <a:spLocks noGrp="1"/>
          </p:cNvSpPr>
          <p:nvPr>
            <p:ph type="body"/>
          </p:nvPr>
        </p:nvSpPr>
        <p:spPr>
          <a:xfrm>
            <a:off x="3932640" y="309600"/>
            <a:ext cx="5622120" cy="663264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marL="377280" indent="-377280">
              <a:lnSpc>
                <a:spcPct val="100000"/>
              </a:lnSpc>
              <a:spcBef>
                <a:spcPts val="703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52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35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17200" lvl="1" indent="-314280">
              <a:lnSpc>
                <a:spcPct val="100000"/>
              </a:lnSpc>
              <a:spcBef>
                <a:spcPts val="615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308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Second level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57480" lvl="2" indent="-251640">
              <a:lnSpc>
                <a:spcPct val="100000"/>
              </a:lnSpc>
              <a:spcBef>
                <a:spcPts val="527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6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Third level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60400" lvl="3" indent="-25164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Fourth level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63320" lvl="4" indent="-25164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Fifth level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" name="PlaceHolder 3"/>
          <p:cNvSpPr>
            <a:spLocks noGrp="1"/>
          </p:cNvSpPr>
          <p:nvPr>
            <p:ph type="body"/>
          </p:nvPr>
        </p:nvSpPr>
        <p:spPr>
          <a:xfrm>
            <a:off x="502920" y="1626480"/>
            <a:ext cx="3308400" cy="531576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indent="0">
              <a:lnSpc>
                <a:spcPct val="100000"/>
              </a:lnSpc>
              <a:spcBef>
                <a:spcPts val="309"/>
              </a:spcBef>
              <a:buNone/>
              <a:tabLst>
                <a:tab pos="0" algn="l"/>
              </a:tabLst>
            </a:pPr>
            <a:r>
              <a:rPr lang="en-US" sz="15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15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icture with Caption">
    <p:bg>
      <p:bgPr>
        <a:solidFill>
          <a:srgbClr val="6C9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Rectangle 2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22" name="Text Box 22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23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24" name="Rectangle 29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25" name="PlaceHolder 1"/>
          <p:cNvSpPr>
            <a:spLocks noGrp="1"/>
          </p:cNvSpPr>
          <p:nvPr>
            <p:ph type="title"/>
          </p:nvPr>
        </p:nvSpPr>
        <p:spPr>
          <a:xfrm>
            <a:off x="1971360" y="5440680"/>
            <a:ext cx="6034320" cy="6415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b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200" b="1" u="none" strike="noStrike">
                <a:solidFill>
                  <a:schemeClr val="lt1"/>
                </a:solidFill>
                <a:effectLst/>
                <a:uFillTx/>
                <a:latin typeface="Arial"/>
                <a:ea typeface="Osaka"/>
              </a:rPr>
              <a:t>Click to edit Master title style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" name="PlaceHolder 2"/>
          <p:cNvSpPr>
            <a:spLocks noGrp="1"/>
          </p:cNvSpPr>
          <p:nvPr>
            <p:ph type="body"/>
          </p:nvPr>
        </p:nvSpPr>
        <p:spPr>
          <a:xfrm>
            <a:off x="1971360" y="694440"/>
            <a:ext cx="6034320" cy="46627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52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icon to add picture</a:t>
            </a:r>
            <a:endParaRPr lang="en-US" sz="35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" name="PlaceHolder 3"/>
          <p:cNvSpPr>
            <a:spLocks noGrp="1"/>
          </p:cNvSpPr>
          <p:nvPr>
            <p:ph type="body"/>
          </p:nvPr>
        </p:nvSpPr>
        <p:spPr>
          <a:xfrm>
            <a:off x="1971360" y="6082920"/>
            <a:ext cx="6034320" cy="9115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indent="0">
              <a:lnSpc>
                <a:spcPct val="100000"/>
              </a:lnSpc>
              <a:spcBef>
                <a:spcPts val="309"/>
              </a:spcBef>
              <a:buNone/>
              <a:tabLst>
                <a:tab pos="0" algn="l"/>
              </a:tabLst>
            </a:pPr>
            <a:r>
              <a:rPr lang="en-US" sz="15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15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efault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Rectangle 21" hidden="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29" name="Text Box 22" hidden="1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30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31" name="Rectangle 29" hidden="1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32" name="Rectangle 3"/>
          <p:cNvSpPr/>
          <p:nvPr/>
        </p:nvSpPr>
        <p:spPr>
          <a:xfrm>
            <a:off x="2514600" y="0"/>
            <a:ext cx="7543080" cy="603720"/>
          </a:xfrm>
          <a:prstGeom prst="rect">
            <a:avLst/>
          </a:prstGeom>
          <a:solidFill>
            <a:srgbClr val="6C9D30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33" name="Rectangle 4"/>
          <p:cNvSpPr/>
          <p:nvPr/>
        </p:nvSpPr>
        <p:spPr>
          <a:xfrm>
            <a:off x="0" y="0"/>
            <a:ext cx="2513880" cy="603720"/>
          </a:xfrm>
          <a:prstGeom prst="rect">
            <a:avLst/>
          </a:prstGeom>
          <a:solidFill>
            <a:srgbClr val="E4701D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34" name="Line 9"/>
          <p:cNvSpPr/>
          <p:nvPr/>
        </p:nvSpPr>
        <p:spPr>
          <a:xfrm>
            <a:off x="0" y="604440"/>
            <a:ext cx="10058400" cy="360"/>
          </a:xfrm>
          <a:prstGeom prst="line">
            <a:avLst/>
          </a:prstGeom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ctr">
            <a:noAutofit/>
          </a:bodyPr>
          <a:lstStyle/>
          <a:p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35" name="Line 10"/>
          <p:cNvSpPr/>
          <p:nvPr/>
        </p:nvSpPr>
        <p:spPr>
          <a:xfrm>
            <a:off x="2514600" y="0"/>
            <a:ext cx="360" cy="604440"/>
          </a:xfrm>
          <a:prstGeom prst="line">
            <a:avLst/>
          </a:prstGeom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36" name="Text Box 11"/>
          <p:cNvSpPr/>
          <p:nvPr/>
        </p:nvSpPr>
        <p:spPr>
          <a:xfrm>
            <a:off x="381600" y="102600"/>
            <a:ext cx="1625400" cy="396360"/>
          </a:xfrm>
          <a:prstGeom prst="rect">
            <a:avLst/>
          </a:prstGeom>
          <a:noFill/>
          <a:ln w="9525">
            <a:noFill/>
          </a:ln>
          <a:effectLst>
            <a:outerShdw dist="25455" dir="2700000" algn="ctr" rotWithShape="0">
              <a:srgbClr val="808080"/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979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ＭＳ Ｐゴシック"/>
              </a:rPr>
              <a:t>UT DALLAS</a:t>
            </a:r>
            <a:endParaRPr lang="en-US" sz="197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Text Box 12"/>
          <p:cNvSpPr/>
          <p:nvPr/>
        </p:nvSpPr>
        <p:spPr>
          <a:xfrm>
            <a:off x="2682360" y="136800"/>
            <a:ext cx="6788880" cy="32868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771"/>
              </a:spcBef>
            </a:pPr>
            <a:r>
              <a:rPr lang="en-US" sz="154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Erik Jonsson School of Engineering &amp; Computer Science</a:t>
            </a:r>
            <a:endParaRPr lang="en-US" sz="15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Rectangle 9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39" name="Text Box 14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40" name="Picture 16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41" name="Line 17"/>
          <p:cNvSpPr/>
          <p:nvPr/>
        </p:nvSpPr>
        <p:spPr>
          <a:xfrm>
            <a:off x="0" y="7081200"/>
            <a:ext cx="10058400" cy="360"/>
          </a:xfrm>
          <a:prstGeom prst="line">
            <a:avLst/>
          </a:prstGeom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ctr">
            <a:noAutofit/>
          </a:bodyPr>
          <a:lstStyle/>
          <a:p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42" name="PlaceHolder 1"/>
          <p:cNvSpPr>
            <a:spLocks noGrp="1"/>
          </p:cNvSpPr>
          <p:nvPr>
            <p:ph type="title"/>
          </p:nvPr>
        </p:nvSpPr>
        <p:spPr>
          <a:xfrm>
            <a:off x="754560" y="1986120"/>
            <a:ext cx="8548920" cy="129456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959" b="1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title style</a:t>
            </a:r>
            <a:endParaRPr lang="en-US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bg>
      <p:bgPr>
        <a:solidFill>
          <a:srgbClr val="6C9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Rectangle 2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44" name="Text Box 22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45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46" name="Rectangle 29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47" name="PlaceHolder 1"/>
          <p:cNvSpPr>
            <a:spLocks noGrp="1"/>
          </p:cNvSpPr>
          <p:nvPr>
            <p:ph type="title"/>
          </p:nvPr>
        </p:nvSpPr>
        <p:spPr>
          <a:xfrm>
            <a:off x="754560" y="172800"/>
            <a:ext cx="8548920" cy="7765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80" b="1" u="none" strike="noStrike">
                <a:solidFill>
                  <a:schemeClr val="lt1"/>
                </a:solidFill>
                <a:effectLst/>
                <a:uFillTx/>
                <a:latin typeface="Arial"/>
                <a:ea typeface="Osaka"/>
              </a:rPr>
              <a:t>Click to edit Master title style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" name="PlaceHolder 2"/>
          <p:cNvSpPr>
            <a:spLocks noGrp="1"/>
          </p:cNvSpPr>
          <p:nvPr>
            <p:ph type="body"/>
          </p:nvPr>
        </p:nvSpPr>
        <p:spPr>
          <a:xfrm>
            <a:off x="754560" y="1813680"/>
            <a:ext cx="8548920" cy="3539880"/>
          </a:xfrm>
          <a:prstGeom prst="rect">
            <a:avLst/>
          </a:prstGeom>
          <a:noFill/>
          <a:ln w="9360">
            <a:noFill/>
          </a:ln>
        </p:spPr>
        <p:txBody>
          <a:bodyPr vert="eaVert" lIns="91440" tIns="45720" rIns="91440" bIns="45720" numCol="1" spcCol="0" anchor="t">
            <a:noAutofit/>
          </a:bodyPr>
          <a:lstStyle/>
          <a:p>
            <a:pPr marL="377280" indent="-377280">
              <a:lnSpc>
                <a:spcPct val="100000"/>
              </a:lnSpc>
              <a:spcBef>
                <a:spcPts val="615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08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17200" lvl="1" indent="-314280">
              <a:lnSpc>
                <a:spcPct val="100000"/>
              </a:lnSpc>
              <a:spcBef>
                <a:spcPts val="527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6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Second level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57480" lvl="2" indent="-25164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Third level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60400" lvl="3" indent="-25164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Fourth level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63320" lvl="4" indent="-251640">
              <a:lnSpc>
                <a:spcPct val="100000"/>
              </a:lnSpc>
              <a:spcBef>
                <a:spcPts val="351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176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Fifth level</a:t>
            </a:r>
            <a:endParaRPr lang="en-US" sz="17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bg>
      <p:bgPr>
        <a:solidFill>
          <a:srgbClr val="6C9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Rectangle 2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50" name="Text Box 22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51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52" name="Rectangle 29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53" name="PlaceHolder 1"/>
          <p:cNvSpPr>
            <a:spLocks noGrp="1"/>
          </p:cNvSpPr>
          <p:nvPr>
            <p:ph type="title"/>
          </p:nvPr>
        </p:nvSpPr>
        <p:spPr>
          <a:xfrm>
            <a:off x="7166520" y="172800"/>
            <a:ext cx="2136600" cy="5180760"/>
          </a:xfrm>
          <a:prstGeom prst="rect">
            <a:avLst/>
          </a:prstGeom>
          <a:noFill/>
          <a:ln w="9360">
            <a:noFill/>
          </a:ln>
        </p:spPr>
        <p:txBody>
          <a:bodyPr vert="eaVert" lIns="91440" tIns="45720" rIns="91440" bIns="45720" numCol="1" spcCol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80" b="1" u="none" strike="noStrike">
                <a:solidFill>
                  <a:schemeClr val="lt1"/>
                </a:solidFill>
                <a:effectLst/>
                <a:uFillTx/>
                <a:latin typeface="Arial"/>
                <a:ea typeface="Osaka"/>
              </a:rPr>
              <a:t>Click to edit Master title style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4" name="PlaceHolder 2"/>
          <p:cNvSpPr>
            <a:spLocks noGrp="1"/>
          </p:cNvSpPr>
          <p:nvPr>
            <p:ph type="body"/>
          </p:nvPr>
        </p:nvSpPr>
        <p:spPr>
          <a:xfrm>
            <a:off x="754560" y="172800"/>
            <a:ext cx="6243840" cy="5180760"/>
          </a:xfrm>
          <a:prstGeom prst="rect">
            <a:avLst/>
          </a:prstGeom>
          <a:noFill/>
          <a:ln w="9360">
            <a:noFill/>
          </a:ln>
        </p:spPr>
        <p:txBody>
          <a:bodyPr vert="eaVert" lIns="91440" tIns="45720" rIns="91440" bIns="45720" numCol="1" spcCol="0" anchor="t">
            <a:noAutofit/>
          </a:bodyPr>
          <a:lstStyle/>
          <a:p>
            <a:pPr marL="377280" indent="-377280">
              <a:lnSpc>
                <a:spcPct val="100000"/>
              </a:lnSpc>
              <a:spcBef>
                <a:spcPts val="615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08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17200" lvl="1" indent="-314280">
              <a:lnSpc>
                <a:spcPct val="100000"/>
              </a:lnSpc>
              <a:spcBef>
                <a:spcPts val="527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6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Second level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57480" lvl="2" indent="-25164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Third level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60400" lvl="3" indent="-25164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Fourth level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63320" lvl="4" indent="-251640">
              <a:lnSpc>
                <a:spcPct val="100000"/>
              </a:lnSpc>
              <a:spcBef>
                <a:spcPts val="351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176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Fifth level</a:t>
            </a:r>
            <a:endParaRPr lang="en-US" sz="17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 preserve="1">
  <p:cSld name="Title, Text, and 2 Content">
    <p:bg>
      <p:bgPr>
        <a:solidFill>
          <a:srgbClr val="6C9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Rectangle 2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56" name="Text Box 22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57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58" name="Rectangle 29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59" name="PlaceHolder 1"/>
          <p:cNvSpPr>
            <a:spLocks noGrp="1"/>
          </p:cNvSpPr>
          <p:nvPr>
            <p:ph type="title"/>
          </p:nvPr>
        </p:nvSpPr>
        <p:spPr>
          <a:xfrm>
            <a:off x="754560" y="172800"/>
            <a:ext cx="8548920" cy="7765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80" b="1" u="none" strike="noStrike">
                <a:solidFill>
                  <a:schemeClr val="lt1"/>
                </a:solidFill>
                <a:effectLst/>
                <a:uFillTx/>
                <a:latin typeface="Arial"/>
                <a:ea typeface="Osaka"/>
              </a:rPr>
              <a:t>Click to edit Master title style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0" name="PlaceHolder 2"/>
          <p:cNvSpPr>
            <a:spLocks noGrp="1"/>
          </p:cNvSpPr>
          <p:nvPr>
            <p:ph type="body"/>
          </p:nvPr>
        </p:nvSpPr>
        <p:spPr>
          <a:xfrm>
            <a:off x="754560" y="1813680"/>
            <a:ext cx="4190400" cy="353988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marL="377280" indent="-377280">
              <a:lnSpc>
                <a:spcPct val="100000"/>
              </a:lnSpc>
              <a:spcBef>
                <a:spcPts val="615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08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17200" lvl="1" indent="-314280">
              <a:lnSpc>
                <a:spcPct val="100000"/>
              </a:lnSpc>
              <a:spcBef>
                <a:spcPts val="527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6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Second level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57480" lvl="2" indent="-25164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Third level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60400" lvl="3" indent="-25164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Fourth level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63320" lvl="4" indent="-251640">
              <a:lnSpc>
                <a:spcPct val="100000"/>
              </a:lnSpc>
              <a:spcBef>
                <a:spcPts val="351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176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Fifth level</a:t>
            </a:r>
            <a:endParaRPr lang="en-US" sz="17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1" name="PlaceHolder 3"/>
          <p:cNvSpPr>
            <a:spLocks noGrp="1"/>
          </p:cNvSpPr>
          <p:nvPr>
            <p:ph type="body"/>
          </p:nvPr>
        </p:nvSpPr>
        <p:spPr>
          <a:xfrm>
            <a:off x="5113080" y="1813680"/>
            <a:ext cx="4190400" cy="168336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marL="377280" indent="-377280">
              <a:lnSpc>
                <a:spcPct val="100000"/>
              </a:lnSpc>
              <a:spcBef>
                <a:spcPts val="615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08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17200" lvl="1" indent="-314280">
              <a:lnSpc>
                <a:spcPct val="100000"/>
              </a:lnSpc>
              <a:spcBef>
                <a:spcPts val="527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6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Second level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57480" lvl="2" indent="-25164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Third level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60400" lvl="3" indent="-25164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Fourth level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63320" lvl="4" indent="-251640">
              <a:lnSpc>
                <a:spcPct val="100000"/>
              </a:lnSpc>
              <a:spcBef>
                <a:spcPts val="351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176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Fifth level</a:t>
            </a:r>
            <a:endParaRPr lang="en-US" sz="17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2" name="PlaceHolder 4"/>
          <p:cNvSpPr>
            <a:spLocks noGrp="1"/>
          </p:cNvSpPr>
          <p:nvPr>
            <p:ph type="body"/>
          </p:nvPr>
        </p:nvSpPr>
        <p:spPr>
          <a:xfrm>
            <a:off x="5113080" y="3670200"/>
            <a:ext cx="4190400" cy="168336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marL="377280" indent="-377280">
              <a:lnSpc>
                <a:spcPct val="100000"/>
              </a:lnSpc>
              <a:spcBef>
                <a:spcPts val="615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08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17200" lvl="1" indent="-314280">
              <a:lnSpc>
                <a:spcPct val="100000"/>
              </a:lnSpc>
              <a:spcBef>
                <a:spcPts val="527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6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Second level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57480" lvl="2" indent="-25164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Third level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60400" lvl="3" indent="-25164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Fourth level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63320" lvl="4" indent="-251640">
              <a:lnSpc>
                <a:spcPct val="100000"/>
              </a:lnSpc>
              <a:spcBef>
                <a:spcPts val="351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176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Fifth level</a:t>
            </a:r>
            <a:endParaRPr lang="en-US" sz="17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Title and Table">
    <p:bg>
      <p:bgPr>
        <a:solidFill>
          <a:srgbClr val="6C9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Rectangle 2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64" name="Text Box 22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65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66" name="Rectangle 29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67" name="PlaceHolder 1"/>
          <p:cNvSpPr>
            <a:spLocks noGrp="1"/>
          </p:cNvSpPr>
          <p:nvPr>
            <p:ph type="title"/>
          </p:nvPr>
        </p:nvSpPr>
        <p:spPr>
          <a:xfrm>
            <a:off x="754560" y="172800"/>
            <a:ext cx="8548920" cy="7765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80" b="1" u="none" strike="noStrike">
                <a:solidFill>
                  <a:schemeClr val="lt1"/>
                </a:solidFill>
                <a:effectLst/>
                <a:uFillTx/>
                <a:latin typeface="Arial"/>
                <a:ea typeface="Osaka"/>
              </a:rPr>
              <a:t>Click to edit Master title style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8" name="PlaceHolder 2"/>
          <p:cNvSpPr>
            <a:spLocks noGrp="1"/>
          </p:cNvSpPr>
          <p:nvPr>
            <p:ph type="body"/>
          </p:nvPr>
        </p:nvSpPr>
        <p:spPr>
          <a:xfrm>
            <a:off x="754560" y="1813680"/>
            <a:ext cx="8548920" cy="35398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icon to add table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Default 1">
    <p:bg>
      <p:bgPr>
        <a:solidFill>
          <a:srgbClr val="6C9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Rectangle 2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70" name="Text Box 22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71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72" name="Rectangle 29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73" name="PlaceHolder 1"/>
          <p:cNvSpPr>
            <a:spLocks noGrp="1"/>
          </p:cNvSpPr>
          <p:nvPr>
            <p:ph type="title"/>
          </p:nvPr>
        </p:nvSpPr>
        <p:spPr>
          <a:xfrm>
            <a:off x="754560" y="172800"/>
            <a:ext cx="8548920" cy="7765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80" b="1" u="none" strike="noStrike">
                <a:solidFill>
                  <a:schemeClr val="lt1"/>
                </a:solidFill>
                <a:effectLst/>
                <a:uFillTx/>
                <a:latin typeface="Arial"/>
                <a:ea typeface="Osaka"/>
              </a:rPr>
              <a:t>Click to edit Master title style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4" name="PlaceHolder 2"/>
          <p:cNvSpPr>
            <a:spLocks noGrp="1"/>
          </p:cNvSpPr>
          <p:nvPr>
            <p:ph type="body"/>
          </p:nvPr>
        </p:nvSpPr>
        <p:spPr>
          <a:xfrm>
            <a:off x="754560" y="1813680"/>
            <a:ext cx="8548920" cy="353988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marL="377280" indent="-377280">
              <a:lnSpc>
                <a:spcPct val="100000"/>
              </a:lnSpc>
              <a:spcBef>
                <a:spcPts val="615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08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17200" lvl="1" indent="-314280">
              <a:lnSpc>
                <a:spcPct val="100000"/>
              </a:lnSpc>
              <a:spcBef>
                <a:spcPts val="527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6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Second level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57480" lvl="2" indent="-25164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Third level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60400" lvl="3" indent="-25164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Fourth level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63320" lvl="4" indent="-251640">
              <a:lnSpc>
                <a:spcPct val="100000"/>
              </a:lnSpc>
              <a:spcBef>
                <a:spcPts val="351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176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Fifth level</a:t>
            </a:r>
            <a:endParaRPr lang="en-US" sz="17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 Header">
    <p:bg>
      <p:bgPr>
        <a:solidFill>
          <a:srgbClr val="6C9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Rectangle 2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76" name="Text Box 22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77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78" name="Rectangle 29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79" name="PlaceHolder 1"/>
          <p:cNvSpPr>
            <a:spLocks noGrp="1"/>
          </p:cNvSpPr>
          <p:nvPr>
            <p:ph type="title"/>
          </p:nvPr>
        </p:nvSpPr>
        <p:spPr>
          <a:xfrm>
            <a:off x="794520" y="4994640"/>
            <a:ext cx="8548920" cy="154296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1" u="none" strike="noStrike" cap="all">
                <a:solidFill>
                  <a:schemeClr val="lt1"/>
                </a:solidFill>
                <a:effectLst/>
                <a:uFillTx/>
                <a:latin typeface="Arial"/>
                <a:ea typeface="Osaka"/>
              </a:rPr>
              <a:t>Click to edit Master title style</a:t>
            </a:r>
            <a:endParaRPr lang="en-US" sz="4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0" name="PlaceHolder 2"/>
          <p:cNvSpPr>
            <a:spLocks noGrp="1"/>
          </p:cNvSpPr>
          <p:nvPr>
            <p:ph type="body"/>
          </p:nvPr>
        </p:nvSpPr>
        <p:spPr>
          <a:xfrm>
            <a:off x="794520" y="3294360"/>
            <a:ext cx="8548920" cy="169956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b">
            <a:noAutofit/>
          </a:bodyPr>
          <a:lstStyle/>
          <a:p>
            <a:pPr indent="0">
              <a:lnSpc>
                <a:spcPct val="100000"/>
              </a:lnSpc>
              <a:spcBef>
                <a:spcPts val="439"/>
              </a:spcBef>
              <a:buNone/>
              <a:tabLst>
                <a:tab pos="0" algn="l"/>
              </a:tabLst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fault 2">
    <p:bg>
      <p:bgPr>
        <a:solidFill>
          <a:srgbClr val="6C9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Rectangle 2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82" name="Text Box 22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83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84" name="Rectangle 29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85" name="PlaceHolder 1"/>
          <p:cNvSpPr>
            <a:spLocks noGrp="1"/>
          </p:cNvSpPr>
          <p:nvPr>
            <p:ph type="title"/>
          </p:nvPr>
        </p:nvSpPr>
        <p:spPr>
          <a:xfrm>
            <a:off x="754560" y="172800"/>
            <a:ext cx="8548920" cy="7765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80" b="1" u="none" strike="noStrike">
                <a:solidFill>
                  <a:schemeClr val="lt1"/>
                </a:solidFill>
                <a:effectLst/>
                <a:uFillTx/>
                <a:latin typeface="Arial"/>
                <a:ea typeface="Osaka"/>
              </a:rPr>
              <a:t>Click to edit Master title style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6" name="PlaceHolder 2"/>
          <p:cNvSpPr>
            <a:spLocks noGrp="1"/>
          </p:cNvSpPr>
          <p:nvPr>
            <p:ph type="body"/>
          </p:nvPr>
        </p:nvSpPr>
        <p:spPr>
          <a:xfrm>
            <a:off x="754560" y="1813680"/>
            <a:ext cx="4190400" cy="353988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marL="377280" indent="-377280">
              <a:lnSpc>
                <a:spcPct val="100000"/>
              </a:lnSpc>
              <a:spcBef>
                <a:spcPts val="615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08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17200" lvl="1" indent="-314280">
              <a:lnSpc>
                <a:spcPct val="100000"/>
              </a:lnSpc>
              <a:spcBef>
                <a:spcPts val="527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6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Second level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57480" lvl="2" indent="-25164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Third level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60400" lvl="3" indent="-251640">
              <a:lnSpc>
                <a:spcPct val="100000"/>
              </a:lnSpc>
              <a:spcBef>
                <a:spcPts val="397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979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Fourth level</a:t>
            </a:r>
            <a:endParaRPr lang="en-US" sz="1979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63320" lvl="4" indent="-251640">
              <a:lnSpc>
                <a:spcPct val="100000"/>
              </a:lnSpc>
              <a:spcBef>
                <a:spcPts val="397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1979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Fifth level</a:t>
            </a:r>
            <a:endParaRPr lang="en-US" sz="1979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7" name="PlaceHolder 3"/>
          <p:cNvSpPr>
            <a:spLocks noGrp="1"/>
          </p:cNvSpPr>
          <p:nvPr>
            <p:ph type="body"/>
          </p:nvPr>
        </p:nvSpPr>
        <p:spPr>
          <a:xfrm>
            <a:off x="5113080" y="1813680"/>
            <a:ext cx="4190400" cy="353988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marL="377280" indent="-377280">
              <a:lnSpc>
                <a:spcPct val="100000"/>
              </a:lnSpc>
              <a:spcBef>
                <a:spcPts val="615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08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17200" lvl="1" indent="-314280">
              <a:lnSpc>
                <a:spcPct val="100000"/>
              </a:lnSpc>
              <a:spcBef>
                <a:spcPts val="527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6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Second level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57480" lvl="2" indent="-25164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Third level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60400" lvl="3" indent="-251640">
              <a:lnSpc>
                <a:spcPct val="100000"/>
              </a:lnSpc>
              <a:spcBef>
                <a:spcPts val="397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979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Fourth level</a:t>
            </a:r>
            <a:endParaRPr lang="en-US" sz="1979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63320" lvl="4" indent="-251640">
              <a:lnSpc>
                <a:spcPct val="100000"/>
              </a:lnSpc>
              <a:spcBef>
                <a:spcPts val="397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1979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Fifth level</a:t>
            </a:r>
            <a:endParaRPr lang="en-US" sz="1979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 13">
    <p:bg>
      <p:bgPr>
        <a:solidFill>
          <a:srgbClr val="6C9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Rectangle 2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89" name="Text Box 22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90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91" name="Rectangle 29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92" name="PlaceHolder 1"/>
          <p:cNvSpPr>
            <a:spLocks noGrp="1"/>
          </p:cNvSpPr>
          <p:nvPr>
            <p:ph type="title"/>
          </p:nvPr>
        </p:nvSpPr>
        <p:spPr>
          <a:xfrm>
            <a:off x="502920" y="311400"/>
            <a:ext cx="9051840" cy="129456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80" b="1" u="none" strike="noStrike">
                <a:solidFill>
                  <a:schemeClr val="lt1"/>
                </a:solidFill>
                <a:effectLst/>
                <a:uFillTx/>
                <a:latin typeface="Arial"/>
                <a:ea typeface="Osaka"/>
              </a:rPr>
              <a:t>Click to edit Master title style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3" name="PlaceHolder 2"/>
          <p:cNvSpPr>
            <a:spLocks noGrp="1"/>
          </p:cNvSpPr>
          <p:nvPr>
            <p:ph type="body"/>
          </p:nvPr>
        </p:nvSpPr>
        <p:spPr>
          <a:xfrm>
            <a:off x="502920" y="1739880"/>
            <a:ext cx="4443480" cy="7243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b">
            <a:noAutofit/>
          </a:bodyPr>
          <a:lstStyle/>
          <a:p>
            <a:pPr indent="0">
              <a:lnSpc>
                <a:spcPct val="100000"/>
              </a:lnSpc>
              <a:spcBef>
                <a:spcPts val="527"/>
              </a:spcBef>
              <a:buNone/>
              <a:tabLst>
                <a:tab pos="0" algn="l"/>
              </a:tabLst>
            </a:pPr>
            <a:r>
              <a:rPr lang="en-US" sz="2640" b="1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4" name="PlaceHolder 3"/>
          <p:cNvSpPr>
            <a:spLocks noGrp="1"/>
          </p:cNvSpPr>
          <p:nvPr>
            <p:ph type="body"/>
          </p:nvPr>
        </p:nvSpPr>
        <p:spPr>
          <a:xfrm>
            <a:off x="502920" y="2464920"/>
            <a:ext cx="4443480" cy="44773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marL="377280" indent="-377280">
              <a:lnSpc>
                <a:spcPct val="100000"/>
              </a:lnSpc>
              <a:spcBef>
                <a:spcPts val="527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6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17200" lvl="1" indent="-31428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Second level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57480" lvl="2" indent="-251640">
              <a:lnSpc>
                <a:spcPct val="100000"/>
              </a:lnSpc>
              <a:spcBef>
                <a:spcPts val="397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1979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Third level</a:t>
            </a:r>
            <a:endParaRPr lang="en-US" sz="1979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60400" lvl="3" indent="-251640">
              <a:lnSpc>
                <a:spcPct val="100000"/>
              </a:lnSpc>
              <a:spcBef>
                <a:spcPts val="35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76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Fourth level</a:t>
            </a:r>
            <a:endParaRPr lang="en-US" sz="17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63320" lvl="4" indent="-251640">
              <a:lnSpc>
                <a:spcPct val="100000"/>
              </a:lnSpc>
              <a:spcBef>
                <a:spcPts val="351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176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Fifth level</a:t>
            </a:r>
            <a:endParaRPr lang="en-US" sz="17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5" name="PlaceHolder 4"/>
          <p:cNvSpPr>
            <a:spLocks noGrp="1"/>
          </p:cNvSpPr>
          <p:nvPr>
            <p:ph type="body"/>
          </p:nvPr>
        </p:nvSpPr>
        <p:spPr>
          <a:xfrm>
            <a:off x="5109480" y="1739880"/>
            <a:ext cx="4445280" cy="7243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b">
            <a:noAutofit/>
          </a:bodyPr>
          <a:lstStyle/>
          <a:p>
            <a:pPr indent="0">
              <a:lnSpc>
                <a:spcPct val="100000"/>
              </a:lnSpc>
              <a:spcBef>
                <a:spcPts val="527"/>
              </a:spcBef>
              <a:buNone/>
              <a:tabLst>
                <a:tab pos="0" algn="l"/>
              </a:tabLst>
            </a:pPr>
            <a:r>
              <a:rPr lang="en-US" sz="2640" b="1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6" name="PlaceHolder 5"/>
          <p:cNvSpPr>
            <a:spLocks noGrp="1"/>
          </p:cNvSpPr>
          <p:nvPr>
            <p:ph type="body"/>
          </p:nvPr>
        </p:nvSpPr>
        <p:spPr>
          <a:xfrm>
            <a:off x="5109480" y="2464920"/>
            <a:ext cx="4445280" cy="44773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marL="377280" indent="-377280">
              <a:lnSpc>
                <a:spcPct val="100000"/>
              </a:lnSpc>
              <a:spcBef>
                <a:spcPts val="527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6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17200" lvl="1" indent="-31428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Second level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57480" lvl="2" indent="-251640">
              <a:lnSpc>
                <a:spcPct val="100000"/>
              </a:lnSpc>
              <a:spcBef>
                <a:spcPts val="397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1979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Third level</a:t>
            </a:r>
            <a:endParaRPr lang="en-US" sz="1979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60400" lvl="3" indent="-251640">
              <a:lnSpc>
                <a:spcPct val="100000"/>
              </a:lnSpc>
              <a:spcBef>
                <a:spcPts val="35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76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Fourth level</a:t>
            </a:r>
            <a:endParaRPr lang="en-US" sz="17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63320" lvl="4" indent="-251640">
              <a:lnSpc>
                <a:spcPct val="100000"/>
              </a:lnSpc>
              <a:spcBef>
                <a:spcPts val="351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176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Fifth level</a:t>
            </a:r>
            <a:endParaRPr lang="en-US" sz="17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Default 14">
    <p:bg>
      <p:bgPr>
        <a:solidFill>
          <a:srgbClr val="6C9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Rectangle 2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298" name="Text Box 22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99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00" name="Rectangle 29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01" name="PlaceHolder 1"/>
          <p:cNvSpPr>
            <a:spLocks noGrp="1"/>
          </p:cNvSpPr>
          <p:nvPr>
            <p:ph type="title"/>
          </p:nvPr>
        </p:nvSpPr>
        <p:spPr>
          <a:xfrm>
            <a:off x="754560" y="172800"/>
            <a:ext cx="8548920" cy="7765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80" b="1" u="none" strike="noStrike">
                <a:solidFill>
                  <a:schemeClr val="lt1"/>
                </a:solidFill>
                <a:effectLst/>
                <a:uFillTx/>
                <a:latin typeface="Arial"/>
                <a:ea typeface="Osaka"/>
              </a:rPr>
              <a:t>Click to edit Master title style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 15">
    <p:bg>
      <p:bgPr>
        <a:solidFill>
          <a:srgbClr val="6C9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Rectangle 2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03" name="Text Box 22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04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05" name="Rectangle 29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 16">
    <p:bg>
      <p:bgPr>
        <a:solidFill>
          <a:srgbClr val="6C9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Rectangle 2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07" name="Text Box 22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08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09" name="Rectangle 29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10" name="PlaceHolder 1"/>
          <p:cNvSpPr>
            <a:spLocks noGrp="1"/>
          </p:cNvSpPr>
          <p:nvPr>
            <p:ph type="title"/>
          </p:nvPr>
        </p:nvSpPr>
        <p:spPr>
          <a:xfrm>
            <a:off x="502920" y="309600"/>
            <a:ext cx="3308400" cy="131616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b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200" b="1" u="none" strike="noStrike">
                <a:solidFill>
                  <a:schemeClr val="lt1"/>
                </a:solidFill>
                <a:effectLst/>
                <a:uFillTx/>
                <a:latin typeface="Arial"/>
                <a:ea typeface="Osaka"/>
              </a:rPr>
              <a:t>Click to edit Master title style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1" name="PlaceHolder 2"/>
          <p:cNvSpPr>
            <a:spLocks noGrp="1"/>
          </p:cNvSpPr>
          <p:nvPr>
            <p:ph type="body"/>
          </p:nvPr>
        </p:nvSpPr>
        <p:spPr>
          <a:xfrm>
            <a:off x="3932640" y="309600"/>
            <a:ext cx="5622120" cy="663264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marL="377280" indent="-377280">
              <a:lnSpc>
                <a:spcPct val="100000"/>
              </a:lnSpc>
              <a:spcBef>
                <a:spcPts val="703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52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35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17200" lvl="1" indent="-314280">
              <a:lnSpc>
                <a:spcPct val="100000"/>
              </a:lnSpc>
              <a:spcBef>
                <a:spcPts val="615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308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Second level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57480" lvl="2" indent="-251640">
              <a:lnSpc>
                <a:spcPct val="100000"/>
              </a:lnSpc>
              <a:spcBef>
                <a:spcPts val="527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6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Third level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60400" lvl="3" indent="-25164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Fourth level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63320" lvl="4" indent="-25164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Fifth level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2" name="PlaceHolder 3"/>
          <p:cNvSpPr>
            <a:spLocks noGrp="1"/>
          </p:cNvSpPr>
          <p:nvPr>
            <p:ph type="body"/>
          </p:nvPr>
        </p:nvSpPr>
        <p:spPr>
          <a:xfrm>
            <a:off x="502920" y="1626480"/>
            <a:ext cx="3308400" cy="531576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indent="0">
              <a:lnSpc>
                <a:spcPct val="100000"/>
              </a:lnSpc>
              <a:spcBef>
                <a:spcPts val="309"/>
              </a:spcBef>
              <a:buNone/>
              <a:tabLst>
                <a:tab pos="0" algn="l"/>
              </a:tabLst>
            </a:pPr>
            <a:r>
              <a:rPr lang="en-US" sz="15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15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 17">
    <p:bg>
      <p:bgPr>
        <a:solidFill>
          <a:srgbClr val="6C9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Rectangle 2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14" name="Text Box 22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15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16" name="Rectangle 29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17" name="PlaceHolder 1"/>
          <p:cNvSpPr>
            <a:spLocks noGrp="1"/>
          </p:cNvSpPr>
          <p:nvPr>
            <p:ph type="title"/>
          </p:nvPr>
        </p:nvSpPr>
        <p:spPr>
          <a:xfrm>
            <a:off x="1971360" y="5440680"/>
            <a:ext cx="6034320" cy="6415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b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200" b="1" u="none" strike="noStrike">
                <a:solidFill>
                  <a:schemeClr val="lt1"/>
                </a:solidFill>
                <a:effectLst/>
                <a:uFillTx/>
                <a:latin typeface="Arial"/>
                <a:ea typeface="Osaka"/>
              </a:rPr>
              <a:t>Click to edit Master title style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8" name="PlaceHolder 2"/>
          <p:cNvSpPr>
            <a:spLocks noGrp="1"/>
          </p:cNvSpPr>
          <p:nvPr>
            <p:ph type="body"/>
          </p:nvPr>
        </p:nvSpPr>
        <p:spPr>
          <a:xfrm>
            <a:off x="1971360" y="694440"/>
            <a:ext cx="6034320" cy="46627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52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icon to add picture</a:t>
            </a:r>
            <a:endParaRPr lang="en-US" sz="35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9" name="PlaceHolder 3"/>
          <p:cNvSpPr>
            <a:spLocks noGrp="1"/>
          </p:cNvSpPr>
          <p:nvPr>
            <p:ph type="body"/>
          </p:nvPr>
        </p:nvSpPr>
        <p:spPr>
          <a:xfrm>
            <a:off x="1971360" y="6082920"/>
            <a:ext cx="6034320" cy="9115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indent="0">
              <a:lnSpc>
                <a:spcPct val="100000"/>
              </a:lnSpc>
              <a:spcBef>
                <a:spcPts val="309"/>
              </a:spcBef>
              <a:buNone/>
              <a:tabLst>
                <a:tab pos="0" algn="l"/>
              </a:tabLst>
            </a:pPr>
            <a:r>
              <a:rPr lang="en-US" sz="15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15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efault 5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Rectangle 21" hidden="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21" name="Text Box 22" hidden="1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22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23" name="Rectangle 29" hidden="1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24" name="Rectangle 3"/>
          <p:cNvSpPr/>
          <p:nvPr/>
        </p:nvSpPr>
        <p:spPr>
          <a:xfrm>
            <a:off x="2514600" y="0"/>
            <a:ext cx="7543080" cy="603720"/>
          </a:xfrm>
          <a:prstGeom prst="rect">
            <a:avLst/>
          </a:prstGeom>
          <a:solidFill>
            <a:srgbClr val="6C9D30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25" name="Rectangle 4"/>
          <p:cNvSpPr/>
          <p:nvPr/>
        </p:nvSpPr>
        <p:spPr>
          <a:xfrm>
            <a:off x="0" y="0"/>
            <a:ext cx="2513880" cy="603720"/>
          </a:xfrm>
          <a:prstGeom prst="rect">
            <a:avLst/>
          </a:prstGeom>
          <a:solidFill>
            <a:srgbClr val="E4701D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26" name="Line 9"/>
          <p:cNvSpPr/>
          <p:nvPr/>
        </p:nvSpPr>
        <p:spPr>
          <a:xfrm>
            <a:off x="0" y="604440"/>
            <a:ext cx="10058400" cy="360"/>
          </a:xfrm>
          <a:prstGeom prst="line">
            <a:avLst/>
          </a:prstGeom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ctr">
            <a:noAutofit/>
          </a:bodyPr>
          <a:lstStyle/>
          <a:p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27" name="Line 10"/>
          <p:cNvSpPr/>
          <p:nvPr/>
        </p:nvSpPr>
        <p:spPr>
          <a:xfrm>
            <a:off x="2514600" y="0"/>
            <a:ext cx="360" cy="604440"/>
          </a:xfrm>
          <a:prstGeom prst="line">
            <a:avLst/>
          </a:prstGeom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28" name="Text Box 11"/>
          <p:cNvSpPr/>
          <p:nvPr/>
        </p:nvSpPr>
        <p:spPr>
          <a:xfrm>
            <a:off x="381600" y="102600"/>
            <a:ext cx="1625400" cy="396360"/>
          </a:xfrm>
          <a:prstGeom prst="rect">
            <a:avLst/>
          </a:prstGeom>
          <a:noFill/>
          <a:ln w="9525">
            <a:noFill/>
          </a:ln>
          <a:effectLst>
            <a:outerShdw dist="25455" dir="2700000" algn="ctr" rotWithShape="0">
              <a:srgbClr val="808080"/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979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ＭＳ Ｐゴシック"/>
              </a:rPr>
              <a:t>UT DALLAS</a:t>
            </a:r>
            <a:endParaRPr lang="en-US" sz="197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9" name="Text Box 12"/>
          <p:cNvSpPr/>
          <p:nvPr/>
        </p:nvSpPr>
        <p:spPr>
          <a:xfrm>
            <a:off x="2682360" y="136800"/>
            <a:ext cx="6788880" cy="32868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771"/>
              </a:spcBef>
            </a:pPr>
            <a:r>
              <a:rPr lang="en-US" sz="154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Erik Jonsson School of Engineering &amp; Computer Science</a:t>
            </a:r>
            <a:endParaRPr lang="en-US" sz="15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Rectangle 9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31" name="Text Box 14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32" name="Picture 16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33" name="Line 17"/>
          <p:cNvSpPr/>
          <p:nvPr/>
        </p:nvSpPr>
        <p:spPr>
          <a:xfrm>
            <a:off x="0" y="7081200"/>
            <a:ext cx="10058400" cy="360"/>
          </a:xfrm>
          <a:prstGeom prst="line">
            <a:avLst/>
          </a:prstGeom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ctr">
            <a:noAutofit/>
          </a:bodyPr>
          <a:lstStyle/>
          <a:p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34" name="PlaceHolder 1"/>
          <p:cNvSpPr>
            <a:spLocks noGrp="1"/>
          </p:cNvSpPr>
          <p:nvPr>
            <p:ph type="title"/>
          </p:nvPr>
        </p:nvSpPr>
        <p:spPr>
          <a:xfrm>
            <a:off x="754560" y="1986120"/>
            <a:ext cx="8548920" cy="129456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959" b="1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title style</a:t>
            </a:r>
            <a:endParaRPr lang="en-US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Default 6">
    <p:bg>
      <p:bgPr>
        <a:solidFill>
          <a:srgbClr val="6C9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Rectangle 2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36" name="Text Box 22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37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38" name="Rectangle 29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39" name="PlaceHolder 1"/>
          <p:cNvSpPr>
            <a:spLocks noGrp="1"/>
          </p:cNvSpPr>
          <p:nvPr>
            <p:ph type="title"/>
          </p:nvPr>
        </p:nvSpPr>
        <p:spPr>
          <a:xfrm>
            <a:off x="754560" y="172800"/>
            <a:ext cx="8548920" cy="7765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80" b="1" u="none" strike="noStrike">
                <a:solidFill>
                  <a:schemeClr val="lt1"/>
                </a:solidFill>
                <a:effectLst/>
                <a:uFillTx/>
                <a:latin typeface="Arial"/>
                <a:ea typeface="Osaka"/>
              </a:rPr>
              <a:t>Click to edit Master title style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0" name="PlaceHolder 2"/>
          <p:cNvSpPr>
            <a:spLocks noGrp="1"/>
          </p:cNvSpPr>
          <p:nvPr>
            <p:ph type="body"/>
          </p:nvPr>
        </p:nvSpPr>
        <p:spPr>
          <a:xfrm>
            <a:off x="754560" y="1813680"/>
            <a:ext cx="8548920" cy="3539880"/>
          </a:xfrm>
          <a:prstGeom prst="rect">
            <a:avLst/>
          </a:prstGeom>
          <a:noFill/>
          <a:ln w="9360">
            <a:noFill/>
          </a:ln>
        </p:spPr>
        <p:txBody>
          <a:bodyPr vert="eaVert" lIns="91440" tIns="45720" rIns="91440" bIns="45720" numCol="1" spcCol="0" anchor="t">
            <a:noAutofit/>
          </a:bodyPr>
          <a:lstStyle/>
          <a:p>
            <a:pPr marL="377280" indent="-377280">
              <a:lnSpc>
                <a:spcPct val="100000"/>
              </a:lnSpc>
              <a:spcBef>
                <a:spcPts val="615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08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17200" lvl="1" indent="-314280">
              <a:lnSpc>
                <a:spcPct val="100000"/>
              </a:lnSpc>
              <a:spcBef>
                <a:spcPts val="527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6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Second level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57480" lvl="2" indent="-25164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Third level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60400" lvl="3" indent="-25164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Fourth level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63320" lvl="4" indent="-251640">
              <a:lnSpc>
                <a:spcPct val="100000"/>
              </a:lnSpc>
              <a:spcBef>
                <a:spcPts val="351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176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Fifth level</a:t>
            </a:r>
            <a:endParaRPr lang="en-US" sz="17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Default 7">
    <p:bg>
      <p:bgPr>
        <a:solidFill>
          <a:srgbClr val="6C9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Rectangle 2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42" name="Text Box 22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43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44" name="Rectangle 29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45" name="PlaceHolder 1"/>
          <p:cNvSpPr>
            <a:spLocks noGrp="1"/>
          </p:cNvSpPr>
          <p:nvPr>
            <p:ph type="title"/>
          </p:nvPr>
        </p:nvSpPr>
        <p:spPr>
          <a:xfrm>
            <a:off x="7166520" y="172800"/>
            <a:ext cx="2136600" cy="5180760"/>
          </a:xfrm>
          <a:prstGeom prst="rect">
            <a:avLst/>
          </a:prstGeom>
          <a:noFill/>
          <a:ln w="9360">
            <a:noFill/>
          </a:ln>
        </p:spPr>
        <p:txBody>
          <a:bodyPr vert="eaVert" lIns="91440" tIns="45720" rIns="91440" bIns="45720" numCol="1" spcCol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80" b="1" u="none" strike="noStrike">
                <a:solidFill>
                  <a:schemeClr val="lt1"/>
                </a:solidFill>
                <a:effectLst/>
                <a:uFillTx/>
                <a:latin typeface="Arial"/>
                <a:ea typeface="Osaka"/>
              </a:rPr>
              <a:t>Click to edit Master title style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6" name="PlaceHolder 2"/>
          <p:cNvSpPr>
            <a:spLocks noGrp="1"/>
          </p:cNvSpPr>
          <p:nvPr>
            <p:ph type="body"/>
          </p:nvPr>
        </p:nvSpPr>
        <p:spPr>
          <a:xfrm>
            <a:off x="754560" y="172800"/>
            <a:ext cx="6243840" cy="5180760"/>
          </a:xfrm>
          <a:prstGeom prst="rect">
            <a:avLst/>
          </a:prstGeom>
          <a:noFill/>
          <a:ln w="9360">
            <a:noFill/>
          </a:ln>
        </p:spPr>
        <p:txBody>
          <a:bodyPr vert="eaVert" lIns="91440" tIns="45720" rIns="91440" bIns="45720" numCol="1" spcCol="0" anchor="t">
            <a:noAutofit/>
          </a:bodyPr>
          <a:lstStyle/>
          <a:p>
            <a:pPr marL="377280" indent="-377280">
              <a:lnSpc>
                <a:spcPct val="100000"/>
              </a:lnSpc>
              <a:spcBef>
                <a:spcPts val="615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08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17200" lvl="1" indent="-314280">
              <a:lnSpc>
                <a:spcPct val="100000"/>
              </a:lnSpc>
              <a:spcBef>
                <a:spcPts val="527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6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Second level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57480" lvl="2" indent="-25164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Third level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60400" lvl="3" indent="-25164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Fourth level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63320" lvl="4" indent="-251640">
              <a:lnSpc>
                <a:spcPct val="100000"/>
              </a:lnSpc>
              <a:spcBef>
                <a:spcPts val="351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176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Fifth level</a:t>
            </a:r>
            <a:endParaRPr lang="en-US" sz="17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 preserve="1">
  <p:cSld name="Default 8">
    <p:bg>
      <p:bgPr>
        <a:solidFill>
          <a:srgbClr val="6C9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Rectangle 2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48" name="Text Box 22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49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50" name="Rectangle 29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51" name="PlaceHolder 1"/>
          <p:cNvSpPr>
            <a:spLocks noGrp="1"/>
          </p:cNvSpPr>
          <p:nvPr>
            <p:ph type="title"/>
          </p:nvPr>
        </p:nvSpPr>
        <p:spPr>
          <a:xfrm>
            <a:off x="754560" y="172800"/>
            <a:ext cx="8548920" cy="7765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80" b="1" u="none" strike="noStrike">
                <a:solidFill>
                  <a:schemeClr val="lt1"/>
                </a:solidFill>
                <a:effectLst/>
                <a:uFillTx/>
                <a:latin typeface="Arial"/>
                <a:ea typeface="Osaka"/>
              </a:rPr>
              <a:t>Click to edit Master title style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2" name="PlaceHolder 2"/>
          <p:cNvSpPr>
            <a:spLocks noGrp="1"/>
          </p:cNvSpPr>
          <p:nvPr>
            <p:ph type="body"/>
          </p:nvPr>
        </p:nvSpPr>
        <p:spPr>
          <a:xfrm>
            <a:off x="754560" y="1813680"/>
            <a:ext cx="4190400" cy="353988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marL="377280" indent="-377280">
              <a:lnSpc>
                <a:spcPct val="100000"/>
              </a:lnSpc>
              <a:spcBef>
                <a:spcPts val="615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08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17200" lvl="1" indent="-314280">
              <a:lnSpc>
                <a:spcPct val="100000"/>
              </a:lnSpc>
              <a:spcBef>
                <a:spcPts val="527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6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Second level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57480" lvl="2" indent="-25164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Third level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60400" lvl="3" indent="-25164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Fourth level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63320" lvl="4" indent="-251640">
              <a:lnSpc>
                <a:spcPct val="100000"/>
              </a:lnSpc>
              <a:spcBef>
                <a:spcPts val="351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176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Fifth level</a:t>
            </a:r>
            <a:endParaRPr lang="en-US" sz="17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3" name="PlaceHolder 3"/>
          <p:cNvSpPr>
            <a:spLocks noGrp="1"/>
          </p:cNvSpPr>
          <p:nvPr>
            <p:ph type="body"/>
          </p:nvPr>
        </p:nvSpPr>
        <p:spPr>
          <a:xfrm>
            <a:off x="5113080" y="1813680"/>
            <a:ext cx="4190400" cy="168336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marL="377280" indent="-377280">
              <a:lnSpc>
                <a:spcPct val="100000"/>
              </a:lnSpc>
              <a:spcBef>
                <a:spcPts val="615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08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17200" lvl="1" indent="-314280">
              <a:lnSpc>
                <a:spcPct val="100000"/>
              </a:lnSpc>
              <a:spcBef>
                <a:spcPts val="527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6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Second level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57480" lvl="2" indent="-25164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Third level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60400" lvl="3" indent="-25164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Fourth level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63320" lvl="4" indent="-251640">
              <a:lnSpc>
                <a:spcPct val="100000"/>
              </a:lnSpc>
              <a:spcBef>
                <a:spcPts val="351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176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Fifth level</a:t>
            </a:r>
            <a:endParaRPr lang="en-US" sz="17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4" name="PlaceHolder 4"/>
          <p:cNvSpPr>
            <a:spLocks noGrp="1"/>
          </p:cNvSpPr>
          <p:nvPr>
            <p:ph type="body"/>
          </p:nvPr>
        </p:nvSpPr>
        <p:spPr>
          <a:xfrm>
            <a:off x="5113080" y="3670200"/>
            <a:ext cx="4190400" cy="168336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marL="377280" indent="-377280">
              <a:lnSpc>
                <a:spcPct val="100000"/>
              </a:lnSpc>
              <a:spcBef>
                <a:spcPts val="615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08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17200" lvl="1" indent="-314280">
              <a:lnSpc>
                <a:spcPct val="100000"/>
              </a:lnSpc>
              <a:spcBef>
                <a:spcPts val="527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6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Second level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57480" lvl="2" indent="-25164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Third level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60400" lvl="3" indent="-25164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Fourth level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63320" lvl="4" indent="-251640">
              <a:lnSpc>
                <a:spcPct val="100000"/>
              </a:lnSpc>
              <a:spcBef>
                <a:spcPts val="351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176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Fifth level</a:t>
            </a:r>
            <a:endParaRPr lang="en-US" sz="17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Default 9">
    <p:bg>
      <p:bgPr>
        <a:solidFill>
          <a:srgbClr val="6C9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Rectangle 2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56" name="Text Box 22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57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58" name="Rectangle 29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59" name="PlaceHolder 1"/>
          <p:cNvSpPr>
            <a:spLocks noGrp="1"/>
          </p:cNvSpPr>
          <p:nvPr>
            <p:ph type="title"/>
          </p:nvPr>
        </p:nvSpPr>
        <p:spPr>
          <a:xfrm>
            <a:off x="754560" y="172800"/>
            <a:ext cx="8548920" cy="7765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80" b="1" u="none" strike="noStrike">
                <a:solidFill>
                  <a:schemeClr val="lt1"/>
                </a:solidFill>
                <a:effectLst/>
                <a:uFillTx/>
                <a:latin typeface="Arial"/>
                <a:ea typeface="Osaka"/>
              </a:rPr>
              <a:t>Click to edit Master title style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0" name="PlaceHolder 2"/>
          <p:cNvSpPr>
            <a:spLocks noGrp="1"/>
          </p:cNvSpPr>
          <p:nvPr>
            <p:ph type="body"/>
          </p:nvPr>
        </p:nvSpPr>
        <p:spPr>
          <a:xfrm>
            <a:off x="754560" y="1813680"/>
            <a:ext cx="8548920" cy="35398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icon to add table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Default 10">
    <p:bg>
      <p:bgPr>
        <a:solidFill>
          <a:srgbClr val="6C9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Rectangle 2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62" name="Text Box 22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63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64" name="Rectangle 29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65" name="PlaceHolder 1"/>
          <p:cNvSpPr>
            <a:spLocks noGrp="1"/>
          </p:cNvSpPr>
          <p:nvPr>
            <p:ph type="title"/>
          </p:nvPr>
        </p:nvSpPr>
        <p:spPr>
          <a:xfrm>
            <a:off x="754560" y="172800"/>
            <a:ext cx="8548920" cy="7765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80" b="1" u="none" strike="noStrike">
                <a:solidFill>
                  <a:schemeClr val="lt1"/>
                </a:solidFill>
                <a:effectLst/>
                <a:uFillTx/>
                <a:latin typeface="Arial"/>
                <a:ea typeface="Osaka"/>
              </a:rPr>
              <a:t>Click to edit Master title style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6" name="PlaceHolder 2"/>
          <p:cNvSpPr>
            <a:spLocks noGrp="1"/>
          </p:cNvSpPr>
          <p:nvPr>
            <p:ph type="body"/>
          </p:nvPr>
        </p:nvSpPr>
        <p:spPr>
          <a:xfrm>
            <a:off x="754560" y="1813680"/>
            <a:ext cx="8548920" cy="353988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marL="377280" indent="-377280">
              <a:lnSpc>
                <a:spcPct val="100000"/>
              </a:lnSpc>
              <a:spcBef>
                <a:spcPts val="615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08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17200" lvl="1" indent="-314280">
              <a:lnSpc>
                <a:spcPct val="100000"/>
              </a:lnSpc>
              <a:spcBef>
                <a:spcPts val="527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6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Second level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57480" lvl="2" indent="-25164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Third level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60400" lvl="3" indent="-25164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Fourth level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63320" lvl="4" indent="-251640">
              <a:lnSpc>
                <a:spcPct val="100000"/>
              </a:lnSpc>
              <a:spcBef>
                <a:spcPts val="351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176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Fifth level</a:t>
            </a:r>
            <a:endParaRPr lang="en-US" sz="17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 11">
    <p:bg>
      <p:bgPr>
        <a:solidFill>
          <a:srgbClr val="6C9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Rectangle 2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68" name="Text Box 22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69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70" name="Rectangle 29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71" name="PlaceHolder 1"/>
          <p:cNvSpPr>
            <a:spLocks noGrp="1"/>
          </p:cNvSpPr>
          <p:nvPr>
            <p:ph type="title"/>
          </p:nvPr>
        </p:nvSpPr>
        <p:spPr>
          <a:xfrm>
            <a:off x="794520" y="4994640"/>
            <a:ext cx="8548920" cy="154296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1" u="none" strike="noStrike" cap="all">
                <a:solidFill>
                  <a:schemeClr val="lt1"/>
                </a:solidFill>
                <a:effectLst/>
                <a:uFillTx/>
                <a:latin typeface="Arial"/>
                <a:ea typeface="Osaka"/>
              </a:rPr>
              <a:t>Click to edit Master title style</a:t>
            </a:r>
            <a:endParaRPr lang="en-US" sz="4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2" name="PlaceHolder 2"/>
          <p:cNvSpPr>
            <a:spLocks noGrp="1"/>
          </p:cNvSpPr>
          <p:nvPr>
            <p:ph type="body"/>
          </p:nvPr>
        </p:nvSpPr>
        <p:spPr>
          <a:xfrm>
            <a:off x="794520" y="3294360"/>
            <a:ext cx="8548920" cy="169956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b">
            <a:noAutofit/>
          </a:bodyPr>
          <a:lstStyle/>
          <a:p>
            <a:pPr indent="0">
              <a:lnSpc>
                <a:spcPct val="100000"/>
              </a:lnSpc>
              <a:spcBef>
                <a:spcPts val="439"/>
              </a:spcBef>
              <a:buNone/>
              <a:tabLst>
                <a:tab pos="0" algn="l"/>
              </a:tabLst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fault 12">
    <p:bg>
      <p:bgPr>
        <a:solidFill>
          <a:srgbClr val="6C9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Rectangle 21"/>
          <p:cNvSpPr/>
          <p:nvPr/>
        </p:nvSpPr>
        <p:spPr>
          <a:xfrm>
            <a:off x="0" y="7081560"/>
            <a:ext cx="10057680" cy="690120"/>
          </a:xfrm>
          <a:prstGeom prst="rect">
            <a:avLst/>
          </a:prstGeom>
          <a:solidFill>
            <a:schemeClr val="tx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74" name="Text Box 22"/>
          <p:cNvSpPr/>
          <p:nvPr/>
        </p:nvSpPr>
        <p:spPr>
          <a:xfrm>
            <a:off x="167760" y="7296480"/>
            <a:ext cx="4357800" cy="2948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660"/>
              </a:spcBef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FEARLESS</a:t>
            </a:r>
            <a:r>
              <a:rPr lang="en-US" sz="1320" b="0" u="none" strike="noStrike">
                <a:solidFill>
                  <a:srgbClr val="FFFFFF"/>
                </a:solidFill>
                <a:effectLst/>
                <a:uFillTx/>
                <a:latin typeface="Arial"/>
                <a:ea typeface="ＭＳ Ｐゴシック"/>
              </a:rPr>
              <a:t> engineering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75" name="Picture 24" descr="utdlogo"/>
          <p:cNvPicPr/>
          <p:nvPr/>
        </p:nvPicPr>
        <p:blipFill>
          <a:blip r:embed="rId2"/>
          <a:stretch/>
        </p:blipFill>
        <p:spPr>
          <a:xfrm>
            <a:off x="9304200" y="7254360"/>
            <a:ext cx="619200" cy="2728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76" name="Rectangle 29"/>
          <p:cNvSpPr/>
          <p:nvPr/>
        </p:nvSpPr>
        <p:spPr>
          <a:xfrm>
            <a:off x="0" y="1036440"/>
            <a:ext cx="10057680" cy="60444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08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377" name="PlaceHolder 1"/>
          <p:cNvSpPr>
            <a:spLocks noGrp="1"/>
          </p:cNvSpPr>
          <p:nvPr>
            <p:ph type="title"/>
          </p:nvPr>
        </p:nvSpPr>
        <p:spPr>
          <a:xfrm>
            <a:off x="754560" y="172800"/>
            <a:ext cx="8548920" cy="77652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80" b="1" u="none" strike="noStrike">
                <a:solidFill>
                  <a:schemeClr val="lt1"/>
                </a:solidFill>
                <a:effectLst/>
                <a:uFillTx/>
                <a:latin typeface="Arial"/>
                <a:ea typeface="Osaka"/>
              </a:rPr>
              <a:t>Click to edit Master title style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8" name="PlaceHolder 2"/>
          <p:cNvSpPr>
            <a:spLocks noGrp="1"/>
          </p:cNvSpPr>
          <p:nvPr>
            <p:ph type="body"/>
          </p:nvPr>
        </p:nvSpPr>
        <p:spPr>
          <a:xfrm>
            <a:off x="754560" y="1813680"/>
            <a:ext cx="4190400" cy="353988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marL="377280" indent="-377280">
              <a:lnSpc>
                <a:spcPct val="100000"/>
              </a:lnSpc>
              <a:spcBef>
                <a:spcPts val="615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08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17200" lvl="1" indent="-314280">
              <a:lnSpc>
                <a:spcPct val="100000"/>
              </a:lnSpc>
              <a:spcBef>
                <a:spcPts val="527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6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Second level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57480" lvl="2" indent="-25164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Third level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60400" lvl="3" indent="-251640">
              <a:lnSpc>
                <a:spcPct val="100000"/>
              </a:lnSpc>
              <a:spcBef>
                <a:spcPts val="397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979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Fourth level</a:t>
            </a:r>
            <a:endParaRPr lang="en-US" sz="1979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63320" lvl="4" indent="-251640">
              <a:lnSpc>
                <a:spcPct val="100000"/>
              </a:lnSpc>
              <a:spcBef>
                <a:spcPts val="397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1979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Fifth level</a:t>
            </a:r>
            <a:endParaRPr lang="en-US" sz="1979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9" name="PlaceHolder 3"/>
          <p:cNvSpPr>
            <a:spLocks noGrp="1"/>
          </p:cNvSpPr>
          <p:nvPr>
            <p:ph type="body"/>
          </p:nvPr>
        </p:nvSpPr>
        <p:spPr>
          <a:xfrm>
            <a:off x="5113080" y="1813680"/>
            <a:ext cx="4190400" cy="3539880"/>
          </a:xfrm>
          <a:prstGeom prst="rect">
            <a:avLst/>
          </a:prstGeom>
          <a:noFill/>
          <a:ln w="936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marL="377280" indent="-377280">
              <a:lnSpc>
                <a:spcPct val="100000"/>
              </a:lnSpc>
              <a:spcBef>
                <a:spcPts val="615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08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Click to edit Master text styles</a:t>
            </a:r>
            <a:endParaRPr lang="en-US" sz="3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17200" lvl="1" indent="-314280">
              <a:lnSpc>
                <a:spcPct val="100000"/>
              </a:lnSpc>
              <a:spcBef>
                <a:spcPts val="527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64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Second level</a:t>
            </a:r>
            <a:endParaRPr lang="en-US" sz="26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57480" lvl="2" indent="-25164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Third level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60400" lvl="3" indent="-251640">
              <a:lnSpc>
                <a:spcPct val="100000"/>
              </a:lnSpc>
              <a:spcBef>
                <a:spcPts val="397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979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Fourth level</a:t>
            </a:r>
            <a:endParaRPr lang="en-US" sz="1979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63320" lvl="4" indent="-251640">
              <a:lnSpc>
                <a:spcPct val="100000"/>
              </a:lnSpc>
              <a:spcBef>
                <a:spcPts val="397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1979" b="0" u="none" strike="noStrike">
                <a:solidFill>
                  <a:schemeClr val="dk1"/>
                </a:solidFill>
                <a:effectLst/>
                <a:uFillTx/>
                <a:latin typeface="Arial"/>
                <a:ea typeface="Osaka"/>
              </a:rPr>
              <a:t>Fifth level</a:t>
            </a:r>
            <a:endParaRPr lang="en-US" sz="1979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3.xml"/><Relationship Id="rId13" Type="http://schemas.openxmlformats.org/officeDocument/2006/relationships/slideLayout" Target="../slideLayouts/slideLayout18.xml"/><Relationship Id="rId3" Type="http://schemas.openxmlformats.org/officeDocument/2006/relationships/slideLayout" Target="../slideLayouts/slideLayout8.xml"/><Relationship Id="rId7" Type="http://schemas.openxmlformats.org/officeDocument/2006/relationships/slideLayout" Target="../slideLayouts/slideLayout12.xml"/><Relationship Id="rId12" Type="http://schemas.openxmlformats.org/officeDocument/2006/relationships/slideLayout" Target="../slideLayouts/slideLayout17.xml"/><Relationship Id="rId2" Type="http://schemas.openxmlformats.org/officeDocument/2006/relationships/slideLayout" Target="../slideLayouts/slideLayout7.xml"/><Relationship Id="rId1" Type="http://schemas.openxmlformats.org/officeDocument/2006/relationships/slideLayout" Target="../slideLayouts/slideLayout6.xml"/><Relationship Id="rId6" Type="http://schemas.openxmlformats.org/officeDocument/2006/relationships/slideLayout" Target="../slideLayouts/slideLayout11.xml"/><Relationship Id="rId11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0.xml"/><Relationship Id="rId10" Type="http://schemas.openxmlformats.org/officeDocument/2006/relationships/slideLayout" Target="../slideLayouts/slideLayout15.xml"/><Relationship Id="rId4" Type="http://schemas.openxmlformats.org/officeDocument/2006/relationships/slideLayout" Target="../slideLayouts/slideLayout9.xml"/><Relationship Id="rId9" Type="http://schemas.openxmlformats.org/officeDocument/2006/relationships/slideLayout" Target="../slideLayouts/slideLayout14.xml"/><Relationship Id="rId14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6.xml"/><Relationship Id="rId13" Type="http://schemas.openxmlformats.org/officeDocument/2006/relationships/slideLayout" Target="../slideLayouts/slideLayout31.xml"/><Relationship Id="rId3" Type="http://schemas.openxmlformats.org/officeDocument/2006/relationships/slideLayout" Target="../slideLayouts/slideLayout21.xml"/><Relationship Id="rId7" Type="http://schemas.openxmlformats.org/officeDocument/2006/relationships/slideLayout" Target="../slideLayouts/slideLayout25.xml"/><Relationship Id="rId12" Type="http://schemas.openxmlformats.org/officeDocument/2006/relationships/slideLayout" Target="../slideLayouts/slideLayout30.xml"/><Relationship Id="rId2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9.xml"/><Relationship Id="rId6" Type="http://schemas.openxmlformats.org/officeDocument/2006/relationships/slideLayout" Target="../slideLayouts/slideLayout24.xml"/><Relationship Id="rId11" Type="http://schemas.openxmlformats.org/officeDocument/2006/relationships/slideLayout" Target="../slideLayouts/slideLayout29.xml"/><Relationship Id="rId5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28.xml"/><Relationship Id="rId4" Type="http://schemas.openxmlformats.org/officeDocument/2006/relationships/slideLayout" Target="../slideLayouts/slideLayout22.xml"/><Relationship Id="rId9" Type="http://schemas.openxmlformats.org/officeDocument/2006/relationships/slideLayout" Target="../slideLayouts/slideLayout27.xml"/><Relationship Id="rId14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  <p:sldLayoutId id="2147483656" r:id="rId2"/>
    <p:sldLayoutId id="2147483657" r:id="rId3"/>
    <p:sldLayoutId id="2147483658" r:id="rId4"/>
    <p:sldLayoutId id="2147483659" r:id="rId5"/>
    <p:sldLayoutId id="2147483660" r:id="rId6"/>
    <p:sldLayoutId id="2147483661" r:id="rId7"/>
    <p:sldLayoutId id="2147483662" r:id="rId8"/>
    <p:sldLayoutId id="2147483663" r:id="rId9"/>
    <p:sldLayoutId id="2147483664" r:id="rId10"/>
    <p:sldLayoutId id="2147483665" r:id="rId11"/>
    <p:sldLayoutId id="2147483666" r:id="rId12"/>
    <p:sldLayoutId id="2147483667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70" r:id="rId2"/>
    <p:sldLayoutId id="2147483671" r:id="rId3"/>
    <p:sldLayoutId id="2147483672" r:id="rId4"/>
    <p:sldLayoutId id="2147483673" r:id="rId5"/>
    <p:sldLayoutId id="2147483674" r:id="rId6"/>
    <p:sldLayoutId id="2147483675" r:id="rId7"/>
    <p:sldLayoutId id="2147483676" r:id="rId8"/>
    <p:sldLayoutId id="2147483677" r:id="rId9"/>
    <p:sldLayoutId id="2147483678" r:id="rId10"/>
    <p:sldLayoutId id="2147483679" r:id="rId11"/>
    <p:sldLayoutId id="2147483680" r:id="rId12"/>
    <p:sldLayoutId id="214748368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5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5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5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5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5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5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5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5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5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5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5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5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5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5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5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5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5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5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5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5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5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5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5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5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5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5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Input and Output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Where We Left Off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800" b="0">
                <a:latin typeface="Cambria"/>
              </a:rPr>
              <a:t>We can store, compute, repeat, and organize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8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800" b="0">
                <a:latin typeface="Cambria"/>
              </a:rPr>
              <a:t>But every result has stayed </a:t>
            </a:r>
            <a:r>
              <a:rPr sz="2800" b="1">
                <a:latin typeface="Cambria"/>
              </a:rPr>
              <a:t>inside</a:t>
            </a:r>
            <a:r>
              <a:rPr sz="2800" b="0">
                <a:latin typeface="Cambria"/>
              </a:rPr>
              <a:t> the program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8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800" b="0">
                <a:latin typeface="Cambria"/>
              </a:rPr>
              <a:t>So far the only way to see it has been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800" b="0">
                <a:latin typeface="Cambria"/>
              </a:rPr>
              <a:t>the </a:t>
            </a:r>
            <a:r>
              <a:rPr sz="2800" b="1">
                <a:latin typeface="Cambria"/>
              </a:rPr>
              <a:t>debugger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8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800" b="0">
                <a:latin typeface="Cambria"/>
              </a:rPr>
              <a:t>Today:  talking to the outside world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What I/O Is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1">
                <a:latin typeface="Cambria"/>
              </a:rPr>
              <a:t>Input</a:t>
            </a:r>
            <a:r>
              <a:rPr sz="2600" b="0">
                <a:latin typeface="Cambria"/>
              </a:rPr>
              <a:t>:  data coming </a:t>
            </a:r>
            <a:r>
              <a:rPr sz="2600" b="1">
                <a:latin typeface="Cambria"/>
              </a:rPr>
              <a:t>into</a:t>
            </a:r>
            <a:r>
              <a:rPr sz="2600" b="0">
                <a:latin typeface="Cambria"/>
              </a:rPr>
              <a:t> the program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	keyboard,  files,  sensors,  network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1">
                <a:latin typeface="Cambria"/>
              </a:rPr>
              <a:t>Output</a:t>
            </a:r>
            <a:r>
              <a:rPr sz="2600" b="0">
                <a:latin typeface="Cambria"/>
              </a:rPr>
              <a:t>:  data going </a:t>
            </a:r>
            <a:r>
              <a:rPr sz="2600" b="1">
                <a:latin typeface="Cambria"/>
              </a:rPr>
              <a:t>out</a:t>
            </a:r>
            <a:r>
              <a:rPr sz="2600" b="0">
                <a:latin typeface="Cambria"/>
              </a:rPr>
              <a:t> of the program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	screen,  files,  actuators,  network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I/O is how a program serves its </a:t>
            </a:r>
            <a:r>
              <a:rPr sz="2600" b="1">
                <a:latin typeface="Cambria"/>
              </a:rPr>
              <a:t>users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Streams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2011680" algn="l"/>
                <a:tab pos="2743200" algn="l"/>
              </a:tabLst>
            </a:pPr>
            <a:r>
              <a:rPr sz="2600" b="0">
                <a:latin typeface="Cambria"/>
              </a:rPr>
              <a:t>A </a:t>
            </a:r>
            <a:r>
              <a:rPr sz="2600" b="1">
                <a:latin typeface="Cambria"/>
              </a:rPr>
              <a:t>stream</a:t>
            </a:r>
            <a:r>
              <a:rPr sz="2600" b="0">
                <a:latin typeface="Cambria"/>
              </a:rPr>
              <a:t> is a sequence of bytes flowing</a:t>
            </a:r>
          </a:p>
          <a:p>
            <a:pPr>
              <a:tabLst>
                <a:tab pos="548640" algn="l"/>
                <a:tab pos="2011680" algn="l"/>
                <a:tab pos="2743200" algn="l"/>
              </a:tabLst>
            </a:pPr>
            <a:r>
              <a:rPr sz="2600" b="0">
                <a:latin typeface="Cambria"/>
              </a:rPr>
              <a:t>into or out of a program</a:t>
            </a:r>
          </a:p>
          <a:p>
            <a:pPr>
              <a:tabLst>
                <a:tab pos="548640" algn="l"/>
                <a:tab pos="2011680" algn="l"/>
                <a:tab pos="2743200" algn="l"/>
              </a:tabLst>
            </a:pPr>
            <a:r>
              <a:rPr sz="2600">
                <a:latin typeface="Cambria"/>
              </a:rPr>
              <a:t> </a:t>
            </a:r>
          </a:p>
          <a:p>
            <a:pPr>
              <a:tabLst>
                <a:tab pos="548640" algn="l"/>
                <a:tab pos="2011680" algn="l"/>
                <a:tab pos="2743200" algn="l"/>
              </a:tabLst>
            </a:pPr>
            <a:r>
              <a:rPr sz="2600" b="0">
                <a:latin typeface="Cambria"/>
              </a:rPr>
              <a:t>Every program starts with </a:t>
            </a:r>
            <a:r>
              <a:rPr sz="2600" b="1">
                <a:latin typeface="Cambria"/>
              </a:rPr>
              <a:t>three</a:t>
            </a:r>
            <a:r>
              <a:rPr sz="2600" b="0">
                <a:latin typeface="Cambria"/>
              </a:rPr>
              <a:t>:</a:t>
            </a:r>
          </a:p>
          <a:p>
            <a:pPr>
              <a:tabLst>
                <a:tab pos="548640" algn="l"/>
                <a:tab pos="2011680" algn="l"/>
                <a:tab pos="2743200" algn="l"/>
              </a:tabLst>
            </a:pPr>
            <a:r>
              <a:rPr sz="2600">
                <a:latin typeface="Cambria"/>
              </a:rPr>
              <a:t> </a:t>
            </a:r>
          </a:p>
          <a:p>
            <a:pPr>
              <a:tabLst>
                <a:tab pos="548640" algn="l"/>
                <a:tab pos="2011680" algn="l"/>
                <a:tab pos="2743200" algn="l"/>
              </a:tabLst>
            </a:pPr>
            <a:r>
              <a:rPr sz="2600" b="0">
                <a:latin typeface="Cambria"/>
              </a:rPr>
              <a:t>	stdin	0	standard input</a:t>
            </a:r>
          </a:p>
          <a:p>
            <a:pPr>
              <a:tabLst>
                <a:tab pos="548640" algn="l"/>
                <a:tab pos="2011680" algn="l"/>
                <a:tab pos="2743200" algn="l"/>
              </a:tabLst>
            </a:pPr>
            <a:r>
              <a:rPr sz="2600" b="0">
                <a:latin typeface="Cambria"/>
              </a:rPr>
              <a:t>	stdout	1	standard output</a:t>
            </a:r>
          </a:p>
          <a:p>
            <a:pPr>
              <a:tabLst>
                <a:tab pos="548640" algn="l"/>
                <a:tab pos="2011680" algn="l"/>
                <a:tab pos="2743200" algn="l"/>
              </a:tabLst>
            </a:pPr>
            <a:r>
              <a:rPr sz="2600" b="0">
                <a:latin typeface="Cambria"/>
              </a:rPr>
              <a:t>	stderr	2	standard error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The Three Standard Streams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Rectangle 387"/>
          <p:cNvSpPr/>
          <p:nvPr/>
        </p:nvSpPr>
        <p:spPr>
          <a:xfrm>
            <a:off x="685800" y="3794760"/>
            <a:ext cx="1828800" cy="1005840"/>
          </a:xfrm>
          <a:prstGeom prst="rect">
            <a:avLst/>
          </a:prstGeom>
          <a:solidFill>
            <a:srgbClr val="F2F2F2"/>
          </a:solidFill>
          <a:ln w="1905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/>
            <a:r>
              <a:rPr sz="1700" b="1">
                <a:solidFill>
                  <a:srgbClr val="000000"/>
                </a:solidFill>
                <a:latin typeface="Cambria"/>
              </a:rPr>
              <a:t>keyboard</a:t>
            </a:r>
          </a:p>
        </p:txBody>
      </p:sp>
      <p:sp>
        <p:nvSpPr>
          <p:cNvPr id="389" name="Rectangle 388"/>
          <p:cNvSpPr/>
          <p:nvPr/>
        </p:nvSpPr>
        <p:spPr>
          <a:xfrm>
            <a:off x="3977639" y="3337560"/>
            <a:ext cx="2103120" cy="1920240"/>
          </a:xfrm>
          <a:prstGeom prst="rect">
            <a:avLst/>
          </a:prstGeom>
          <a:noFill/>
          <a:ln w="1905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/>
            <a:r>
              <a:rPr sz="1900" b="1">
                <a:solidFill>
                  <a:srgbClr val="000000"/>
                </a:solidFill>
                <a:latin typeface="Cambria"/>
              </a:rPr>
              <a:t>your program</a:t>
            </a:r>
          </a:p>
        </p:txBody>
      </p:sp>
      <p:sp>
        <p:nvSpPr>
          <p:cNvPr id="390" name="Rectangle 389"/>
          <p:cNvSpPr/>
          <p:nvPr/>
        </p:nvSpPr>
        <p:spPr>
          <a:xfrm>
            <a:off x="7543800" y="3794760"/>
            <a:ext cx="1828800" cy="1005840"/>
          </a:xfrm>
          <a:prstGeom prst="rect">
            <a:avLst/>
          </a:prstGeom>
          <a:solidFill>
            <a:srgbClr val="F2F2F2"/>
          </a:solidFill>
          <a:ln w="1905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/>
            <a:r>
              <a:rPr sz="1700" b="1">
                <a:solidFill>
                  <a:srgbClr val="000000"/>
                </a:solidFill>
                <a:latin typeface="Cambria"/>
              </a:rPr>
              <a:t>screen</a:t>
            </a:r>
          </a:p>
        </p:txBody>
      </p:sp>
      <p:cxnSp>
        <p:nvCxnSpPr>
          <p:cNvPr id="391" name="Connector 390"/>
          <p:cNvCxnSpPr/>
          <p:nvPr/>
        </p:nvCxnSpPr>
        <p:spPr>
          <a:xfrm>
            <a:off x="2514600" y="4297680"/>
            <a:ext cx="1463039" cy="0"/>
          </a:xfrm>
          <a:prstGeom prst="line">
            <a:avLst/>
          </a:prstGeom>
          <a:ln w="25400">
            <a:solidFill>
              <a:srgbClr val="1F4E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2" name="TextBox 391"/>
          <p:cNvSpPr txBox="1"/>
          <p:nvPr/>
        </p:nvSpPr>
        <p:spPr>
          <a:xfrm>
            <a:off x="2514600" y="3913632"/>
            <a:ext cx="146304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500" b="1" i="0">
                <a:solidFill>
                  <a:srgbClr val="000000"/>
                </a:solidFill>
                <a:latin typeface="Cambria"/>
              </a:rPr>
              <a:t>stdin  (0)</a:t>
            </a:r>
          </a:p>
        </p:txBody>
      </p:sp>
      <p:cxnSp>
        <p:nvCxnSpPr>
          <p:cNvPr id="393" name="Connector 392"/>
          <p:cNvCxnSpPr/>
          <p:nvPr/>
        </p:nvCxnSpPr>
        <p:spPr>
          <a:xfrm>
            <a:off x="6080760" y="4023360"/>
            <a:ext cx="1463040" cy="0"/>
          </a:xfrm>
          <a:prstGeom prst="line">
            <a:avLst/>
          </a:prstGeom>
          <a:ln w="25400">
            <a:solidFill>
              <a:srgbClr val="1F4E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4" name="TextBox 393"/>
          <p:cNvSpPr txBox="1"/>
          <p:nvPr/>
        </p:nvSpPr>
        <p:spPr>
          <a:xfrm>
            <a:off x="6080760" y="3639312"/>
            <a:ext cx="146304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500" b="1" i="0">
                <a:solidFill>
                  <a:srgbClr val="000000"/>
                </a:solidFill>
                <a:latin typeface="Cambria"/>
              </a:rPr>
              <a:t>stdout  (1)</a:t>
            </a:r>
          </a:p>
        </p:txBody>
      </p:sp>
      <p:cxnSp>
        <p:nvCxnSpPr>
          <p:cNvPr id="395" name="Connector 394"/>
          <p:cNvCxnSpPr/>
          <p:nvPr/>
        </p:nvCxnSpPr>
        <p:spPr>
          <a:xfrm>
            <a:off x="6080760" y="4617720"/>
            <a:ext cx="1463040" cy="0"/>
          </a:xfrm>
          <a:prstGeom prst="line">
            <a:avLst/>
          </a:prstGeom>
          <a:ln w="25400">
            <a:solidFill>
              <a:srgbClr val="1F4E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6" name="TextBox 395"/>
          <p:cNvSpPr txBox="1"/>
          <p:nvPr/>
        </p:nvSpPr>
        <p:spPr>
          <a:xfrm>
            <a:off x="6080760" y="4690872"/>
            <a:ext cx="146304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500" b="1" i="0">
                <a:solidFill>
                  <a:srgbClr val="000000"/>
                </a:solidFill>
                <a:latin typeface="Cambria"/>
              </a:rPr>
              <a:t>stderr  (2)</a:t>
            </a:r>
          </a:p>
        </p:txBody>
      </p:sp>
      <p:sp>
        <p:nvSpPr>
          <p:cNvPr id="397" name="TextBox 396"/>
          <p:cNvSpPr txBox="1"/>
          <p:nvPr/>
        </p:nvSpPr>
        <p:spPr>
          <a:xfrm>
            <a:off x="667512" y="5852160"/>
            <a:ext cx="868680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0" i="0">
                <a:solidFill>
                  <a:srgbClr val="000000"/>
                </a:solidFill>
                <a:latin typeface="Cambria"/>
              </a:rPr>
              <a:t>By default all three are connected to the terminal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000" b="1" dirty="0" smtClean="0">
                <a:solidFill>
                  <a:schemeClr val="lt1"/>
                </a:solidFill>
                <a:latin typeface="Arial"/>
              </a:rPr>
              <a:t>Why a Separate Error Stream?</a:t>
            </a:r>
            <a:endParaRPr lang="en-US" sz="4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./prog &gt; results.txt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	stdout goes to the file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	stderr </a:t>
            </a:r>
            <a:r>
              <a:rPr sz="2500" b="1">
                <a:latin typeface="Cambria"/>
              </a:rPr>
              <a:t>still</a:t>
            </a:r>
            <a:r>
              <a:rPr sz="2500" b="0">
                <a:latin typeface="Cambria"/>
              </a:rPr>
              <a:t> appears on the screen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./prog &gt; results.txt 2&gt; errors.txt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	each stream to its own file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Data and error messages never mix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Output in C:  printf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#include &lt;stdio.h&gt;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printf ( "Oil pressure\n" )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printf ( "psi = %f\n", psi )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printf ( "%u counts = %.1f psi\n", counts, psi )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1">
                <a:latin typeface="Cambria"/>
              </a:rPr>
              <a:t>%</a:t>
            </a:r>
            <a:r>
              <a:rPr sz="2400" b="0">
                <a:latin typeface="Cambria"/>
              </a:rPr>
              <a:t>  marks where a value is inserted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1">
                <a:latin typeface="Cambria"/>
              </a:rPr>
              <a:t>\n</a:t>
            </a:r>
            <a:r>
              <a:rPr sz="2400" b="0">
                <a:latin typeface="Cambria"/>
              </a:rPr>
              <a:t>  ends the line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Format Specifiers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1097280" algn="l"/>
                <a:tab pos="3840480" algn="l"/>
                <a:tab pos="4754880" algn="l"/>
              </a:tabLst>
            </a:pPr>
            <a:r>
              <a:rPr sz="2400" b="0">
                <a:latin typeface="Cambria"/>
              </a:rPr>
              <a:t>%d	signed int	%x	hexadecimal</a:t>
            </a:r>
          </a:p>
          <a:p>
            <a:pPr>
              <a:tabLst>
                <a:tab pos="1097280" algn="l"/>
                <a:tab pos="3840480" algn="l"/>
                <a:tab pos="4754880" algn="l"/>
              </a:tabLst>
            </a:pPr>
            <a:r>
              <a:rPr sz="2400" b="0">
                <a:latin typeface="Cambria"/>
              </a:rPr>
              <a:t>%u	unsigned int	%c	one character</a:t>
            </a:r>
          </a:p>
          <a:p>
            <a:pPr>
              <a:tabLst>
                <a:tab pos="1097280" algn="l"/>
                <a:tab pos="3840480" algn="l"/>
                <a:tab pos="4754880" algn="l"/>
              </a:tabLst>
            </a:pPr>
            <a:r>
              <a:rPr sz="2400" b="0">
                <a:latin typeface="Cambria"/>
              </a:rPr>
              <a:t>%ld	long	%s	string</a:t>
            </a:r>
          </a:p>
          <a:p>
            <a:pPr>
              <a:tabLst>
                <a:tab pos="1097280" algn="l"/>
                <a:tab pos="3840480" algn="l"/>
                <a:tab pos="4754880" algn="l"/>
              </a:tabLst>
            </a:pPr>
            <a:r>
              <a:rPr sz="2400" b="0">
                <a:latin typeface="Cambria"/>
              </a:rPr>
              <a:t>%f	float or double	%p	pointer address</a:t>
            </a:r>
          </a:p>
          <a:p>
            <a:pPr>
              <a:tabLst>
                <a:tab pos="1097280" algn="l"/>
                <a:tab pos="3840480" algn="l"/>
                <a:tab pos="4754880" algn="l"/>
              </a:tabLst>
            </a:pPr>
            <a:r>
              <a:rPr sz="2400" b="0">
                <a:latin typeface="Cambria"/>
              </a:rPr>
              <a:t>%e	scientific	%%	a literal %</a:t>
            </a:r>
          </a:p>
          <a:p>
            <a:pPr>
              <a:tabLst>
                <a:tab pos="1097280" algn="l"/>
                <a:tab pos="3840480" algn="l"/>
                <a:tab pos="4754880" algn="l"/>
              </a:tabLst>
            </a:pPr>
            <a:r>
              <a:rPr sz="2400">
                <a:latin typeface="Cambria"/>
              </a:rPr>
              <a:t> </a:t>
            </a:r>
          </a:p>
          <a:p>
            <a:pPr>
              <a:tabLst>
                <a:tab pos="1097280" algn="l"/>
                <a:tab pos="3840480" algn="l"/>
                <a:tab pos="4754880" algn="l"/>
              </a:tabLst>
            </a:pPr>
            <a:r>
              <a:rPr sz="2400" b="0">
                <a:latin typeface="Cambria"/>
              </a:rPr>
              <a:t>The specifier must </a:t>
            </a:r>
            <a:r>
              <a:rPr sz="2400" b="1">
                <a:latin typeface="Cambria"/>
              </a:rPr>
              <a:t>match</a:t>
            </a:r>
            <a:r>
              <a:rPr sz="2400" b="0">
                <a:latin typeface="Cambria"/>
              </a:rPr>
              <a:t> the type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Width and Precision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4206240" algn="l"/>
              </a:tabLst>
            </a:pPr>
            <a:r>
              <a:rPr sz="2300" b="0">
                <a:latin typeface="Cambria"/>
              </a:rPr>
              <a:t>printf ( "[%5d]", 42 ) ;	[   42]</a:t>
            </a:r>
          </a:p>
          <a:p>
            <a:pPr>
              <a:tabLst>
                <a:tab pos="4206240" algn="l"/>
              </a:tabLst>
            </a:pPr>
            <a:r>
              <a:rPr sz="2300" b="0">
                <a:latin typeface="Cambria"/>
              </a:rPr>
              <a:t>printf ( "[%-5d]", 42 ) ;	[42   ]</a:t>
            </a:r>
          </a:p>
          <a:p>
            <a:pPr>
              <a:tabLst>
                <a:tab pos="4206240" algn="l"/>
              </a:tabLst>
            </a:pPr>
            <a:r>
              <a:rPr sz="2300" b="0">
                <a:latin typeface="Cambria"/>
              </a:rPr>
              <a:t>printf ( "[%05d]", 42 ) ;	[00042]</a:t>
            </a:r>
          </a:p>
          <a:p>
            <a:pPr>
              <a:tabLst>
                <a:tab pos="4206240" algn="l"/>
              </a:tabLst>
            </a:pPr>
            <a:r>
              <a:rPr sz="2300" b="0">
                <a:latin typeface="Cambria"/>
              </a:rPr>
              <a:t>printf ( "[%.1f]", 50.0 ) ;	[50.0]</a:t>
            </a:r>
          </a:p>
          <a:p>
            <a:pPr>
              <a:tabLst>
                <a:tab pos="4206240" algn="l"/>
              </a:tabLst>
            </a:pPr>
            <a:r>
              <a:rPr sz="2300" b="0">
                <a:latin typeface="Cambria"/>
              </a:rPr>
              <a:t>printf ( "[%8.2f]", 3.14159 ) ;	[    3.14]</a:t>
            </a:r>
          </a:p>
          <a:p>
            <a:pPr>
              <a:tabLst>
                <a:tab pos="4206240" algn="l"/>
              </a:tabLst>
            </a:pPr>
            <a:r>
              <a:rPr sz="2300" b="0">
                <a:latin typeface="Cambria"/>
              </a:rPr>
              <a:t>printf ( "[%#x]", 255 ) ;	[0xff]</a:t>
            </a:r>
          </a:p>
          <a:p>
            <a:pPr>
              <a:tabLst>
                <a:tab pos="4206240" algn="l"/>
              </a:tabLst>
            </a:pPr>
            <a:r>
              <a:rPr sz="2300">
                <a:latin typeface="Cambria"/>
              </a:rPr>
              <a:t> </a:t>
            </a:r>
          </a:p>
          <a:p>
            <a:pPr>
              <a:tabLst>
                <a:tab pos="4206240" algn="l"/>
              </a:tabLst>
            </a:pPr>
            <a:r>
              <a:rPr sz="2300" b="0">
                <a:latin typeface="Cambria"/>
              </a:rPr>
              <a:t>Width pads, precision sets digits after the point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Printing Fixed-Width Types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uint32_t may not be  unsigned int  on every machine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#include &lt;inttypes.h&gt;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printf ( "%" PRIu32 "\n", counts )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printf ( "%" PRIu64 "\n", timestamp_ms )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PRIu32 expands to the right specifier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A Mismatch Is a Bug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4023360" algn="l"/>
              </a:tabLst>
            </a:pPr>
            <a:r>
              <a:rPr sz="2500" b="0">
                <a:latin typeface="Cambria"/>
              </a:rPr>
              <a:t>printf ( "%d\n", 3.5 ) ;	prints garbage</a:t>
            </a:r>
          </a:p>
          <a:p>
            <a:pPr>
              <a:tabLst>
                <a:tab pos="4023360" algn="l"/>
              </a:tabLst>
            </a:pPr>
            <a:r>
              <a:rPr sz="2500" b="0">
                <a:latin typeface="Cambria"/>
              </a:rPr>
              <a:t>printf ( "%s\n", 42 ) ;	may crash</a:t>
            </a:r>
          </a:p>
          <a:p>
            <a:pPr>
              <a:tabLst>
                <a:tab pos="4023360" algn="l"/>
              </a:tabLst>
            </a:pPr>
            <a:r>
              <a:rPr sz="2500">
                <a:latin typeface="Cambria"/>
              </a:rPr>
              <a:t> </a:t>
            </a:r>
          </a:p>
          <a:p>
            <a:pPr>
              <a:tabLst>
                <a:tab pos="4023360" algn="l"/>
              </a:tabLst>
            </a:pPr>
            <a:r>
              <a:rPr sz="2500" b="0">
                <a:latin typeface="Cambria"/>
              </a:rPr>
              <a:t>printf trusts the format string completely</a:t>
            </a:r>
          </a:p>
          <a:p>
            <a:pPr>
              <a:tabLst>
                <a:tab pos="4023360" algn="l"/>
              </a:tabLst>
            </a:pPr>
            <a:r>
              <a:rPr sz="2500">
                <a:latin typeface="Cambria"/>
              </a:rPr>
              <a:t> </a:t>
            </a:r>
          </a:p>
          <a:p>
            <a:pPr>
              <a:tabLst>
                <a:tab pos="4023360" algn="l"/>
              </a:tabLst>
            </a:pPr>
            <a:r>
              <a:rPr sz="2500" b="0">
                <a:latin typeface="Cambria"/>
              </a:rPr>
              <a:t>Compile with  </a:t>
            </a:r>
            <a:r>
              <a:rPr sz="2500" b="1">
                <a:latin typeface="Cambria"/>
              </a:rPr>
              <a:t>-Wall</a:t>
            </a:r>
            <a:r>
              <a:rPr sz="2500" b="0">
                <a:latin typeface="Cambria"/>
              </a:rPr>
              <a:t>  and the compiler</a:t>
            </a:r>
          </a:p>
          <a:p>
            <a:pPr>
              <a:tabLst>
                <a:tab pos="4023360" algn="l"/>
              </a:tabLst>
            </a:pPr>
            <a:r>
              <a:rPr sz="2500" b="0">
                <a:latin typeface="Cambria"/>
              </a:rPr>
              <a:t>checks every format for you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More C Output Functions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120640" algn="l"/>
              </a:tabLst>
            </a:pPr>
            <a:r>
              <a:rPr sz="2300" b="0">
                <a:latin typeface="Cambria"/>
              </a:rPr>
              <a:t>fprintf ( stderr, "sensor fault\n" ) ;	to stderr</a:t>
            </a:r>
          </a:p>
          <a:p>
            <a:pPr>
              <a:tabLst>
                <a:tab pos="5120640" algn="l"/>
              </a:tabLst>
            </a:pPr>
            <a:r>
              <a:rPr sz="2300" b="0">
                <a:latin typeface="Cambria"/>
              </a:rPr>
              <a:t>puts ( "done" ) ;	string + newline</a:t>
            </a:r>
          </a:p>
          <a:p>
            <a:pPr>
              <a:tabLst>
                <a:tab pos="5120640" algn="l"/>
              </a:tabLst>
            </a:pPr>
            <a:r>
              <a:rPr sz="2300" b="0">
                <a:latin typeface="Cambria"/>
              </a:rPr>
              <a:t>putchar ( 'x' ) ;	one character</a:t>
            </a:r>
          </a:p>
          <a:p>
            <a:pPr>
              <a:tabLst>
                <a:tab pos="5120640" algn="l"/>
              </a:tabLst>
            </a:pPr>
            <a:r>
              <a:rPr sz="2300" b="0">
                <a:latin typeface="Cambria"/>
              </a:rPr>
              <a:t>sprintf ( buf, "%.1f", psi ) ;	into a string</a:t>
            </a:r>
          </a:p>
          <a:p>
            <a:pPr>
              <a:tabLst>
                <a:tab pos="5120640" algn="l"/>
              </a:tabLst>
            </a:pPr>
            <a:r>
              <a:rPr sz="2300" b="0">
                <a:latin typeface="Cambria"/>
              </a:rPr>
              <a:t>snprintf ( buf, sizeof buf, "%.1f", psi ) ;</a:t>
            </a:r>
          </a:p>
          <a:p>
            <a:pPr>
              <a:tabLst>
                <a:tab pos="5120640" algn="l"/>
              </a:tabLst>
            </a:pPr>
            <a:r>
              <a:rPr sz="2300">
                <a:latin typeface="Cambria"/>
              </a:rPr>
              <a:t> </a:t>
            </a:r>
          </a:p>
          <a:p>
            <a:pPr>
              <a:tabLst>
                <a:tab pos="5120640" algn="l"/>
              </a:tabLst>
            </a:pPr>
            <a:r>
              <a:rPr sz="2300" b="0">
                <a:latin typeface="Cambria"/>
              </a:rPr>
              <a:t>Prefer  </a:t>
            </a:r>
            <a:r>
              <a:rPr sz="2300" b="1">
                <a:latin typeface="Cambria"/>
              </a:rPr>
              <a:t>snprintf</a:t>
            </a:r>
            <a:r>
              <a:rPr sz="2300" b="0">
                <a:latin typeface="Cambria"/>
              </a:rPr>
              <a:t>  -  it cannot overflow  buf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Output in C++:  iostream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#include &lt;iostream&gt;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std::cout &lt;&lt; "Oil pressure\n"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std::cout &lt;&lt; "psi = " &lt;&lt; psi &lt;&lt; '\n'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std::cerr &lt;&lt; "sensor fault\n"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1">
                <a:latin typeface="Cambria"/>
              </a:rPr>
              <a:t>&lt;&lt;</a:t>
            </a:r>
            <a:r>
              <a:rPr sz="2500" b="0">
                <a:latin typeface="Cambria"/>
              </a:rPr>
              <a:t>  sends each value to the stream in turn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Formatting in C++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5852160" algn="l"/>
              </a:tabLst>
            </a:pPr>
            <a:r>
              <a:rPr sz="2200" b="0">
                <a:latin typeface="Cambria"/>
              </a:rPr>
              <a:t>#include &lt;iomanip&gt;</a:t>
            </a:r>
          </a:p>
          <a:p>
            <a:pPr>
              <a:tabLst>
                <a:tab pos="548640" algn="l"/>
                <a:tab pos="5852160" algn="l"/>
              </a:tabLst>
            </a:pPr>
            <a:r>
              <a:rPr sz="2200">
                <a:latin typeface="Cambria"/>
              </a:rPr>
              <a:t> </a:t>
            </a:r>
          </a:p>
          <a:p>
            <a:pPr>
              <a:tabLst>
                <a:tab pos="548640" algn="l"/>
                <a:tab pos="5852160" algn="l"/>
              </a:tabLst>
            </a:pPr>
            <a:r>
              <a:rPr sz="2200" b="0">
                <a:latin typeface="Cambria"/>
              </a:rPr>
              <a:t>std::cout &lt;&lt; std::fixed &lt;&lt; std::setprecision ( 1 )</a:t>
            </a:r>
          </a:p>
          <a:p>
            <a:pPr>
              <a:tabLst>
                <a:tab pos="548640" algn="l"/>
                <a:tab pos="5852160" algn="l"/>
              </a:tabLst>
            </a:pPr>
            <a:r>
              <a:rPr sz="2200" b="0">
                <a:latin typeface="Cambria"/>
              </a:rPr>
              <a:t>	&lt;&lt; psi &lt;&lt; '\n' ;	50.0</a:t>
            </a:r>
          </a:p>
          <a:p>
            <a:pPr>
              <a:tabLst>
                <a:tab pos="548640" algn="l"/>
                <a:tab pos="5852160" algn="l"/>
              </a:tabLst>
            </a:pPr>
            <a:r>
              <a:rPr sz="2200">
                <a:latin typeface="Cambria"/>
              </a:rPr>
              <a:t> </a:t>
            </a:r>
          </a:p>
          <a:p>
            <a:pPr>
              <a:tabLst>
                <a:tab pos="548640" algn="l"/>
                <a:tab pos="5852160" algn="l"/>
              </a:tabLst>
            </a:pPr>
            <a:r>
              <a:rPr sz="2200" b="0">
                <a:latin typeface="Cambria"/>
              </a:rPr>
              <a:t>std::cout &lt;&lt; std::setw ( 8 ) &lt;&lt; counts ;	    1456</a:t>
            </a:r>
          </a:p>
          <a:p>
            <a:pPr>
              <a:tabLst>
                <a:tab pos="548640" algn="l"/>
                <a:tab pos="5852160" algn="l"/>
              </a:tabLst>
            </a:pPr>
            <a:r>
              <a:rPr sz="2200" b="0">
                <a:latin typeface="Cambria"/>
              </a:rPr>
              <a:t>std::cout &lt;&lt; std::hex &lt;&lt; 255 ;	ff</a:t>
            </a:r>
          </a:p>
          <a:p>
            <a:pPr>
              <a:tabLst>
                <a:tab pos="548640" algn="l"/>
                <a:tab pos="5852160" algn="l"/>
              </a:tabLst>
            </a:pPr>
            <a:r>
              <a:rPr sz="2200">
                <a:latin typeface="Cambria"/>
              </a:rPr>
              <a:t> </a:t>
            </a:r>
          </a:p>
          <a:p>
            <a:pPr>
              <a:tabLst>
                <a:tab pos="548640" algn="l"/>
                <a:tab pos="5852160" algn="l"/>
              </a:tabLst>
            </a:pPr>
            <a:r>
              <a:rPr sz="2200" b="0">
                <a:latin typeface="Cambria"/>
              </a:rPr>
              <a:t>Careful:  most settings </a:t>
            </a:r>
            <a:r>
              <a:rPr sz="2200" b="1">
                <a:latin typeface="Cambria"/>
              </a:rPr>
              <a:t>stay on</a:t>
            </a:r>
            <a:r>
              <a:rPr sz="2200" b="0">
                <a:latin typeface="Cambria"/>
              </a:rPr>
              <a:t> until changed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Modern C++:  std::format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C++20: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	#include &lt;format&gt;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	std::cout &lt;&lt; std::format ( "{:.1f} psi\n", psi )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C++23: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	#include &lt;print&gt;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	std::println ( "{:.1f} psi", psi )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Checked at </a:t>
            </a:r>
            <a:r>
              <a:rPr sz="2400" b="1">
                <a:latin typeface="Cambria"/>
              </a:rPr>
              <a:t>compile time</a:t>
            </a:r>
            <a:r>
              <a:rPr sz="2400" b="0">
                <a:latin typeface="Cambria"/>
              </a:rPr>
              <a:t>, like Rust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Output in Rust:  println!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2011680" algn="l"/>
              </a:tabLst>
            </a:pPr>
            <a:r>
              <a:rPr sz="2400" b="0">
                <a:latin typeface="Cambria"/>
              </a:rPr>
              <a:t>println! ( "Oil pressure" ) ;</a:t>
            </a:r>
          </a:p>
          <a:p>
            <a:pPr>
              <a:tabLst>
                <a:tab pos="2011680" algn="l"/>
              </a:tabLst>
            </a:pPr>
            <a:r>
              <a:rPr sz="2400" b="0">
                <a:latin typeface="Cambria"/>
              </a:rPr>
              <a:t>println! ( "psi = {}", psi ) ;</a:t>
            </a:r>
          </a:p>
          <a:p>
            <a:pPr>
              <a:tabLst>
                <a:tab pos="2011680" algn="l"/>
              </a:tabLst>
            </a:pPr>
            <a:r>
              <a:rPr sz="2400" b="0">
                <a:latin typeface="Cambria"/>
              </a:rPr>
              <a:t>println! ( "{} counts = {:.1} psi", counts, psi ) ;</a:t>
            </a:r>
          </a:p>
          <a:p>
            <a:pPr>
              <a:tabLst>
                <a:tab pos="2011680" algn="l"/>
              </a:tabLst>
            </a:pPr>
            <a:r>
              <a:rPr sz="2400">
                <a:latin typeface="Cambria"/>
              </a:rPr>
              <a:t> </a:t>
            </a:r>
          </a:p>
          <a:p>
            <a:pPr>
              <a:tabLst>
                <a:tab pos="2011680" algn="l"/>
              </a:tabLst>
            </a:pPr>
            <a:r>
              <a:rPr sz="2400" b="0">
                <a:latin typeface="Cambria"/>
              </a:rPr>
              <a:t>print!	no newline</a:t>
            </a:r>
          </a:p>
          <a:p>
            <a:pPr>
              <a:tabLst>
                <a:tab pos="2011680" algn="l"/>
              </a:tabLst>
            </a:pPr>
            <a:r>
              <a:rPr sz="2400" b="0">
                <a:latin typeface="Cambria"/>
              </a:rPr>
              <a:t>eprintln!	to stderr</a:t>
            </a:r>
          </a:p>
          <a:p>
            <a:pPr>
              <a:tabLst>
                <a:tab pos="2011680" algn="l"/>
              </a:tabLst>
            </a:pPr>
            <a:r>
              <a:rPr sz="2400">
                <a:latin typeface="Cambria"/>
              </a:rPr>
              <a:t> </a:t>
            </a:r>
          </a:p>
          <a:p>
            <a:pPr>
              <a:tabLst>
                <a:tab pos="2011680" algn="l"/>
              </a:tabLst>
            </a:pPr>
            <a:r>
              <a:rPr sz="2400" b="0">
                <a:latin typeface="Cambria"/>
              </a:rPr>
              <a:t>The  </a:t>
            </a:r>
            <a:r>
              <a:rPr sz="2400" b="1">
                <a:latin typeface="Cambria"/>
              </a:rPr>
              <a:t>!</a:t>
            </a:r>
            <a:r>
              <a:rPr sz="2400" b="0">
                <a:latin typeface="Cambria"/>
              </a:rPr>
              <a:t>  means a </a:t>
            </a:r>
            <a:r>
              <a:rPr sz="2400" b="1">
                <a:latin typeface="Cambria"/>
              </a:rPr>
              <a:t>macro</a:t>
            </a:r>
            <a:r>
              <a:rPr sz="2400" b="0">
                <a:latin typeface="Cambria"/>
              </a:rPr>
              <a:t>, checked at compile time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Rust Format Strings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2011680" algn="l"/>
                <a:tab pos="4206240" algn="l"/>
              </a:tabLst>
            </a:pPr>
            <a:r>
              <a:rPr sz="2300" b="0">
                <a:latin typeface="Cambria"/>
              </a:rPr>
              <a:t>{:.1}	50.0	one decimal place</a:t>
            </a:r>
          </a:p>
          <a:p>
            <a:pPr>
              <a:tabLst>
                <a:tab pos="2011680" algn="l"/>
                <a:tab pos="4206240" algn="l"/>
              </a:tabLst>
            </a:pPr>
            <a:r>
              <a:rPr sz="2300" b="0">
                <a:latin typeface="Cambria"/>
              </a:rPr>
              <a:t>{:8.2}	    3.14	width 8</a:t>
            </a:r>
          </a:p>
          <a:p>
            <a:pPr>
              <a:tabLst>
                <a:tab pos="2011680" algn="l"/>
                <a:tab pos="4206240" algn="l"/>
              </a:tabLst>
            </a:pPr>
            <a:r>
              <a:rPr sz="2300" b="0">
                <a:latin typeface="Cambria"/>
              </a:rPr>
              <a:t>{:&lt;8}	42      	left align</a:t>
            </a:r>
          </a:p>
          <a:p>
            <a:pPr>
              <a:tabLst>
                <a:tab pos="2011680" algn="l"/>
                <a:tab pos="4206240" algn="l"/>
              </a:tabLst>
            </a:pPr>
            <a:r>
              <a:rPr sz="2300" b="0">
                <a:latin typeface="Cambria"/>
              </a:rPr>
              <a:t>{:08}	00000042	pad with zeros</a:t>
            </a:r>
          </a:p>
          <a:p>
            <a:pPr>
              <a:tabLst>
                <a:tab pos="2011680" algn="l"/>
                <a:tab pos="4206240" algn="l"/>
              </a:tabLst>
            </a:pPr>
            <a:r>
              <a:rPr sz="2300" b="0">
                <a:latin typeface="Cambria"/>
              </a:rPr>
              <a:t>{:x}  {:#x}	ff  0xff	hexadecimal</a:t>
            </a:r>
          </a:p>
          <a:p>
            <a:pPr>
              <a:tabLst>
                <a:tab pos="2011680" algn="l"/>
                <a:tab pos="4206240" algn="l"/>
              </a:tabLst>
            </a:pPr>
            <a:r>
              <a:rPr sz="2300" b="0">
                <a:latin typeface="Cambria"/>
              </a:rPr>
              <a:t>{:b}	11111111	binary</a:t>
            </a:r>
          </a:p>
          <a:p>
            <a:pPr>
              <a:tabLst>
                <a:tab pos="2011680" algn="l"/>
                <a:tab pos="4206240" algn="l"/>
              </a:tabLst>
            </a:pPr>
            <a:r>
              <a:rPr sz="2300">
                <a:latin typeface="Cambria"/>
              </a:rPr>
              <a:t> </a:t>
            </a:r>
          </a:p>
          <a:p>
            <a:pPr>
              <a:tabLst>
                <a:tab pos="2011680" algn="l"/>
                <a:tab pos="4206240" algn="l"/>
              </a:tabLst>
            </a:pPr>
            <a:r>
              <a:rPr sz="2300" b="0">
                <a:latin typeface="Cambria"/>
              </a:rPr>
              <a:t>Name the variable inline:  println! ( "{psi:.1}" ) ;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Printing a Struct in Rust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#[derive(Debug)]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struct Sample { adc_counts : u32, psi : f32 }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println! ( "{:?}", my_sample )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	Sample { adc_counts: 1456, psi: 50.0 }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{:#?}  prints one field per line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000" b="1" dirty="0" smtClean="0">
                <a:solidFill>
                  <a:schemeClr val="lt1"/>
                </a:solidFill>
                <a:latin typeface="Arial"/>
              </a:rPr>
              <a:t>Printing a Struct in C and C++</a:t>
            </a:r>
            <a:endParaRPr lang="en-US" sz="4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300" b="0">
                <a:latin typeface="Cambria"/>
              </a:rPr>
              <a:t>C:  write a function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300" b="0">
                <a:latin typeface="Cambria"/>
              </a:rPr>
              <a:t>	void print_sample ( const sample_t *s ) {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300" b="0">
                <a:latin typeface="Cambria"/>
              </a:rPr>
              <a:t>		printf ( "%u counts, %.1f psi\n",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300" b="0">
                <a:latin typeface="Cambria"/>
              </a:rPr>
              <a:t>			s-&gt;adc_counts, s-&gt;psi )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300" b="0">
                <a:latin typeface="Cambria"/>
              </a:rPr>
              <a:t>	}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3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300" b="0">
                <a:latin typeface="Cambria"/>
              </a:rPr>
              <a:t>C++:  overload  operator&lt;&lt;  so that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300" b="0">
                <a:latin typeface="Cambria"/>
              </a:rPr>
              <a:t>	std::cout &lt;&lt; my_sample ;  works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One Line, Three Languages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1280160" algn="l"/>
                <a:tab pos="1828800" algn="l"/>
              </a:tabLst>
            </a:pPr>
            <a:r>
              <a:rPr sz="2300" b="0">
                <a:latin typeface="Cambria"/>
              </a:rPr>
              <a:t>C:	printf ( "%.1f psi\n", psi ) ;</a:t>
            </a:r>
          </a:p>
          <a:p>
            <a:pPr>
              <a:tabLst>
                <a:tab pos="1280160" algn="l"/>
                <a:tab pos="1828800" algn="l"/>
              </a:tabLst>
            </a:pPr>
            <a:r>
              <a:rPr sz="2300">
                <a:latin typeface="Cambria"/>
              </a:rPr>
              <a:t> </a:t>
            </a:r>
          </a:p>
          <a:p>
            <a:pPr>
              <a:tabLst>
                <a:tab pos="1280160" algn="l"/>
                <a:tab pos="1828800" algn="l"/>
              </a:tabLst>
            </a:pPr>
            <a:r>
              <a:rPr sz="2300" b="0">
                <a:latin typeface="Cambria"/>
              </a:rPr>
              <a:t>C++:	std::cout &lt;&lt; std::fixed &lt;&lt; std::setprecision ( 1 )</a:t>
            </a:r>
          </a:p>
          <a:p>
            <a:pPr>
              <a:tabLst>
                <a:tab pos="1280160" algn="l"/>
                <a:tab pos="1828800" algn="l"/>
              </a:tabLst>
            </a:pPr>
            <a:r>
              <a:rPr sz="2300" b="0">
                <a:latin typeface="Cambria"/>
              </a:rPr>
              <a:t>		&lt;&lt; psi &lt;&lt; " psi\n" ;</a:t>
            </a:r>
          </a:p>
          <a:p>
            <a:pPr>
              <a:tabLst>
                <a:tab pos="1280160" algn="l"/>
                <a:tab pos="1828800" algn="l"/>
              </a:tabLst>
            </a:pPr>
            <a:r>
              <a:rPr sz="2300">
                <a:latin typeface="Cambria"/>
              </a:rPr>
              <a:t> </a:t>
            </a:r>
          </a:p>
          <a:p>
            <a:pPr>
              <a:tabLst>
                <a:tab pos="1280160" algn="l"/>
                <a:tab pos="1828800" algn="l"/>
              </a:tabLst>
            </a:pPr>
            <a:r>
              <a:rPr sz="2300" b="0">
                <a:latin typeface="Cambria"/>
              </a:rPr>
              <a:t>Rust:	println! ( "{:.1} psi", psi ) ;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Output Is Buffered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4023360" algn="l"/>
              </a:tabLst>
            </a:pPr>
            <a:r>
              <a:rPr sz="2300" b="0">
                <a:latin typeface="Cambria"/>
              </a:rPr>
              <a:t>Output is collected in a </a:t>
            </a:r>
            <a:r>
              <a:rPr sz="2300" b="1">
                <a:latin typeface="Cambria"/>
              </a:rPr>
              <a:t>buffer</a:t>
            </a:r>
            <a:r>
              <a:rPr sz="2300" b="0">
                <a:latin typeface="Cambria"/>
              </a:rPr>
              <a:t> and sent in chunks</a:t>
            </a:r>
          </a:p>
          <a:p>
            <a:pPr>
              <a:tabLst>
                <a:tab pos="4023360" algn="l"/>
              </a:tabLst>
            </a:pPr>
            <a:r>
              <a:rPr sz="2300">
                <a:latin typeface="Cambria"/>
              </a:rPr>
              <a:t> </a:t>
            </a:r>
          </a:p>
          <a:p>
            <a:pPr>
              <a:tabLst>
                <a:tab pos="4023360" algn="l"/>
              </a:tabLst>
            </a:pPr>
            <a:r>
              <a:rPr sz="2300" b="0">
                <a:latin typeface="Cambria"/>
              </a:rPr>
              <a:t>stdout to a terminal:	sent at each newline</a:t>
            </a:r>
          </a:p>
          <a:p>
            <a:pPr>
              <a:tabLst>
                <a:tab pos="4023360" algn="l"/>
              </a:tabLst>
            </a:pPr>
            <a:r>
              <a:rPr sz="2300" b="0">
                <a:latin typeface="Cambria"/>
              </a:rPr>
              <a:t>stdout to a file:	sent when the buffer fills</a:t>
            </a:r>
          </a:p>
          <a:p>
            <a:pPr>
              <a:tabLst>
                <a:tab pos="4023360" algn="l"/>
              </a:tabLst>
            </a:pPr>
            <a:r>
              <a:rPr sz="2300" b="0">
                <a:latin typeface="Cambria"/>
              </a:rPr>
              <a:t>stderr:	sent immediately</a:t>
            </a:r>
          </a:p>
          <a:p>
            <a:pPr>
              <a:tabLst>
                <a:tab pos="4023360" algn="l"/>
              </a:tabLst>
            </a:pPr>
            <a:r>
              <a:rPr sz="2300">
                <a:latin typeface="Cambria"/>
              </a:rPr>
              <a:t> </a:t>
            </a:r>
          </a:p>
          <a:p>
            <a:pPr>
              <a:tabLst>
                <a:tab pos="4023360" algn="l"/>
              </a:tabLst>
            </a:pPr>
            <a:r>
              <a:rPr sz="2300" b="0">
                <a:latin typeface="Cambria"/>
              </a:rPr>
              <a:t>Force it out:	fflush ( stdout ) ;</a:t>
            </a:r>
          </a:p>
          <a:p>
            <a:pPr>
              <a:tabLst>
                <a:tab pos="4023360" algn="l"/>
              </a:tabLst>
            </a:pPr>
            <a:r>
              <a:rPr sz="2300" b="0">
                <a:latin typeface="Cambria"/>
              </a:rPr>
              <a:t>	std::cout &lt;&lt; std::flush ;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Buffering Can Lie to You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4023360" algn="l"/>
              </a:tabLst>
            </a:pPr>
            <a:r>
              <a:rPr sz="2500" b="0">
                <a:latin typeface="Cambria"/>
              </a:rPr>
              <a:t>printf ( "got here" ) ;	no newline</a:t>
            </a:r>
          </a:p>
          <a:p>
            <a:pPr>
              <a:tabLst>
                <a:tab pos="4023360" algn="l"/>
              </a:tabLst>
            </a:pPr>
            <a:r>
              <a:rPr sz="2500" b="0">
                <a:latin typeface="Cambria"/>
              </a:rPr>
              <a:t>crash ( ) ;</a:t>
            </a:r>
          </a:p>
          <a:p>
            <a:pPr>
              <a:tabLst>
                <a:tab pos="4023360" algn="l"/>
              </a:tabLst>
            </a:pPr>
            <a:r>
              <a:rPr sz="2500">
                <a:latin typeface="Cambria"/>
              </a:rPr>
              <a:t> </a:t>
            </a:r>
          </a:p>
          <a:p>
            <a:pPr>
              <a:tabLst>
                <a:tab pos="4023360" algn="l"/>
              </a:tabLst>
            </a:pPr>
            <a:r>
              <a:rPr sz="2500" b="0">
                <a:latin typeface="Cambria"/>
              </a:rPr>
              <a:t>The program crashes - and "got here"</a:t>
            </a:r>
          </a:p>
          <a:p>
            <a:pPr>
              <a:tabLst>
                <a:tab pos="4023360" algn="l"/>
              </a:tabLst>
            </a:pPr>
            <a:r>
              <a:rPr sz="2500" b="0">
                <a:latin typeface="Cambria"/>
              </a:rPr>
              <a:t>is </a:t>
            </a:r>
            <a:r>
              <a:rPr sz="2500" b="1">
                <a:latin typeface="Cambria"/>
              </a:rPr>
              <a:t>never printed</a:t>
            </a:r>
          </a:p>
          <a:p>
            <a:pPr>
              <a:tabLst>
                <a:tab pos="4023360" algn="l"/>
              </a:tabLst>
            </a:pPr>
            <a:r>
              <a:rPr sz="2500">
                <a:latin typeface="Cambria"/>
              </a:rPr>
              <a:t> </a:t>
            </a:r>
          </a:p>
          <a:p>
            <a:pPr>
              <a:tabLst>
                <a:tab pos="4023360" algn="l"/>
              </a:tabLst>
            </a:pPr>
            <a:r>
              <a:rPr sz="2500" b="0">
                <a:latin typeface="Cambria"/>
              </a:rPr>
              <a:t>It was still waiting in the buffer</a:t>
            </a:r>
          </a:p>
          <a:p>
            <a:pPr>
              <a:tabLst>
                <a:tab pos="4023360" algn="l"/>
              </a:tabLst>
            </a:pPr>
            <a:r>
              <a:rPr sz="2500" b="0">
                <a:latin typeface="Cambria"/>
              </a:rPr>
              <a:t>You conclude the crash happened </a:t>
            </a:r>
            <a:r>
              <a:rPr sz="2500" b="1">
                <a:latin typeface="Cambria"/>
              </a:rPr>
              <a:t>earlier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Print Is Not a Debugger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800" b="0">
                <a:latin typeface="Cambria"/>
              </a:rPr>
              <a:t>Output is for the program's </a:t>
            </a:r>
            <a:r>
              <a:rPr sz="2800" b="1">
                <a:latin typeface="Cambria"/>
              </a:rPr>
              <a:t>users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8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800" b="0">
                <a:latin typeface="Cambria"/>
              </a:rPr>
              <a:t>It is </a:t>
            </a:r>
            <a:r>
              <a:rPr sz="2800" b="1">
                <a:latin typeface="Cambria"/>
              </a:rPr>
              <a:t>not</a:t>
            </a:r>
            <a:r>
              <a:rPr sz="2800" b="0">
                <a:latin typeface="Cambria"/>
              </a:rPr>
              <a:t> a substitute for the debugger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8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800" b="0">
                <a:latin typeface="Cambria"/>
              </a:rPr>
              <a:t>Why not?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The Temptation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printf ( "here 1\n" )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x = compute ( a, b )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printf ( "here 2, x = %d\n", x )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y = scale ( x )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printf ( "here 3, y = %d\n", y )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600" b="0">
                <a:latin typeface="Cambria"/>
              </a:rPr>
              <a:t>It feels quick.  It is not.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What Goes Wrong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Every new question means </a:t>
            </a:r>
            <a:r>
              <a:rPr sz="2500" b="1">
                <a:latin typeface="Cambria"/>
              </a:rPr>
              <a:t>edit, compile, run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You only see what you </a:t>
            </a:r>
            <a:r>
              <a:rPr sz="2500" b="1">
                <a:latin typeface="Cambria"/>
              </a:rPr>
              <a:t>guessed</a:t>
            </a:r>
            <a:r>
              <a:rPr sz="2500" b="0">
                <a:latin typeface="Cambria"/>
              </a:rPr>
              <a:t> to print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Buffered output can vanish in a crash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Forgotten prints end up in the final program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Printing </a:t>
            </a:r>
            <a:r>
              <a:rPr sz="2500" b="1">
                <a:latin typeface="Cambria"/>
              </a:rPr>
              <a:t>changes</a:t>
            </a:r>
            <a:r>
              <a:rPr sz="2500" b="0">
                <a:latin typeface="Cambria"/>
              </a:rPr>
              <a:t> the program you are testing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Heisenbugs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Add a print statement - and the bug </a:t>
            </a:r>
            <a:r>
              <a:rPr sz="2500" b="1">
                <a:latin typeface="Cambria"/>
              </a:rPr>
              <a:t>disappears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The print changed: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	the timing of the program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	the layout of the stack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	what the optimizer did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Remove the print - and the bug is back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On a Microcontroller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Printing goes out a </a:t>
            </a:r>
            <a:r>
              <a:rPr sz="2500" b="1">
                <a:latin typeface="Cambria"/>
              </a:rPr>
              <a:t>serial port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115200 baud  =  about 11,500 characters per second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One 40-character line  =  about </a:t>
            </a:r>
            <a:r>
              <a:rPr sz="2500" b="1">
                <a:latin typeface="Cambria"/>
              </a:rPr>
              <a:t>3.5 ms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Enough to break real-time timing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Never print inside an interrupt routine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Ask the Debugger Instead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Rectangle 387"/>
          <p:cNvSpPr/>
          <p:nvPr/>
        </p:nvSpPr>
        <p:spPr>
          <a:xfrm>
            <a:off x="822960" y="2011680"/>
            <a:ext cx="4206240" cy="566928"/>
          </a:xfrm>
          <a:prstGeom prst="rect">
            <a:avLst/>
          </a:prstGeom>
          <a:solidFill>
            <a:srgbClr val="D9D9D9"/>
          </a:solidFill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" tIns="0" rIns="9000" bIns="0" rtlCol="0" anchor="ctr"/>
          <a:lstStyle/>
          <a:p>
            <a:pPr algn="ctr"/>
            <a:r>
              <a:rPr sz="1700" b="1">
                <a:solidFill>
                  <a:srgbClr val="000000"/>
                </a:solidFill>
                <a:latin typeface="Cambria"/>
              </a:rPr>
              <a:t>The question</a:t>
            </a:r>
          </a:p>
        </p:txBody>
      </p:sp>
      <p:sp>
        <p:nvSpPr>
          <p:cNvPr id="389" name="Rectangle 388"/>
          <p:cNvSpPr/>
          <p:nvPr/>
        </p:nvSpPr>
        <p:spPr>
          <a:xfrm>
            <a:off x="5029200" y="2011680"/>
            <a:ext cx="4206240" cy="566928"/>
          </a:xfrm>
          <a:prstGeom prst="rect">
            <a:avLst/>
          </a:prstGeom>
          <a:solidFill>
            <a:srgbClr val="D9D9D9"/>
          </a:solidFill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" tIns="0" rIns="9000" bIns="0" rtlCol="0" anchor="ctr"/>
          <a:lstStyle/>
          <a:p>
            <a:pPr algn="ctr"/>
            <a:r>
              <a:rPr sz="1700" b="1">
                <a:solidFill>
                  <a:srgbClr val="000000"/>
                </a:solidFill>
                <a:latin typeface="Cambria"/>
              </a:rPr>
              <a:t>The debugger answer</a:t>
            </a:r>
          </a:p>
        </p:txBody>
      </p:sp>
      <p:sp>
        <p:nvSpPr>
          <p:cNvPr id="390" name="Rectangle 389"/>
          <p:cNvSpPr/>
          <p:nvPr/>
        </p:nvSpPr>
        <p:spPr>
          <a:xfrm>
            <a:off x="822960" y="2578608"/>
            <a:ext cx="4206240" cy="566928"/>
          </a:xfrm>
          <a:prstGeom prst="rect">
            <a:avLst/>
          </a:prstGeom>
          <a:noFill/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" tIns="0" rIns="9000" bIns="0" rtlCol="0" anchor="ctr"/>
          <a:lstStyle/>
          <a:p>
            <a:pPr algn="ctr"/>
            <a:r>
              <a:rPr sz="1700" b="0">
                <a:solidFill>
                  <a:srgbClr val="000000"/>
                </a:solidFill>
                <a:latin typeface="Cambria"/>
              </a:rPr>
              <a:t>Did the program get here?</a:t>
            </a:r>
          </a:p>
        </p:txBody>
      </p:sp>
      <p:sp>
        <p:nvSpPr>
          <p:cNvPr id="391" name="Rectangle 390"/>
          <p:cNvSpPr/>
          <p:nvPr/>
        </p:nvSpPr>
        <p:spPr>
          <a:xfrm>
            <a:off x="5029200" y="2578608"/>
            <a:ext cx="4206240" cy="566928"/>
          </a:xfrm>
          <a:prstGeom prst="rect">
            <a:avLst/>
          </a:prstGeom>
          <a:noFill/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" tIns="0" rIns="9000" bIns="0" rtlCol="0" anchor="ctr"/>
          <a:lstStyle/>
          <a:p>
            <a:pPr algn="ctr"/>
            <a:r>
              <a:rPr sz="1700" b="0">
                <a:solidFill>
                  <a:srgbClr val="000000"/>
                </a:solidFill>
                <a:latin typeface="Cambria"/>
              </a:rPr>
              <a:t>break  file:line</a:t>
            </a:r>
          </a:p>
        </p:txBody>
      </p:sp>
      <p:sp>
        <p:nvSpPr>
          <p:cNvPr id="392" name="Rectangle 391"/>
          <p:cNvSpPr/>
          <p:nvPr/>
        </p:nvSpPr>
        <p:spPr>
          <a:xfrm>
            <a:off x="822960" y="3145536"/>
            <a:ext cx="4206240" cy="566928"/>
          </a:xfrm>
          <a:prstGeom prst="rect">
            <a:avLst/>
          </a:prstGeom>
          <a:noFill/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" tIns="0" rIns="9000" bIns="0" rtlCol="0" anchor="ctr"/>
          <a:lstStyle/>
          <a:p>
            <a:pPr algn="ctr"/>
            <a:r>
              <a:rPr sz="1700" b="0">
                <a:solidFill>
                  <a:srgbClr val="000000"/>
                </a:solidFill>
                <a:latin typeface="Cambria"/>
              </a:rPr>
              <a:t>What is x right now?</a:t>
            </a:r>
          </a:p>
        </p:txBody>
      </p:sp>
      <p:sp>
        <p:nvSpPr>
          <p:cNvPr id="393" name="Rectangle 392"/>
          <p:cNvSpPr/>
          <p:nvPr/>
        </p:nvSpPr>
        <p:spPr>
          <a:xfrm>
            <a:off x="5029200" y="3145536"/>
            <a:ext cx="4206240" cy="566928"/>
          </a:xfrm>
          <a:prstGeom prst="rect">
            <a:avLst/>
          </a:prstGeom>
          <a:noFill/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" tIns="0" rIns="9000" bIns="0" rtlCol="0" anchor="ctr"/>
          <a:lstStyle/>
          <a:p>
            <a:pPr algn="ctr"/>
            <a:r>
              <a:rPr sz="1700" b="0">
                <a:solidFill>
                  <a:srgbClr val="000000"/>
                </a:solidFill>
                <a:latin typeface="Cambria"/>
              </a:rPr>
              <a:t>print x</a:t>
            </a:r>
          </a:p>
        </p:txBody>
      </p:sp>
      <p:sp>
        <p:nvSpPr>
          <p:cNvPr id="394" name="Rectangle 393"/>
          <p:cNvSpPr/>
          <p:nvPr/>
        </p:nvSpPr>
        <p:spPr>
          <a:xfrm>
            <a:off x="822960" y="3712464"/>
            <a:ext cx="4206240" cy="566928"/>
          </a:xfrm>
          <a:prstGeom prst="rect">
            <a:avLst/>
          </a:prstGeom>
          <a:noFill/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" tIns="0" rIns="9000" bIns="0" rtlCol="0" anchor="ctr"/>
          <a:lstStyle/>
          <a:p>
            <a:pPr algn="ctr"/>
            <a:r>
              <a:rPr sz="1700" b="0">
                <a:solidFill>
                  <a:srgbClr val="000000"/>
                </a:solidFill>
                <a:latin typeface="Cambria"/>
              </a:rPr>
              <a:t>What are all the locals?</a:t>
            </a:r>
          </a:p>
        </p:txBody>
      </p:sp>
      <p:sp>
        <p:nvSpPr>
          <p:cNvPr id="395" name="Rectangle 394"/>
          <p:cNvSpPr/>
          <p:nvPr/>
        </p:nvSpPr>
        <p:spPr>
          <a:xfrm>
            <a:off x="5029200" y="3712464"/>
            <a:ext cx="4206240" cy="566928"/>
          </a:xfrm>
          <a:prstGeom prst="rect">
            <a:avLst/>
          </a:prstGeom>
          <a:noFill/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" tIns="0" rIns="9000" bIns="0" rtlCol="0" anchor="ctr"/>
          <a:lstStyle/>
          <a:p>
            <a:pPr algn="ctr"/>
            <a:r>
              <a:rPr sz="1700" b="0">
                <a:solidFill>
                  <a:srgbClr val="000000"/>
                </a:solidFill>
                <a:latin typeface="Cambria"/>
              </a:rPr>
              <a:t>info locals</a:t>
            </a:r>
          </a:p>
        </p:txBody>
      </p:sp>
      <p:sp>
        <p:nvSpPr>
          <p:cNvPr id="396" name="Rectangle 395"/>
          <p:cNvSpPr/>
          <p:nvPr/>
        </p:nvSpPr>
        <p:spPr>
          <a:xfrm>
            <a:off x="822960" y="4279392"/>
            <a:ext cx="4206240" cy="566928"/>
          </a:xfrm>
          <a:prstGeom prst="rect">
            <a:avLst/>
          </a:prstGeom>
          <a:noFill/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" tIns="0" rIns="9000" bIns="0" rtlCol="0" anchor="ctr"/>
          <a:lstStyle/>
          <a:p>
            <a:pPr algn="ctr"/>
            <a:r>
              <a:rPr sz="1700" b="0">
                <a:solidFill>
                  <a:srgbClr val="000000"/>
                </a:solidFill>
                <a:latin typeface="Cambria"/>
              </a:rPr>
              <a:t>How did I get here?</a:t>
            </a:r>
          </a:p>
        </p:txBody>
      </p:sp>
      <p:sp>
        <p:nvSpPr>
          <p:cNvPr id="397" name="Rectangle 396"/>
          <p:cNvSpPr/>
          <p:nvPr/>
        </p:nvSpPr>
        <p:spPr>
          <a:xfrm>
            <a:off x="5029200" y="4279392"/>
            <a:ext cx="4206240" cy="566928"/>
          </a:xfrm>
          <a:prstGeom prst="rect">
            <a:avLst/>
          </a:prstGeom>
          <a:noFill/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" tIns="0" rIns="9000" bIns="0" rtlCol="0" anchor="ctr"/>
          <a:lstStyle/>
          <a:p>
            <a:pPr algn="ctr"/>
            <a:r>
              <a:rPr sz="1700" b="0">
                <a:solidFill>
                  <a:srgbClr val="000000"/>
                </a:solidFill>
                <a:latin typeface="Cambria"/>
              </a:rPr>
              <a:t>backtrace</a:t>
            </a:r>
          </a:p>
        </p:txBody>
      </p:sp>
      <p:sp>
        <p:nvSpPr>
          <p:cNvPr id="398" name="Rectangle 397"/>
          <p:cNvSpPr/>
          <p:nvPr/>
        </p:nvSpPr>
        <p:spPr>
          <a:xfrm>
            <a:off x="822960" y="4846320"/>
            <a:ext cx="4206240" cy="566928"/>
          </a:xfrm>
          <a:prstGeom prst="rect">
            <a:avLst/>
          </a:prstGeom>
          <a:noFill/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" tIns="0" rIns="9000" bIns="0" rtlCol="0" anchor="ctr"/>
          <a:lstStyle/>
          <a:p>
            <a:pPr algn="ctr"/>
            <a:r>
              <a:rPr sz="1700" b="0">
                <a:solidFill>
                  <a:srgbClr val="000000"/>
                </a:solidFill>
                <a:latin typeface="Cambria"/>
              </a:rPr>
              <a:t>Who changed x?</a:t>
            </a:r>
          </a:p>
        </p:txBody>
      </p:sp>
      <p:sp>
        <p:nvSpPr>
          <p:cNvPr id="399" name="Rectangle 398"/>
          <p:cNvSpPr/>
          <p:nvPr/>
        </p:nvSpPr>
        <p:spPr>
          <a:xfrm>
            <a:off x="5029200" y="4846320"/>
            <a:ext cx="4206240" cy="566928"/>
          </a:xfrm>
          <a:prstGeom prst="rect">
            <a:avLst/>
          </a:prstGeom>
          <a:noFill/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" tIns="0" rIns="9000" bIns="0" rtlCol="0" anchor="ctr"/>
          <a:lstStyle/>
          <a:p>
            <a:pPr algn="ctr"/>
            <a:r>
              <a:rPr sz="1700" b="0">
                <a:solidFill>
                  <a:srgbClr val="000000"/>
                </a:solidFill>
                <a:latin typeface="Cambria"/>
              </a:rPr>
              <a:t>watch x</a:t>
            </a:r>
          </a:p>
        </p:txBody>
      </p:sp>
      <p:sp>
        <p:nvSpPr>
          <p:cNvPr id="400" name="Rectangle 399"/>
          <p:cNvSpPr/>
          <p:nvPr/>
        </p:nvSpPr>
        <p:spPr>
          <a:xfrm>
            <a:off x="822960" y="5413248"/>
            <a:ext cx="4206240" cy="566928"/>
          </a:xfrm>
          <a:prstGeom prst="rect">
            <a:avLst/>
          </a:prstGeom>
          <a:noFill/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" tIns="0" rIns="9000" bIns="0" rtlCol="0" anchor="ctr"/>
          <a:lstStyle/>
          <a:p>
            <a:pPr algn="ctr"/>
            <a:r>
              <a:rPr sz="1700" b="0">
                <a:solidFill>
                  <a:srgbClr val="000000"/>
                </a:solidFill>
                <a:latin typeface="Cambria"/>
              </a:rPr>
              <a:t>Only on pass 97</a:t>
            </a:r>
          </a:p>
        </p:txBody>
      </p:sp>
      <p:sp>
        <p:nvSpPr>
          <p:cNvPr id="401" name="Rectangle 400"/>
          <p:cNvSpPr/>
          <p:nvPr/>
        </p:nvSpPr>
        <p:spPr>
          <a:xfrm>
            <a:off x="5029200" y="5413248"/>
            <a:ext cx="4206240" cy="566928"/>
          </a:xfrm>
          <a:prstGeom prst="rect">
            <a:avLst/>
          </a:prstGeom>
          <a:noFill/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" tIns="0" rIns="9000" bIns="0" rtlCol="0" anchor="ctr"/>
          <a:lstStyle/>
          <a:p>
            <a:pPr algn="ctr"/>
            <a:r>
              <a:rPr sz="1700" b="0">
                <a:solidFill>
                  <a:srgbClr val="000000"/>
                </a:solidFill>
                <a:latin typeface="Cambria"/>
              </a:rPr>
              <a:t>break ... if i == 97</a:t>
            </a:r>
          </a:p>
        </p:txBody>
      </p:sp>
      <p:sp>
        <p:nvSpPr>
          <p:cNvPr id="402" name="Rectangle 401"/>
          <p:cNvSpPr/>
          <p:nvPr/>
        </p:nvSpPr>
        <p:spPr>
          <a:xfrm>
            <a:off x="822960" y="5980176"/>
            <a:ext cx="4206240" cy="566928"/>
          </a:xfrm>
          <a:prstGeom prst="rect">
            <a:avLst/>
          </a:prstGeom>
          <a:noFill/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" tIns="0" rIns="9000" bIns="0" rtlCol="0" anchor="ctr"/>
          <a:lstStyle/>
          <a:p>
            <a:pPr algn="ctr"/>
            <a:r>
              <a:rPr sz="1700" b="0">
                <a:solidFill>
                  <a:srgbClr val="000000"/>
                </a:solidFill>
                <a:latin typeface="Cambria"/>
              </a:rPr>
              <a:t>Show sum at every stop</a:t>
            </a:r>
          </a:p>
        </p:txBody>
      </p:sp>
      <p:sp>
        <p:nvSpPr>
          <p:cNvPr id="403" name="Rectangle 402"/>
          <p:cNvSpPr/>
          <p:nvPr/>
        </p:nvSpPr>
        <p:spPr>
          <a:xfrm>
            <a:off x="5029200" y="5980176"/>
            <a:ext cx="4206240" cy="566928"/>
          </a:xfrm>
          <a:prstGeom prst="rect">
            <a:avLst/>
          </a:prstGeom>
          <a:noFill/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" tIns="0" rIns="9000" bIns="0" rtlCol="0" anchor="ctr"/>
          <a:lstStyle/>
          <a:p>
            <a:pPr algn="ctr"/>
            <a:r>
              <a:rPr sz="1700" b="0">
                <a:solidFill>
                  <a:srgbClr val="000000"/>
                </a:solidFill>
                <a:latin typeface="Cambria"/>
              </a:rPr>
              <a:t>display sum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000" b="1" dirty="0" smtClean="0">
                <a:solidFill>
                  <a:schemeClr val="lt1"/>
                </a:solidFill>
                <a:latin typeface="Arial"/>
              </a:rPr>
              <a:t>The Same Question, Two Ways</a:t>
            </a:r>
            <a:endParaRPr lang="en-US" sz="4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2103120" algn="l"/>
              </a:tabLst>
            </a:pPr>
            <a:r>
              <a:rPr sz="2200" b="0">
                <a:latin typeface="Cambria"/>
              </a:rPr>
              <a:t>With print:	add  printf ( "i=%d sum=%d\n", i, sum ) ;</a:t>
            </a:r>
          </a:p>
          <a:p>
            <a:pPr>
              <a:tabLst>
                <a:tab pos="2103120" algn="l"/>
              </a:tabLst>
            </a:pPr>
            <a:r>
              <a:rPr sz="2200" b="0">
                <a:latin typeface="Cambria"/>
              </a:rPr>
              <a:t>	recompile,  rerun,  read 100 lines</a:t>
            </a:r>
          </a:p>
          <a:p>
            <a:pPr>
              <a:tabLst>
                <a:tab pos="2103120" algn="l"/>
              </a:tabLst>
            </a:pPr>
            <a:r>
              <a:rPr sz="2200">
                <a:latin typeface="Cambria"/>
              </a:rPr>
              <a:t> </a:t>
            </a:r>
          </a:p>
          <a:p>
            <a:pPr>
              <a:tabLst>
                <a:tab pos="2103120" algn="l"/>
              </a:tabLst>
            </a:pPr>
            <a:r>
              <a:rPr sz="2200" b="0">
                <a:latin typeface="Cambria"/>
              </a:rPr>
              <a:t>With gdb:	break main.c:12 if i == 97</a:t>
            </a:r>
          </a:p>
          <a:p>
            <a:pPr>
              <a:tabLst>
                <a:tab pos="2103120" algn="l"/>
              </a:tabLst>
            </a:pPr>
            <a:r>
              <a:rPr sz="2200" b="0">
                <a:latin typeface="Cambria"/>
              </a:rPr>
              <a:t>	display sum</a:t>
            </a:r>
          </a:p>
          <a:p>
            <a:pPr>
              <a:tabLst>
                <a:tab pos="2103120" algn="l"/>
              </a:tabLst>
            </a:pPr>
            <a:r>
              <a:rPr sz="2200" b="0">
                <a:latin typeface="Cambria"/>
              </a:rPr>
              <a:t>	run</a:t>
            </a:r>
          </a:p>
          <a:p>
            <a:pPr>
              <a:tabLst>
                <a:tab pos="2103120" algn="l"/>
              </a:tabLst>
            </a:pPr>
            <a:r>
              <a:rPr sz="2200">
                <a:latin typeface="Cambria"/>
              </a:rPr>
              <a:t> </a:t>
            </a:r>
          </a:p>
          <a:p>
            <a:pPr>
              <a:tabLst>
                <a:tab pos="2103120" algn="l"/>
              </a:tabLst>
            </a:pPr>
            <a:r>
              <a:rPr sz="2200" b="0">
                <a:latin typeface="Cambria"/>
              </a:rPr>
              <a:t>No edit.  No recompile.  One stop, exactly where you asked.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Our Rule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800" b="1">
                <a:latin typeface="Cambria"/>
              </a:rPr>
              <a:t>Print</a:t>
            </a:r>
            <a:r>
              <a:rPr sz="2800" b="0">
                <a:latin typeface="Cambria"/>
              </a:rPr>
              <a:t> statements are for the program's </a:t>
            </a:r>
            <a:r>
              <a:rPr sz="2800" b="1">
                <a:latin typeface="Cambria"/>
              </a:rPr>
              <a:t>users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8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800" b="1">
                <a:latin typeface="Cambria"/>
              </a:rPr>
              <a:t>Debugging</a:t>
            </a:r>
            <a:r>
              <a:rPr sz="2800" b="0">
                <a:latin typeface="Cambria"/>
              </a:rPr>
              <a:t> is done with the </a:t>
            </a:r>
            <a:r>
              <a:rPr sz="2800" b="1">
                <a:latin typeface="Cambria"/>
              </a:rPr>
              <a:t>debugger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8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800" b="0">
                <a:latin typeface="Cambria"/>
              </a:rPr>
              <a:t>Any print added while debugging is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800" b="1">
                <a:latin typeface="Cambria"/>
              </a:rPr>
              <a:t>removed</a:t>
            </a:r>
            <a:r>
              <a:rPr sz="2800" b="0">
                <a:latin typeface="Cambria"/>
              </a:rPr>
              <a:t> before you submit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000" b="1" dirty="0" smtClean="0">
                <a:solidFill>
                  <a:schemeClr val="lt1"/>
                </a:solidFill>
                <a:latin typeface="Arial"/>
              </a:rPr>
              <a:t>When Output Is the Right Tool</a:t>
            </a:r>
            <a:endParaRPr lang="en-US" sz="4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1">
                <a:latin typeface="Cambria"/>
              </a:rPr>
              <a:t>Logging</a:t>
            </a:r>
            <a:r>
              <a:rPr sz="2400" b="0">
                <a:latin typeface="Cambria"/>
              </a:rPr>
              <a:t> in a system that runs for days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or in the field, where no debugger is attached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Planned, not sprinkled: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	a log file or stderr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	severity levels:  error,  warning,  info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	can be switched off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400" b="0">
                <a:latin typeface="Cambria"/>
              </a:rPr>
              <a:t>A design decision - not a debugging shortcut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3600" b="1" dirty="0" smtClean="0">
                <a:solidFill>
                  <a:schemeClr val="lt1"/>
                </a:solidFill>
                <a:latin typeface="Arial"/>
              </a:rPr>
              <a:t>Input:  Reading From the Keyboard</a:t>
            </a:r>
            <a:endParaRPr lang="en-US" sz="3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800" b="0">
                <a:latin typeface="Cambria"/>
              </a:rPr>
              <a:t>The program </a:t>
            </a:r>
            <a:r>
              <a:rPr sz="2800" b="1">
                <a:latin typeface="Cambria"/>
              </a:rPr>
              <a:t>waits</a:t>
            </a:r>
            <a:r>
              <a:rPr sz="2800" b="0">
                <a:latin typeface="Cambria"/>
              </a:rPr>
              <a:t> until the user types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800" b="0">
                <a:latin typeface="Cambria"/>
              </a:rPr>
              <a:t>a line and presses Enter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8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800" b="0">
                <a:latin typeface="Cambria"/>
              </a:rPr>
              <a:t>What arrives is </a:t>
            </a:r>
            <a:r>
              <a:rPr sz="2800" b="1">
                <a:latin typeface="Cambria"/>
              </a:rPr>
              <a:t>text</a:t>
            </a:r>
            <a:r>
              <a:rPr sz="2800" b="0">
                <a:latin typeface="Cambria"/>
              </a:rPr>
              <a:t> - characters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8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800" b="0">
                <a:latin typeface="Cambria"/>
              </a:rPr>
              <a:t>It must be </a:t>
            </a:r>
            <a:r>
              <a:rPr sz="2800" b="1">
                <a:latin typeface="Cambria"/>
              </a:rPr>
              <a:t>converted</a:t>
            </a:r>
            <a:r>
              <a:rPr sz="2800" b="0">
                <a:latin typeface="Cambria"/>
              </a:rPr>
              <a:t> to a number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8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800" b="0">
                <a:latin typeface="Cambria"/>
              </a:rPr>
              <a:t>And the user may type anything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Input in C:  scanf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1645920" algn="l"/>
                <a:tab pos="5303520" algn="l"/>
              </a:tabLst>
            </a:pPr>
            <a:r>
              <a:rPr sz="2500" b="0">
                <a:latin typeface="Cambria"/>
              </a:rPr>
              <a:t>int count ;</a:t>
            </a:r>
          </a:p>
          <a:p>
            <a:pPr>
              <a:tabLst>
                <a:tab pos="1645920" algn="l"/>
                <a:tab pos="5303520" algn="l"/>
              </a:tabLst>
            </a:pPr>
            <a:r>
              <a:rPr sz="2500" b="0">
                <a:latin typeface="Cambria"/>
              </a:rPr>
              <a:t>scanf ( "%d", &amp;count ) ;</a:t>
            </a:r>
          </a:p>
          <a:p>
            <a:pPr>
              <a:tabLst>
                <a:tab pos="1645920" algn="l"/>
                <a:tab pos="5303520" algn="l"/>
              </a:tabLst>
            </a:pPr>
            <a:r>
              <a:rPr sz="2500">
                <a:latin typeface="Cambria"/>
              </a:rPr>
              <a:t> </a:t>
            </a:r>
          </a:p>
          <a:p>
            <a:pPr>
              <a:tabLst>
                <a:tab pos="1645920" algn="l"/>
                <a:tab pos="5303520" algn="l"/>
              </a:tabLst>
            </a:pPr>
            <a:r>
              <a:rPr sz="2500" b="0">
                <a:latin typeface="Cambria"/>
              </a:rPr>
              <a:t>scanf needs the </a:t>
            </a:r>
            <a:r>
              <a:rPr sz="2500" b="1">
                <a:latin typeface="Cambria"/>
              </a:rPr>
              <a:t>address</a:t>
            </a:r>
            <a:r>
              <a:rPr sz="2500" b="0">
                <a:latin typeface="Cambria"/>
              </a:rPr>
              <a:t> of count</a:t>
            </a:r>
          </a:p>
          <a:p>
            <a:pPr>
              <a:tabLst>
                <a:tab pos="1645920" algn="l"/>
                <a:tab pos="5303520" algn="l"/>
              </a:tabLst>
            </a:pPr>
            <a:r>
              <a:rPr sz="2500" b="0">
                <a:latin typeface="Cambria"/>
              </a:rPr>
              <a:t>so it can store into ( count )</a:t>
            </a:r>
          </a:p>
          <a:p>
            <a:pPr>
              <a:tabLst>
                <a:tab pos="1645920" algn="l"/>
                <a:tab pos="5303520" algn="l"/>
              </a:tabLst>
            </a:pPr>
            <a:r>
              <a:rPr sz="2500">
                <a:latin typeface="Cambria"/>
              </a:rPr>
              <a:t> </a:t>
            </a:r>
          </a:p>
          <a:p>
            <a:pPr>
              <a:tabLst>
                <a:tab pos="1645920" algn="l"/>
                <a:tab pos="5303520" algn="l"/>
              </a:tabLst>
            </a:pPr>
            <a:r>
              <a:rPr sz="2500" b="0">
                <a:latin typeface="Cambria"/>
              </a:rPr>
              <a:t>float:	scanf ( "%f", &amp;psi ) ;</a:t>
            </a:r>
          </a:p>
          <a:p>
            <a:pPr>
              <a:tabLst>
                <a:tab pos="1645920" algn="l"/>
                <a:tab pos="5303520" algn="l"/>
              </a:tabLst>
            </a:pPr>
            <a:r>
              <a:rPr sz="2500" b="0">
                <a:latin typeface="Cambria"/>
              </a:rPr>
              <a:t>double:	scanf ( "%lf", &amp;value ) ;	not %f !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scanf Pitfalls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300" b="0">
                <a:latin typeface="Cambria"/>
              </a:rPr>
              <a:t>Returns how many values it converted: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300" b="0">
                <a:latin typeface="Cambria"/>
              </a:rPr>
              <a:t>	if ( scanf ( "%d", &amp;count ) != 1 ) { /* bad input */ }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3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300" b="0">
                <a:latin typeface="Cambria"/>
              </a:rPr>
              <a:t>Bad input stays in the buffer - the next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300" b="0">
                <a:latin typeface="Cambria"/>
              </a:rPr>
              <a:t>scanf fails on it too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3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300" b="0">
                <a:latin typeface="Cambria"/>
              </a:rPr>
              <a:t>Strings:  always give a width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300" b="0">
                <a:latin typeface="Cambria"/>
              </a:rPr>
              <a:t>	char name[20] ;  scanf ( "%19s", name ) ;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Safer Input in C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300" b="0">
                <a:latin typeface="Cambria"/>
              </a:rPr>
              <a:t>Read a whole line, then convert it: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3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300" b="0">
                <a:latin typeface="Cambria"/>
              </a:rPr>
              <a:t>char line[64]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300" b="0">
                <a:latin typeface="Cambria"/>
              </a:rPr>
              <a:t>if ( fgets ( line, sizeof line, stdin ) != NULL ) {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300" b="0">
                <a:latin typeface="Cambria"/>
              </a:rPr>
              <a:t>	char *end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300" b="0">
                <a:latin typeface="Cambria"/>
              </a:rPr>
              <a:t>	long v = strtol ( line, &amp;end, 10 )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300" b="0">
                <a:latin typeface="Cambria"/>
              </a:rPr>
              <a:t>	if ( end == line ) { /* not a number */ }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300" b="0">
                <a:latin typeface="Cambria"/>
              </a:rPr>
              <a:t>}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Input in C++:  cin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2743200" algn="l"/>
              </a:tabLst>
            </a:pPr>
            <a:r>
              <a:rPr sz="2300" b="0">
                <a:latin typeface="Cambria"/>
              </a:rPr>
              <a:t>int count ;</a:t>
            </a:r>
          </a:p>
          <a:p>
            <a:pPr>
              <a:tabLst>
                <a:tab pos="548640" algn="l"/>
                <a:tab pos="2743200" algn="l"/>
              </a:tabLst>
            </a:pPr>
            <a:r>
              <a:rPr sz="2300" b="0">
                <a:latin typeface="Cambria"/>
              </a:rPr>
              <a:t>if ( std::cin &gt;&gt; count ) {</a:t>
            </a:r>
          </a:p>
          <a:p>
            <a:pPr>
              <a:tabLst>
                <a:tab pos="548640" algn="l"/>
                <a:tab pos="2743200" algn="l"/>
              </a:tabLst>
            </a:pPr>
            <a:r>
              <a:rPr sz="2300" b="0">
                <a:latin typeface="Cambria"/>
              </a:rPr>
              <a:t>	// got a number</a:t>
            </a:r>
          </a:p>
          <a:p>
            <a:pPr>
              <a:tabLst>
                <a:tab pos="548640" algn="l"/>
                <a:tab pos="2743200" algn="l"/>
              </a:tabLst>
            </a:pPr>
            <a:r>
              <a:rPr sz="2300" b="0">
                <a:latin typeface="Cambria"/>
              </a:rPr>
              <a:t>} else {</a:t>
            </a:r>
          </a:p>
          <a:p>
            <a:pPr>
              <a:tabLst>
                <a:tab pos="548640" algn="l"/>
                <a:tab pos="2743200" algn="l"/>
              </a:tabLst>
            </a:pPr>
            <a:r>
              <a:rPr sz="2300" b="0">
                <a:latin typeface="Cambria"/>
              </a:rPr>
              <a:t>	// not a number - the stream is now in a fail state</a:t>
            </a:r>
          </a:p>
          <a:p>
            <a:pPr>
              <a:tabLst>
                <a:tab pos="548640" algn="l"/>
                <a:tab pos="2743200" algn="l"/>
              </a:tabLst>
            </a:pPr>
            <a:r>
              <a:rPr sz="2300" b="0">
                <a:latin typeface="Cambria"/>
              </a:rPr>
              <a:t>}</a:t>
            </a:r>
          </a:p>
          <a:p>
            <a:pPr>
              <a:tabLst>
                <a:tab pos="548640" algn="l"/>
                <a:tab pos="2743200" algn="l"/>
              </a:tabLst>
            </a:pPr>
            <a:r>
              <a:rPr sz="2300">
                <a:latin typeface="Cambria"/>
              </a:rPr>
              <a:t> </a:t>
            </a:r>
          </a:p>
          <a:p>
            <a:pPr>
              <a:tabLst>
                <a:tab pos="548640" algn="l"/>
                <a:tab pos="2743200" algn="l"/>
              </a:tabLst>
            </a:pPr>
            <a:r>
              <a:rPr sz="2300" b="0">
                <a:latin typeface="Cambria"/>
              </a:rPr>
              <a:t>Whole line:	std::getline ( std::cin, line ) ;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Input in Rust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300" b="0">
                <a:latin typeface="Cambria"/>
              </a:rPr>
              <a:t>let mut line = String::new ( )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300" b="0">
                <a:latin typeface="Cambria"/>
              </a:rPr>
              <a:t>std::io::stdin ( ).read_line ( &amp;mut line )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300" b="0">
                <a:latin typeface="Cambria"/>
              </a:rPr>
              <a:t>	.expect ( "read failed" )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3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300" b="0">
                <a:latin typeface="Cambria"/>
              </a:rPr>
              <a:t>let count : i32 = line.trim ( ).parse ( )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300" b="0">
                <a:latin typeface="Cambria"/>
              </a:rPr>
              <a:t>	.expect ( "not a number" )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3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300" b="1">
                <a:latin typeface="Cambria"/>
              </a:rPr>
              <a:t>&amp;mut</a:t>
            </a:r>
            <a:r>
              <a:rPr sz="2300" b="0">
                <a:latin typeface="Cambria"/>
              </a:rPr>
              <a:t> line  -  read_line may change it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Handling Bad Input in Rust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2011680" algn="l"/>
              </a:tabLst>
            </a:pPr>
            <a:r>
              <a:rPr sz="2300" b="0">
                <a:latin typeface="Cambria"/>
              </a:rPr>
              <a:t>match line.trim ( ).parse::&lt;i32&gt; ( ) {</a:t>
            </a:r>
          </a:p>
          <a:p>
            <a:pPr>
              <a:tabLst>
                <a:tab pos="548640" algn="l"/>
                <a:tab pos="2011680" algn="l"/>
              </a:tabLst>
            </a:pPr>
            <a:r>
              <a:rPr sz="2300" b="0">
                <a:latin typeface="Cambria"/>
              </a:rPr>
              <a:t>	Ok ( n )	=&gt; println! ( "got {}", n ),</a:t>
            </a:r>
          </a:p>
          <a:p>
            <a:pPr>
              <a:tabLst>
                <a:tab pos="548640" algn="l"/>
                <a:tab pos="2011680" algn="l"/>
              </a:tabLst>
            </a:pPr>
            <a:r>
              <a:rPr sz="2300" b="0">
                <a:latin typeface="Cambria"/>
              </a:rPr>
              <a:t>	Err ( _ )	=&gt; eprintln! ( "not a number" ),</a:t>
            </a:r>
          </a:p>
          <a:p>
            <a:pPr>
              <a:tabLst>
                <a:tab pos="548640" algn="l"/>
                <a:tab pos="2011680" algn="l"/>
              </a:tabLst>
            </a:pPr>
            <a:r>
              <a:rPr sz="2300" b="0">
                <a:latin typeface="Cambria"/>
              </a:rPr>
              <a:t>}</a:t>
            </a:r>
          </a:p>
          <a:p>
            <a:pPr>
              <a:tabLst>
                <a:tab pos="548640" algn="l"/>
                <a:tab pos="2011680" algn="l"/>
              </a:tabLst>
            </a:pPr>
            <a:r>
              <a:rPr sz="2300">
                <a:latin typeface="Cambria"/>
              </a:rPr>
              <a:t> </a:t>
            </a:r>
          </a:p>
          <a:p>
            <a:pPr>
              <a:tabLst>
                <a:tab pos="548640" algn="l"/>
                <a:tab pos="2011680" algn="l"/>
              </a:tabLst>
            </a:pPr>
            <a:r>
              <a:rPr sz="2300" b="0">
                <a:latin typeface="Cambria"/>
              </a:rPr>
              <a:t>parse returns a </a:t>
            </a:r>
            <a:r>
              <a:rPr sz="2300" b="1">
                <a:latin typeface="Cambria"/>
              </a:rPr>
              <a:t>Result</a:t>
            </a:r>
            <a:r>
              <a:rPr sz="2300" b="0">
                <a:latin typeface="Cambria"/>
              </a:rPr>
              <a:t>:  Ok with a value,</a:t>
            </a:r>
          </a:p>
          <a:p>
            <a:pPr>
              <a:tabLst>
                <a:tab pos="548640" algn="l"/>
                <a:tab pos="2011680" algn="l"/>
              </a:tabLst>
            </a:pPr>
            <a:r>
              <a:rPr sz="2300" b="0">
                <a:latin typeface="Cambria"/>
              </a:rPr>
              <a:t>or Err with the reason</a:t>
            </a:r>
          </a:p>
          <a:p>
            <a:pPr>
              <a:tabLst>
                <a:tab pos="548640" algn="l"/>
                <a:tab pos="2011680" algn="l"/>
              </a:tabLst>
            </a:pPr>
            <a:r>
              <a:rPr sz="2300">
                <a:latin typeface="Cambria"/>
              </a:rPr>
              <a:t> </a:t>
            </a:r>
          </a:p>
          <a:p>
            <a:pPr>
              <a:tabLst>
                <a:tab pos="548640" algn="l"/>
                <a:tab pos="2011680" algn="l"/>
              </a:tabLst>
            </a:pPr>
            <a:r>
              <a:rPr sz="2300" b="0">
                <a:latin typeface="Cambria"/>
              </a:rPr>
              <a:t>The compiler makes you handle </a:t>
            </a:r>
            <a:r>
              <a:rPr sz="2300" b="1">
                <a:latin typeface="Cambria"/>
              </a:rPr>
              <a:t>both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Input Can Always Fail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1645920" algn="l"/>
              </a:tabLst>
            </a:pPr>
            <a:r>
              <a:rPr sz="2500" b="0">
                <a:latin typeface="Cambria"/>
              </a:rPr>
              <a:t>The user types letters instead of digits</a:t>
            </a:r>
          </a:p>
          <a:p>
            <a:pPr>
              <a:tabLst>
                <a:tab pos="548640" algn="l"/>
                <a:tab pos="1645920" algn="l"/>
              </a:tabLst>
            </a:pPr>
            <a:r>
              <a:rPr sz="2500" b="0">
                <a:latin typeface="Cambria"/>
              </a:rPr>
              <a:t>The input ends  ( Ctrl-D,  end of file )</a:t>
            </a:r>
          </a:p>
          <a:p>
            <a:pPr>
              <a:tabLst>
                <a:tab pos="548640" algn="l"/>
                <a:tab pos="1645920" algn="l"/>
              </a:tabLst>
            </a:pPr>
            <a:r>
              <a:rPr sz="2500" b="0">
                <a:latin typeface="Cambria"/>
              </a:rPr>
              <a:t>The file does not exist</a:t>
            </a:r>
          </a:p>
          <a:p>
            <a:pPr>
              <a:tabLst>
                <a:tab pos="548640" algn="l"/>
                <a:tab pos="1645920" algn="l"/>
              </a:tabLst>
            </a:pPr>
            <a:r>
              <a:rPr sz="2500" b="0">
                <a:latin typeface="Cambria"/>
              </a:rPr>
              <a:t>The sensor is unplugged</a:t>
            </a:r>
          </a:p>
          <a:p>
            <a:pPr>
              <a:tabLst>
                <a:tab pos="548640" algn="l"/>
                <a:tab pos="1645920" algn="l"/>
              </a:tabLst>
            </a:pPr>
            <a:r>
              <a:rPr sz="2500">
                <a:latin typeface="Cambria"/>
              </a:rPr>
              <a:t> </a:t>
            </a:r>
          </a:p>
          <a:p>
            <a:pPr>
              <a:tabLst>
                <a:tab pos="548640" algn="l"/>
                <a:tab pos="1645920" algn="l"/>
              </a:tabLst>
            </a:pPr>
            <a:r>
              <a:rPr sz="2500" b="0">
                <a:latin typeface="Cambria"/>
              </a:rPr>
              <a:t>Always check:</a:t>
            </a:r>
          </a:p>
          <a:p>
            <a:pPr>
              <a:tabLst>
                <a:tab pos="548640" algn="l"/>
                <a:tab pos="1645920" algn="l"/>
              </a:tabLst>
            </a:pPr>
            <a:r>
              <a:rPr sz="2500" b="0">
                <a:latin typeface="Cambria"/>
              </a:rPr>
              <a:t>	C	return value</a:t>
            </a:r>
          </a:p>
          <a:p>
            <a:pPr>
              <a:tabLst>
                <a:tab pos="548640" algn="l"/>
                <a:tab pos="1645920" algn="l"/>
              </a:tabLst>
            </a:pPr>
            <a:r>
              <a:rPr sz="2500" b="0">
                <a:latin typeface="Cambria"/>
              </a:rPr>
              <a:t>	C++	stream state</a:t>
            </a:r>
          </a:p>
          <a:p>
            <a:pPr>
              <a:tabLst>
                <a:tab pos="548640" algn="l"/>
                <a:tab pos="1645920" algn="l"/>
              </a:tabLst>
            </a:pPr>
            <a:r>
              <a:rPr sz="2500" b="0">
                <a:latin typeface="Cambria"/>
              </a:rPr>
              <a:t>	Rust	Result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Reading Until the End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200" b="0">
                <a:latin typeface="Cambria"/>
              </a:rPr>
              <a:t>C: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200" b="0">
                <a:latin typeface="Cambria"/>
              </a:rPr>
              <a:t>	while ( fgets ( line, sizeof line, stdin ) != NULL ) { ... }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2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200" b="0">
                <a:latin typeface="Cambria"/>
              </a:rPr>
              <a:t>C++: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200" b="0">
                <a:latin typeface="Cambria"/>
              </a:rPr>
              <a:t>	while ( std::getline ( std::cin, line ) ) { ... }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2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200" b="0">
                <a:latin typeface="Cambria"/>
              </a:rPr>
              <a:t>Rust: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200" b="0">
                <a:latin typeface="Cambria"/>
              </a:rPr>
              <a:t>	for line in std::io::stdin ( ).lines ( ) {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200" b="0">
                <a:latin typeface="Cambria"/>
              </a:rPr>
              <a:t>		let line = line.expect ( "read failed" )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200" b="0">
                <a:latin typeface="Cambria"/>
              </a:rPr>
              <a:t>	}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Files Are Streams Too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800" b="1">
                <a:latin typeface="Cambria"/>
              </a:rPr>
              <a:t>Open</a:t>
            </a:r>
            <a:r>
              <a:rPr sz="2800" b="0">
                <a:latin typeface="Cambria"/>
              </a:rPr>
              <a:t> a file to get a stream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8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800" b="1">
                <a:latin typeface="Cambria"/>
              </a:rPr>
              <a:t>Read</a:t>
            </a:r>
            <a:r>
              <a:rPr sz="2800" b="0">
                <a:latin typeface="Cambria"/>
              </a:rPr>
              <a:t> or </a:t>
            </a:r>
            <a:r>
              <a:rPr sz="2800" b="1">
                <a:latin typeface="Cambria"/>
              </a:rPr>
              <a:t>write</a:t>
            </a:r>
            <a:r>
              <a:rPr sz="2800" b="0">
                <a:latin typeface="Cambria"/>
              </a:rPr>
              <a:t> it like stdin and stdout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8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800" b="1">
                <a:latin typeface="Cambria"/>
              </a:rPr>
              <a:t>Close</a:t>
            </a:r>
            <a:r>
              <a:rPr sz="2800" b="0">
                <a:latin typeface="Cambria"/>
              </a:rPr>
              <a:t> it when you are done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8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800" b="0">
                <a:latin typeface="Cambria"/>
              </a:rPr>
              <a:t>Everything you learned about printing applies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Writing a File in C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FILE *fp = fopen ( "log.csv", "w" )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if ( fp == NULL ) {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	perror ( "log.csv" )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	return 1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}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fprintf ( fp, "%u,%.1f\n", counts, psi )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fclose ( fp ) ;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fopen Modes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1188720" algn="l"/>
                <a:tab pos="3931920" algn="l"/>
              </a:tabLst>
            </a:pPr>
            <a:r>
              <a:rPr sz="2600" b="0">
                <a:latin typeface="Cambria"/>
              </a:rPr>
              <a:t>"r"	read - the file must exist</a:t>
            </a:r>
          </a:p>
          <a:p>
            <a:pPr>
              <a:tabLst>
                <a:tab pos="1188720" algn="l"/>
                <a:tab pos="3931920" algn="l"/>
              </a:tabLst>
            </a:pPr>
            <a:r>
              <a:rPr sz="2600" b="0">
                <a:latin typeface="Cambria"/>
              </a:rPr>
              <a:t>"w"	write - create, or </a:t>
            </a:r>
            <a:r>
              <a:rPr sz="2600" b="1">
                <a:latin typeface="Cambria"/>
              </a:rPr>
              <a:t>erase</a:t>
            </a:r>
            <a:r>
              <a:rPr sz="2600" b="0">
                <a:latin typeface="Cambria"/>
              </a:rPr>
              <a:t> an existing file</a:t>
            </a:r>
          </a:p>
          <a:p>
            <a:pPr>
              <a:tabLst>
                <a:tab pos="1188720" algn="l"/>
                <a:tab pos="3931920" algn="l"/>
              </a:tabLst>
            </a:pPr>
            <a:r>
              <a:rPr sz="2600" b="0">
                <a:latin typeface="Cambria"/>
              </a:rPr>
              <a:t>"a"	append - add to the end</a:t>
            </a:r>
          </a:p>
          <a:p>
            <a:pPr>
              <a:tabLst>
                <a:tab pos="1188720" algn="l"/>
                <a:tab pos="3931920" algn="l"/>
              </a:tabLst>
            </a:pPr>
            <a:r>
              <a:rPr sz="2600" b="0">
                <a:latin typeface="Cambria"/>
              </a:rPr>
              <a:t>"r+"	read and write</a:t>
            </a:r>
          </a:p>
          <a:p>
            <a:pPr>
              <a:tabLst>
                <a:tab pos="1188720" algn="l"/>
                <a:tab pos="3931920" algn="l"/>
              </a:tabLst>
            </a:pPr>
            <a:r>
              <a:rPr sz="2600">
                <a:latin typeface="Cambria"/>
              </a:rPr>
              <a:t> </a:t>
            </a:r>
          </a:p>
          <a:p>
            <a:pPr>
              <a:tabLst>
                <a:tab pos="1188720" algn="l"/>
                <a:tab pos="3931920" algn="l"/>
              </a:tabLst>
            </a:pPr>
            <a:r>
              <a:rPr sz="2600" b="0">
                <a:latin typeface="Cambria"/>
              </a:rPr>
              <a:t>Add  </a:t>
            </a:r>
            <a:r>
              <a:rPr sz="2600" b="1">
                <a:latin typeface="Cambria"/>
              </a:rPr>
              <a:t>b</a:t>
            </a:r>
            <a:r>
              <a:rPr sz="2600" b="0">
                <a:latin typeface="Cambria"/>
              </a:rPr>
              <a:t>  for binary:	"rb"   "wb"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Reading a File in C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100" b="0">
                <a:latin typeface="Cambria"/>
              </a:rPr>
              <a:t>FILE *fp = fopen ( "log.csv", "r" )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100" b="0">
                <a:latin typeface="Cambria"/>
              </a:rPr>
              <a:t>if ( fp == NULL ) { perror ( "log.csv" ) ; return 1 ; }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1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100" b="0">
                <a:latin typeface="Cambria"/>
              </a:rPr>
              <a:t>char line[128]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100" b="0">
                <a:latin typeface="Cambria"/>
              </a:rPr>
              <a:t>while ( fgets ( line, sizeof line, fp ) != NULL ) {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100" b="0">
                <a:latin typeface="Cambria"/>
              </a:rPr>
              <a:t>	unsigned counts ;  float psi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100" b="0">
                <a:latin typeface="Cambria"/>
              </a:rPr>
              <a:t>	if ( sscanf ( line, "%u,%f", &amp;counts, &amp;psi ) == 2 ) { ... }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100" b="0">
                <a:latin typeface="Cambria"/>
              </a:rPr>
              <a:t>}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100" b="0">
                <a:latin typeface="Cambria"/>
              </a:rPr>
              <a:t>fclose ( fp ) ;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Files in C++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300" b="0">
                <a:latin typeface="Cambria"/>
              </a:rPr>
              <a:t>#include &lt;fstream&gt;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3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300" b="0">
                <a:latin typeface="Cambria"/>
              </a:rPr>
              <a:t>std::ofstream out ( "log.csv" )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300" b="0">
                <a:latin typeface="Cambria"/>
              </a:rPr>
              <a:t>if ( !out ) { std::cerr &lt;&lt; "cannot open\n" ; return 1 ; }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3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300" b="0">
                <a:latin typeface="Cambria"/>
              </a:rPr>
              <a:t>out &lt;&lt; counts &lt;&lt; ',' &lt;&lt; psi &lt;&lt; '\n'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3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300" b="0">
                <a:latin typeface="Cambria"/>
              </a:rPr>
              <a:t>Closed </a:t>
            </a:r>
            <a:r>
              <a:rPr sz="2300" b="1">
                <a:latin typeface="Cambria"/>
              </a:rPr>
              <a:t>automatically</a:t>
            </a:r>
            <a:r>
              <a:rPr sz="2300" b="0">
                <a:latin typeface="Cambria"/>
              </a:rPr>
              <a:t> at the closing brace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Files in Rust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300" b="0">
                <a:latin typeface="Cambria"/>
              </a:rPr>
              <a:t>use std::fs::File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300" b="0">
                <a:latin typeface="Cambria"/>
              </a:rPr>
              <a:t>use std::io::Write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3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300" b="0">
                <a:latin typeface="Cambria"/>
              </a:rPr>
              <a:t>let mut f = File::create ( "log.csv" )?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300" b="0">
                <a:latin typeface="Cambria"/>
              </a:rPr>
              <a:t>writeln! ( f, "{},{:.1}", counts, psi )?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3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300" b="1">
                <a:latin typeface="Cambria"/>
              </a:rPr>
              <a:t>?</a:t>
            </a:r>
            <a:r>
              <a:rPr sz="2300" b="0">
                <a:latin typeface="Cambria"/>
              </a:rPr>
              <a:t>  passes any error back to the caller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300" b="0">
                <a:latin typeface="Cambria"/>
              </a:rPr>
              <a:t>Closed </a:t>
            </a:r>
            <a:r>
              <a:rPr sz="2300" b="1">
                <a:latin typeface="Cambria"/>
              </a:rPr>
              <a:t>automatically</a:t>
            </a:r>
            <a:r>
              <a:rPr sz="2300" b="0">
                <a:latin typeface="Cambria"/>
              </a:rPr>
              <a:t> when  f  goes out of scope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Always Close Your Files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2103120" algn="l"/>
              </a:tabLst>
            </a:pPr>
            <a:r>
              <a:rPr sz="2500" b="0">
                <a:latin typeface="Cambria"/>
              </a:rPr>
              <a:t>C:	forget  fclose  and buffered data may</a:t>
            </a:r>
          </a:p>
          <a:p>
            <a:pPr>
              <a:tabLst>
                <a:tab pos="2103120" algn="l"/>
              </a:tabLst>
            </a:pPr>
            <a:r>
              <a:rPr sz="2500" b="0">
                <a:latin typeface="Cambria"/>
              </a:rPr>
              <a:t>	never reach the disk</a:t>
            </a:r>
          </a:p>
          <a:p>
            <a:pPr>
              <a:tabLst>
                <a:tab pos="2103120" algn="l"/>
              </a:tabLst>
            </a:pPr>
            <a:r>
              <a:rPr sz="2500">
                <a:latin typeface="Cambria"/>
              </a:rPr>
              <a:t> </a:t>
            </a:r>
          </a:p>
          <a:p>
            <a:pPr>
              <a:tabLst>
                <a:tab pos="2103120" algn="l"/>
              </a:tabLst>
            </a:pPr>
            <a:r>
              <a:rPr sz="2500" b="0">
                <a:latin typeface="Cambria"/>
              </a:rPr>
              <a:t>C++, Rust:	the file closes when its owner</a:t>
            </a:r>
          </a:p>
          <a:p>
            <a:pPr>
              <a:tabLst>
                <a:tab pos="2103120" algn="l"/>
              </a:tabLst>
            </a:pPr>
            <a:r>
              <a:rPr sz="2500" b="0">
                <a:latin typeface="Cambria"/>
              </a:rPr>
              <a:t>	goes out of </a:t>
            </a:r>
            <a:r>
              <a:rPr sz="2500" b="1">
                <a:latin typeface="Cambria"/>
              </a:rPr>
              <a:t>scope</a:t>
            </a:r>
          </a:p>
          <a:p>
            <a:pPr>
              <a:tabLst>
                <a:tab pos="2103120" algn="l"/>
              </a:tabLst>
            </a:pPr>
            <a:r>
              <a:rPr sz="2500">
                <a:latin typeface="Cambria"/>
              </a:rPr>
              <a:t> </a:t>
            </a:r>
          </a:p>
          <a:p>
            <a:pPr>
              <a:tabLst>
                <a:tab pos="2103120" algn="l"/>
              </a:tabLst>
            </a:pPr>
            <a:r>
              <a:rPr sz="2500" b="0">
                <a:latin typeface="Cambria"/>
              </a:rPr>
              <a:t>The operating system limits how many</a:t>
            </a:r>
          </a:p>
          <a:p>
            <a:pPr>
              <a:tabLst>
                <a:tab pos="2103120" algn="l"/>
              </a:tabLst>
            </a:pPr>
            <a:r>
              <a:rPr sz="2500" b="0">
                <a:latin typeface="Cambria"/>
              </a:rPr>
              <a:t>files can be open at once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Example:  Log Samples in C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100" b="0">
                <a:latin typeface="Cambria"/>
              </a:rPr>
              <a:t>FILE *fp = fopen ( "log.csv", "w" )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100" b="0">
                <a:latin typeface="Cambria"/>
              </a:rPr>
              <a:t>if ( fp == NULL ) { perror ( "log.csv" ) ; return 1 ; }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1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100" b="0">
                <a:latin typeface="Cambria"/>
              </a:rPr>
              <a:t>fprintf ( fp, "adc_counts,psi\n" )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100" b="0">
                <a:latin typeface="Cambria"/>
              </a:rPr>
              <a:t>for ( int i = 0 ; i &lt; n ; i++ ) {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100" b="0">
                <a:latin typeface="Cambria"/>
              </a:rPr>
              <a:t>	fprintf ( fp, "%" PRIu32 ",%.1f\n",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100" b="0">
                <a:latin typeface="Cambria"/>
              </a:rPr>
              <a:t>		history[i].adc_counts, history[i].psi )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100" b="0">
                <a:latin typeface="Cambria"/>
              </a:rPr>
              <a:t>}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100" b="0">
                <a:latin typeface="Cambria"/>
              </a:rPr>
              <a:t>fclose ( fp ) ;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000" b="1" dirty="0" smtClean="0">
                <a:solidFill>
                  <a:schemeClr val="lt1"/>
                </a:solidFill>
                <a:latin typeface="Arial"/>
              </a:rPr>
              <a:t>Example:  Log Samples in Rust</a:t>
            </a:r>
            <a:endParaRPr lang="en-US" sz="4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100" b="0">
                <a:latin typeface="Cambria"/>
              </a:rPr>
              <a:t>fn save ( history : &amp;[Sample] ) -&gt; std::io::Result&lt;()&gt; {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100" b="0">
                <a:latin typeface="Cambria"/>
              </a:rPr>
              <a:t>	let mut f = File::create ( "log.csv" )?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100" b="0">
                <a:latin typeface="Cambria"/>
              </a:rPr>
              <a:t>	writeln! ( f, "adc_counts,psi" )?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100" b="0">
                <a:latin typeface="Cambria"/>
              </a:rPr>
              <a:t>	for s in history.iter ( ) {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100" b="0">
                <a:latin typeface="Cambria"/>
              </a:rPr>
              <a:t>		writeln! ( f, "{},{:.1}", s.adc_counts, s.psi )?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100" b="0">
                <a:latin typeface="Cambria"/>
              </a:rPr>
              <a:t>	}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100" b="0">
                <a:latin typeface="Cambria"/>
              </a:rPr>
              <a:t>	Ok ( ( ) )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100" b="0">
                <a:latin typeface="Cambria"/>
              </a:rPr>
              <a:t>}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Text or Binary?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300" b="1">
                <a:latin typeface="Cambria"/>
              </a:rPr>
              <a:t>Text</a:t>
            </a:r>
            <a:r>
              <a:rPr sz="2300" b="0">
                <a:latin typeface="Cambria"/>
              </a:rPr>
              <a:t>:  fprintf ( fp, "%u,%.1f\n", ... )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300" b="0">
                <a:latin typeface="Cambria"/>
              </a:rPr>
              <a:t>	human readable,  portable,  larger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3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300" b="1">
                <a:latin typeface="Cambria"/>
              </a:rPr>
              <a:t>Binary</a:t>
            </a:r>
            <a:r>
              <a:rPr sz="2300" b="0">
                <a:latin typeface="Cambria"/>
              </a:rPr>
              <a:t>:  fwrite ( &amp;s, sizeof s, 1, fp ) ;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300" b="0">
                <a:latin typeface="Cambria"/>
              </a:rPr>
              <a:t>	the raw bytes of the struct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300" b="0">
                <a:latin typeface="Cambria"/>
              </a:rPr>
              <a:t>	includes </a:t>
            </a:r>
            <a:r>
              <a:rPr sz="2300" b="1">
                <a:latin typeface="Cambria"/>
              </a:rPr>
              <a:t>padding</a:t>
            </a:r>
            <a:r>
              <a:rPr sz="2300" b="0">
                <a:latin typeface="Cambria"/>
              </a:rPr>
              <a:t>, depends on byte order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3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300" b="0">
                <a:latin typeface="Cambria"/>
              </a:rPr>
              <a:t>Prefer text unless size or speed demands binary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I/O on a Microcontroller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4023360" algn="l"/>
              </a:tabLst>
            </a:pPr>
            <a:r>
              <a:rPr sz="2500" b="0">
                <a:latin typeface="Cambria"/>
              </a:rPr>
              <a:t>No screen and no keyboard</a:t>
            </a:r>
          </a:p>
          <a:p>
            <a:pPr>
              <a:tabLst>
                <a:tab pos="4023360" algn="l"/>
              </a:tabLst>
            </a:pPr>
            <a:r>
              <a:rPr sz="2500">
                <a:latin typeface="Cambria"/>
              </a:rPr>
              <a:t> </a:t>
            </a:r>
          </a:p>
          <a:p>
            <a:pPr>
              <a:tabLst>
                <a:tab pos="4023360" algn="l"/>
              </a:tabLst>
            </a:pPr>
            <a:r>
              <a:rPr sz="2500" b="0">
                <a:latin typeface="Cambria"/>
              </a:rPr>
              <a:t>I/O means </a:t>
            </a:r>
            <a:r>
              <a:rPr sz="2500" b="1">
                <a:latin typeface="Cambria"/>
              </a:rPr>
              <a:t>pins</a:t>
            </a:r>
            <a:r>
              <a:rPr sz="2500" b="0">
                <a:latin typeface="Cambria"/>
              </a:rPr>
              <a:t>, the </a:t>
            </a:r>
            <a:r>
              <a:rPr sz="2500" b="1">
                <a:latin typeface="Cambria"/>
              </a:rPr>
              <a:t>ADC</a:t>
            </a:r>
            <a:r>
              <a:rPr sz="2500" b="0">
                <a:latin typeface="Cambria"/>
              </a:rPr>
              <a:t>, and a </a:t>
            </a:r>
            <a:r>
              <a:rPr sz="2500" b="1">
                <a:latin typeface="Cambria"/>
              </a:rPr>
              <a:t>serial port</a:t>
            </a:r>
          </a:p>
          <a:p>
            <a:pPr>
              <a:tabLst>
                <a:tab pos="4023360" algn="l"/>
              </a:tabLst>
            </a:pPr>
            <a:r>
              <a:rPr sz="2500">
                <a:latin typeface="Cambria"/>
              </a:rPr>
              <a:t> </a:t>
            </a:r>
          </a:p>
          <a:p>
            <a:pPr>
              <a:tabLst>
                <a:tab pos="4023360" algn="l"/>
              </a:tabLst>
            </a:pPr>
            <a:r>
              <a:rPr sz="2500" b="0">
                <a:latin typeface="Cambria"/>
              </a:rPr>
              <a:t>Serial.println ( psi ) ;	Arduino output</a:t>
            </a:r>
          </a:p>
          <a:p>
            <a:pPr>
              <a:tabLst>
                <a:tab pos="4023360" algn="l"/>
              </a:tabLst>
            </a:pPr>
            <a:r>
              <a:rPr sz="2500">
                <a:latin typeface="Cambria"/>
              </a:rPr>
              <a:t> </a:t>
            </a:r>
          </a:p>
          <a:p>
            <a:pPr>
              <a:tabLst>
                <a:tab pos="4023360" algn="l"/>
              </a:tabLst>
            </a:pPr>
            <a:r>
              <a:rPr sz="2500" b="0">
                <a:latin typeface="Cambria"/>
              </a:rPr>
              <a:t>Many boards, including the ESP32-S3, have a</a:t>
            </a:r>
          </a:p>
          <a:p>
            <a:pPr>
              <a:tabLst>
                <a:tab pos="4023360" algn="l"/>
              </a:tabLst>
            </a:pPr>
            <a:r>
              <a:rPr sz="2500" b="1">
                <a:latin typeface="Cambria"/>
              </a:rPr>
              <a:t>hardware debugger</a:t>
            </a:r>
            <a:r>
              <a:rPr sz="2500" b="0">
                <a:latin typeface="Cambria"/>
              </a:rPr>
              <a:t> built in over USB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The Same Rule on Hardware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Serial output is for </a:t>
            </a:r>
            <a:r>
              <a:rPr sz="2500" b="1">
                <a:latin typeface="Cambria"/>
              </a:rPr>
              <a:t>monitoring</a:t>
            </a:r>
            <a:r>
              <a:rPr sz="2500" b="0">
                <a:latin typeface="Cambria"/>
              </a:rPr>
              <a:t> the device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Debugging uses the </a:t>
            </a:r>
            <a:r>
              <a:rPr sz="2500" b="1">
                <a:latin typeface="Cambria"/>
              </a:rPr>
              <a:t>hardware debugger</a:t>
            </a:r>
            <a:r>
              <a:rPr sz="2500" b="0">
                <a:latin typeface="Cambria"/>
              </a:rPr>
              <a:t>: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	breakpoints on the real chip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	watch registers and variables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	no change to the program's timing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Print statements are still not a debugger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Output Compared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Rectangle 387"/>
          <p:cNvSpPr/>
          <p:nvPr/>
        </p:nvSpPr>
        <p:spPr>
          <a:xfrm>
            <a:off x="667512" y="2011680"/>
            <a:ext cx="1554480" cy="603504"/>
          </a:xfrm>
          <a:prstGeom prst="rect">
            <a:avLst/>
          </a:prstGeom>
          <a:solidFill>
            <a:srgbClr val="D9D9D9"/>
          </a:solidFill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" tIns="0" rIns="9000" bIns="0" rtlCol="0" anchor="ctr"/>
          <a:lstStyle/>
          <a:p>
            <a:pPr algn="ctr"/>
            <a:endParaRPr/>
          </a:p>
        </p:txBody>
      </p:sp>
      <p:sp>
        <p:nvSpPr>
          <p:cNvPr id="389" name="Rectangle 388"/>
          <p:cNvSpPr/>
          <p:nvPr/>
        </p:nvSpPr>
        <p:spPr>
          <a:xfrm>
            <a:off x="2221991" y="2011680"/>
            <a:ext cx="2423160" cy="603504"/>
          </a:xfrm>
          <a:prstGeom prst="rect">
            <a:avLst/>
          </a:prstGeom>
          <a:solidFill>
            <a:srgbClr val="D9D9D9"/>
          </a:solidFill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" tIns="0" rIns="9000" bIns="0" rtlCol="0" anchor="ctr"/>
          <a:lstStyle/>
          <a:p>
            <a:pPr algn="ctr"/>
            <a:r>
              <a:rPr sz="1500" b="1">
                <a:solidFill>
                  <a:srgbClr val="000000"/>
                </a:solidFill>
                <a:latin typeface="Cambria"/>
              </a:rPr>
              <a:t>C</a:t>
            </a:r>
          </a:p>
        </p:txBody>
      </p:sp>
      <p:sp>
        <p:nvSpPr>
          <p:cNvPr id="390" name="Rectangle 389"/>
          <p:cNvSpPr/>
          <p:nvPr/>
        </p:nvSpPr>
        <p:spPr>
          <a:xfrm>
            <a:off x="4645152" y="2011680"/>
            <a:ext cx="2514600" cy="603504"/>
          </a:xfrm>
          <a:prstGeom prst="rect">
            <a:avLst/>
          </a:prstGeom>
          <a:solidFill>
            <a:srgbClr val="D9D9D9"/>
          </a:solidFill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" tIns="0" rIns="9000" bIns="0" rtlCol="0" anchor="ctr"/>
          <a:lstStyle/>
          <a:p>
            <a:pPr algn="ctr"/>
            <a:r>
              <a:rPr sz="1500" b="1">
                <a:solidFill>
                  <a:srgbClr val="000000"/>
                </a:solidFill>
                <a:latin typeface="Cambria"/>
              </a:rPr>
              <a:t>C++</a:t>
            </a:r>
          </a:p>
        </p:txBody>
      </p:sp>
      <p:sp>
        <p:nvSpPr>
          <p:cNvPr id="391" name="Rectangle 390"/>
          <p:cNvSpPr/>
          <p:nvPr/>
        </p:nvSpPr>
        <p:spPr>
          <a:xfrm>
            <a:off x="7159752" y="2011680"/>
            <a:ext cx="2240280" cy="603504"/>
          </a:xfrm>
          <a:prstGeom prst="rect">
            <a:avLst/>
          </a:prstGeom>
          <a:solidFill>
            <a:srgbClr val="D9D9D9"/>
          </a:solidFill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" tIns="0" rIns="9000" bIns="0" rtlCol="0" anchor="ctr"/>
          <a:lstStyle/>
          <a:p>
            <a:pPr algn="ctr"/>
            <a:r>
              <a:rPr sz="1500" b="1">
                <a:solidFill>
                  <a:srgbClr val="000000"/>
                </a:solidFill>
                <a:latin typeface="Cambria"/>
              </a:rPr>
              <a:t>Rust</a:t>
            </a:r>
          </a:p>
        </p:txBody>
      </p:sp>
      <p:sp>
        <p:nvSpPr>
          <p:cNvPr id="392" name="Rectangle 391"/>
          <p:cNvSpPr/>
          <p:nvPr/>
        </p:nvSpPr>
        <p:spPr>
          <a:xfrm>
            <a:off x="667512" y="2615184"/>
            <a:ext cx="1554480" cy="603504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" tIns="0" rIns="9000" bIns="0" rtlCol="0" anchor="ctr"/>
          <a:lstStyle/>
          <a:p>
            <a:pPr algn="ctr"/>
            <a:r>
              <a:rPr sz="1500" b="1">
                <a:solidFill>
                  <a:srgbClr val="000000"/>
                </a:solidFill>
                <a:latin typeface="Cambria"/>
              </a:rPr>
              <a:t>to stdout</a:t>
            </a:r>
          </a:p>
        </p:txBody>
      </p:sp>
      <p:sp>
        <p:nvSpPr>
          <p:cNvPr id="393" name="Rectangle 392"/>
          <p:cNvSpPr/>
          <p:nvPr/>
        </p:nvSpPr>
        <p:spPr>
          <a:xfrm>
            <a:off x="2221991" y="2615184"/>
            <a:ext cx="2423160" cy="603504"/>
          </a:xfrm>
          <a:prstGeom prst="rect">
            <a:avLst/>
          </a:prstGeom>
          <a:noFill/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" tIns="0" rIns="9000" bIns="0" rtlCol="0" anchor="ctr"/>
          <a:lstStyle/>
          <a:p>
            <a:pPr algn="ctr"/>
            <a:r>
              <a:rPr sz="1500" b="0">
                <a:solidFill>
                  <a:srgbClr val="000000"/>
                </a:solidFill>
                <a:latin typeface="Cambria"/>
              </a:rPr>
              <a:t>printf</a:t>
            </a:r>
          </a:p>
        </p:txBody>
      </p:sp>
      <p:sp>
        <p:nvSpPr>
          <p:cNvPr id="394" name="Rectangle 393"/>
          <p:cNvSpPr/>
          <p:nvPr/>
        </p:nvSpPr>
        <p:spPr>
          <a:xfrm>
            <a:off x="4645152" y="2615184"/>
            <a:ext cx="2514600" cy="603504"/>
          </a:xfrm>
          <a:prstGeom prst="rect">
            <a:avLst/>
          </a:prstGeom>
          <a:noFill/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" tIns="0" rIns="9000" bIns="0" rtlCol="0" anchor="ctr"/>
          <a:lstStyle/>
          <a:p>
            <a:pPr algn="ctr"/>
            <a:r>
              <a:rPr sz="1500" b="0">
                <a:solidFill>
                  <a:srgbClr val="000000"/>
                </a:solidFill>
                <a:latin typeface="Cambria"/>
              </a:rPr>
              <a:t>std::cout &lt;&lt;</a:t>
            </a:r>
          </a:p>
        </p:txBody>
      </p:sp>
      <p:sp>
        <p:nvSpPr>
          <p:cNvPr id="395" name="Rectangle 394"/>
          <p:cNvSpPr/>
          <p:nvPr/>
        </p:nvSpPr>
        <p:spPr>
          <a:xfrm>
            <a:off x="7159752" y="2615184"/>
            <a:ext cx="2240280" cy="603504"/>
          </a:xfrm>
          <a:prstGeom prst="rect">
            <a:avLst/>
          </a:prstGeom>
          <a:noFill/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" tIns="0" rIns="9000" bIns="0" rtlCol="0" anchor="ctr"/>
          <a:lstStyle/>
          <a:p>
            <a:pPr algn="ctr"/>
            <a:r>
              <a:rPr sz="1500" b="0">
                <a:solidFill>
                  <a:srgbClr val="000000"/>
                </a:solidFill>
                <a:latin typeface="Cambria"/>
              </a:rPr>
              <a:t>println!</a:t>
            </a:r>
          </a:p>
        </p:txBody>
      </p:sp>
      <p:sp>
        <p:nvSpPr>
          <p:cNvPr id="396" name="Rectangle 395"/>
          <p:cNvSpPr/>
          <p:nvPr/>
        </p:nvSpPr>
        <p:spPr>
          <a:xfrm>
            <a:off x="667512" y="3218688"/>
            <a:ext cx="1554480" cy="603504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" tIns="0" rIns="9000" bIns="0" rtlCol="0" anchor="ctr"/>
          <a:lstStyle/>
          <a:p>
            <a:pPr algn="ctr"/>
            <a:r>
              <a:rPr sz="1500" b="1">
                <a:solidFill>
                  <a:srgbClr val="000000"/>
                </a:solidFill>
                <a:latin typeface="Cambria"/>
              </a:rPr>
              <a:t>to stderr</a:t>
            </a:r>
          </a:p>
        </p:txBody>
      </p:sp>
      <p:sp>
        <p:nvSpPr>
          <p:cNvPr id="397" name="Rectangle 396"/>
          <p:cNvSpPr/>
          <p:nvPr/>
        </p:nvSpPr>
        <p:spPr>
          <a:xfrm>
            <a:off x="2221991" y="3218688"/>
            <a:ext cx="2423160" cy="603504"/>
          </a:xfrm>
          <a:prstGeom prst="rect">
            <a:avLst/>
          </a:prstGeom>
          <a:noFill/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" tIns="0" rIns="9000" bIns="0" rtlCol="0" anchor="ctr"/>
          <a:lstStyle/>
          <a:p>
            <a:pPr algn="ctr"/>
            <a:r>
              <a:rPr sz="1500" b="0">
                <a:solidFill>
                  <a:srgbClr val="000000"/>
                </a:solidFill>
                <a:latin typeface="Cambria"/>
              </a:rPr>
              <a:t>fprintf ( stderr, ... )</a:t>
            </a:r>
          </a:p>
        </p:txBody>
      </p:sp>
      <p:sp>
        <p:nvSpPr>
          <p:cNvPr id="398" name="Rectangle 397"/>
          <p:cNvSpPr/>
          <p:nvPr/>
        </p:nvSpPr>
        <p:spPr>
          <a:xfrm>
            <a:off x="4645152" y="3218688"/>
            <a:ext cx="2514600" cy="603504"/>
          </a:xfrm>
          <a:prstGeom prst="rect">
            <a:avLst/>
          </a:prstGeom>
          <a:noFill/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" tIns="0" rIns="9000" bIns="0" rtlCol="0" anchor="ctr"/>
          <a:lstStyle/>
          <a:p>
            <a:pPr algn="ctr"/>
            <a:r>
              <a:rPr sz="1500" b="0">
                <a:solidFill>
                  <a:srgbClr val="000000"/>
                </a:solidFill>
                <a:latin typeface="Cambria"/>
              </a:rPr>
              <a:t>std::cerr &lt;&lt;</a:t>
            </a:r>
          </a:p>
        </p:txBody>
      </p:sp>
      <p:sp>
        <p:nvSpPr>
          <p:cNvPr id="399" name="Rectangle 398"/>
          <p:cNvSpPr/>
          <p:nvPr/>
        </p:nvSpPr>
        <p:spPr>
          <a:xfrm>
            <a:off x="7159752" y="3218688"/>
            <a:ext cx="2240280" cy="603504"/>
          </a:xfrm>
          <a:prstGeom prst="rect">
            <a:avLst/>
          </a:prstGeom>
          <a:noFill/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" tIns="0" rIns="9000" bIns="0" rtlCol="0" anchor="ctr"/>
          <a:lstStyle/>
          <a:p>
            <a:pPr algn="ctr"/>
            <a:r>
              <a:rPr sz="1500" b="0">
                <a:solidFill>
                  <a:srgbClr val="000000"/>
                </a:solidFill>
                <a:latin typeface="Cambria"/>
              </a:rPr>
              <a:t>eprintln!</a:t>
            </a:r>
          </a:p>
        </p:txBody>
      </p:sp>
      <p:sp>
        <p:nvSpPr>
          <p:cNvPr id="400" name="Rectangle 399"/>
          <p:cNvSpPr/>
          <p:nvPr/>
        </p:nvSpPr>
        <p:spPr>
          <a:xfrm>
            <a:off x="667512" y="3822191"/>
            <a:ext cx="1554480" cy="603504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" tIns="0" rIns="9000" bIns="0" rtlCol="0" anchor="ctr"/>
          <a:lstStyle/>
          <a:p>
            <a:pPr algn="ctr"/>
            <a:r>
              <a:rPr sz="1500" b="1">
                <a:solidFill>
                  <a:srgbClr val="000000"/>
                </a:solidFill>
                <a:latin typeface="Cambria"/>
              </a:rPr>
              <a:t>format</a:t>
            </a:r>
          </a:p>
        </p:txBody>
      </p:sp>
      <p:sp>
        <p:nvSpPr>
          <p:cNvPr id="401" name="Rectangle 400"/>
          <p:cNvSpPr/>
          <p:nvPr/>
        </p:nvSpPr>
        <p:spPr>
          <a:xfrm>
            <a:off x="2221991" y="3822191"/>
            <a:ext cx="2423160" cy="603504"/>
          </a:xfrm>
          <a:prstGeom prst="rect">
            <a:avLst/>
          </a:prstGeom>
          <a:noFill/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" tIns="0" rIns="9000" bIns="0" rtlCol="0" anchor="ctr"/>
          <a:lstStyle/>
          <a:p>
            <a:pPr algn="ctr"/>
            <a:r>
              <a:rPr sz="1500" b="0">
                <a:solidFill>
                  <a:srgbClr val="000000"/>
                </a:solidFill>
                <a:latin typeface="Cambria"/>
              </a:rPr>
              <a:t>%d  %.1f  %x</a:t>
            </a:r>
          </a:p>
        </p:txBody>
      </p:sp>
      <p:sp>
        <p:nvSpPr>
          <p:cNvPr id="402" name="Rectangle 401"/>
          <p:cNvSpPr/>
          <p:nvPr/>
        </p:nvSpPr>
        <p:spPr>
          <a:xfrm>
            <a:off x="4645152" y="3822191"/>
            <a:ext cx="2514600" cy="603504"/>
          </a:xfrm>
          <a:prstGeom prst="rect">
            <a:avLst/>
          </a:prstGeom>
          <a:noFill/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" tIns="0" rIns="9000" bIns="0" rtlCol="0" anchor="ctr"/>
          <a:lstStyle/>
          <a:p>
            <a:pPr algn="ctr"/>
            <a:r>
              <a:rPr sz="1500" b="0">
                <a:solidFill>
                  <a:srgbClr val="000000"/>
                </a:solidFill>
                <a:latin typeface="Cambria"/>
              </a:rPr>
              <a:t>iomanip / std::format</a:t>
            </a:r>
          </a:p>
        </p:txBody>
      </p:sp>
      <p:sp>
        <p:nvSpPr>
          <p:cNvPr id="403" name="Rectangle 402"/>
          <p:cNvSpPr/>
          <p:nvPr/>
        </p:nvSpPr>
        <p:spPr>
          <a:xfrm>
            <a:off x="7159752" y="3822191"/>
            <a:ext cx="2240280" cy="603504"/>
          </a:xfrm>
          <a:prstGeom prst="rect">
            <a:avLst/>
          </a:prstGeom>
          <a:noFill/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" tIns="0" rIns="9000" bIns="0" rtlCol="0" anchor="ctr"/>
          <a:lstStyle/>
          <a:p>
            <a:pPr algn="ctr"/>
            <a:r>
              <a:rPr sz="1500" b="0">
                <a:solidFill>
                  <a:srgbClr val="000000"/>
                </a:solidFill>
                <a:latin typeface="Cambria"/>
              </a:rPr>
              <a:t>{}  {:.1}  {:x}</a:t>
            </a:r>
          </a:p>
        </p:txBody>
      </p:sp>
      <p:sp>
        <p:nvSpPr>
          <p:cNvPr id="404" name="Rectangle 403"/>
          <p:cNvSpPr/>
          <p:nvPr/>
        </p:nvSpPr>
        <p:spPr>
          <a:xfrm>
            <a:off x="667512" y="4425696"/>
            <a:ext cx="1554480" cy="603504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" tIns="0" rIns="9000" bIns="0" rtlCol="0" anchor="ctr"/>
          <a:lstStyle/>
          <a:p>
            <a:pPr algn="ctr"/>
            <a:r>
              <a:rPr sz="1500" b="1">
                <a:solidFill>
                  <a:srgbClr val="000000"/>
                </a:solidFill>
                <a:latin typeface="Cambria"/>
              </a:rPr>
              <a:t>to a file</a:t>
            </a:r>
          </a:p>
        </p:txBody>
      </p:sp>
      <p:sp>
        <p:nvSpPr>
          <p:cNvPr id="405" name="Rectangle 404"/>
          <p:cNvSpPr/>
          <p:nvPr/>
        </p:nvSpPr>
        <p:spPr>
          <a:xfrm>
            <a:off x="2221991" y="4425696"/>
            <a:ext cx="2423160" cy="603504"/>
          </a:xfrm>
          <a:prstGeom prst="rect">
            <a:avLst/>
          </a:prstGeom>
          <a:noFill/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" tIns="0" rIns="9000" bIns="0" rtlCol="0" anchor="ctr"/>
          <a:lstStyle/>
          <a:p>
            <a:pPr algn="ctr"/>
            <a:r>
              <a:rPr sz="1500" b="0">
                <a:solidFill>
                  <a:srgbClr val="000000"/>
                </a:solidFill>
                <a:latin typeface="Cambria"/>
              </a:rPr>
              <a:t>fprintf ( fp, ... )</a:t>
            </a:r>
          </a:p>
        </p:txBody>
      </p:sp>
      <p:sp>
        <p:nvSpPr>
          <p:cNvPr id="406" name="Rectangle 405"/>
          <p:cNvSpPr/>
          <p:nvPr/>
        </p:nvSpPr>
        <p:spPr>
          <a:xfrm>
            <a:off x="4645152" y="4425696"/>
            <a:ext cx="2514600" cy="603504"/>
          </a:xfrm>
          <a:prstGeom prst="rect">
            <a:avLst/>
          </a:prstGeom>
          <a:noFill/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" tIns="0" rIns="9000" bIns="0" rtlCol="0" anchor="ctr"/>
          <a:lstStyle/>
          <a:p>
            <a:pPr algn="ctr"/>
            <a:r>
              <a:rPr sz="1500" b="0">
                <a:solidFill>
                  <a:srgbClr val="000000"/>
                </a:solidFill>
                <a:latin typeface="Cambria"/>
              </a:rPr>
              <a:t>std::ofstream</a:t>
            </a:r>
          </a:p>
        </p:txBody>
      </p:sp>
      <p:sp>
        <p:nvSpPr>
          <p:cNvPr id="407" name="Rectangle 406"/>
          <p:cNvSpPr/>
          <p:nvPr/>
        </p:nvSpPr>
        <p:spPr>
          <a:xfrm>
            <a:off x="7159752" y="4425696"/>
            <a:ext cx="2240280" cy="603504"/>
          </a:xfrm>
          <a:prstGeom prst="rect">
            <a:avLst/>
          </a:prstGeom>
          <a:noFill/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" tIns="0" rIns="9000" bIns="0" rtlCol="0" anchor="ctr"/>
          <a:lstStyle/>
          <a:p>
            <a:pPr algn="ctr"/>
            <a:r>
              <a:rPr sz="1500" b="0">
                <a:solidFill>
                  <a:srgbClr val="000000"/>
                </a:solidFill>
                <a:latin typeface="Cambria"/>
              </a:rPr>
              <a:t>writeln! ( f, ... )</a:t>
            </a:r>
          </a:p>
        </p:txBody>
      </p:sp>
      <p:sp>
        <p:nvSpPr>
          <p:cNvPr id="408" name="Rectangle 407"/>
          <p:cNvSpPr/>
          <p:nvPr/>
        </p:nvSpPr>
        <p:spPr>
          <a:xfrm>
            <a:off x="667512" y="5029200"/>
            <a:ext cx="1554480" cy="603504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" tIns="0" rIns="9000" bIns="0" rtlCol="0" anchor="ctr"/>
          <a:lstStyle/>
          <a:p>
            <a:pPr algn="ctr"/>
            <a:r>
              <a:rPr sz="1500" b="1">
                <a:solidFill>
                  <a:srgbClr val="000000"/>
                </a:solidFill>
                <a:latin typeface="Cambria"/>
              </a:rPr>
              <a:t>to a string</a:t>
            </a:r>
          </a:p>
        </p:txBody>
      </p:sp>
      <p:sp>
        <p:nvSpPr>
          <p:cNvPr id="409" name="Rectangle 408"/>
          <p:cNvSpPr/>
          <p:nvPr/>
        </p:nvSpPr>
        <p:spPr>
          <a:xfrm>
            <a:off x="2221991" y="5029200"/>
            <a:ext cx="2423160" cy="603504"/>
          </a:xfrm>
          <a:prstGeom prst="rect">
            <a:avLst/>
          </a:prstGeom>
          <a:noFill/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" tIns="0" rIns="9000" bIns="0" rtlCol="0" anchor="ctr"/>
          <a:lstStyle/>
          <a:p>
            <a:pPr algn="ctr"/>
            <a:r>
              <a:rPr sz="1500" b="0">
                <a:solidFill>
                  <a:srgbClr val="000000"/>
                </a:solidFill>
                <a:latin typeface="Cambria"/>
              </a:rPr>
              <a:t>snprintf</a:t>
            </a:r>
          </a:p>
        </p:txBody>
      </p:sp>
      <p:sp>
        <p:nvSpPr>
          <p:cNvPr id="410" name="Rectangle 409"/>
          <p:cNvSpPr/>
          <p:nvPr/>
        </p:nvSpPr>
        <p:spPr>
          <a:xfrm>
            <a:off x="4645152" y="5029200"/>
            <a:ext cx="2514600" cy="603504"/>
          </a:xfrm>
          <a:prstGeom prst="rect">
            <a:avLst/>
          </a:prstGeom>
          <a:noFill/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" tIns="0" rIns="9000" bIns="0" rtlCol="0" anchor="ctr"/>
          <a:lstStyle/>
          <a:p>
            <a:pPr algn="ctr"/>
            <a:r>
              <a:rPr sz="1500" b="0">
                <a:solidFill>
                  <a:srgbClr val="000000"/>
                </a:solidFill>
                <a:latin typeface="Cambria"/>
              </a:rPr>
              <a:t>std::format</a:t>
            </a:r>
          </a:p>
        </p:txBody>
      </p:sp>
      <p:sp>
        <p:nvSpPr>
          <p:cNvPr id="411" name="Rectangle 410"/>
          <p:cNvSpPr/>
          <p:nvPr/>
        </p:nvSpPr>
        <p:spPr>
          <a:xfrm>
            <a:off x="7159752" y="5029200"/>
            <a:ext cx="2240280" cy="603504"/>
          </a:xfrm>
          <a:prstGeom prst="rect">
            <a:avLst/>
          </a:prstGeom>
          <a:noFill/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" tIns="0" rIns="9000" bIns="0" rtlCol="0" anchor="ctr"/>
          <a:lstStyle/>
          <a:p>
            <a:pPr algn="ctr"/>
            <a:r>
              <a:rPr sz="1500" b="0">
                <a:solidFill>
                  <a:srgbClr val="000000"/>
                </a:solidFill>
                <a:latin typeface="Cambria"/>
              </a:rPr>
              <a:t>format!</a:t>
            </a:r>
          </a:p>
        </p:txBody>
      </p:sp>
      <p:sp>
        <p:nvSpPr>
          <p:cNvPr id="412" name="Rectangle 411"/>
          <p:cNvSpPr/>
          <p:nvPr/>
        </p:nvSpPr>
        <p:spPr>
          <a:xfrm>
            <a:off x="667512" y="5632704"/>
            <a:ext cx="1554480" cy="603504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" tIns="0" rIns="9000" bIns="0" rtlCol="0" anchor="ctr"/>
          <a:lstStyle/>
          <a:p>
            <a:pPr algn="ctr"/>
            <a:r>
              <a:rPr sz="1500" b="1">
                <a:solidFill>
                  <a:srgbClr val="000000"/>
                </a:solidFill>
                <a:latin typeface="Cambria"/>
              </a:rPr>
              <a:t>flush</a:t>
            </a:r>
          </a:p>
        </p:txBody>
      </p:sp>
      <p:sp>
        <p:nvSpPr>
          <p:cNvPr id="413" name="Rectangle 412"/>
          <p:cNvSpPr/>
          <p:nvPr/>
        </p:nvSpPr>
        <p:spPr>
          <a:xfrm>
            <a:off x="2221991" y="5632704"/>
            <a:ext cx="2423160" cy="603504"/>
          </a:xfrm>
          <a:prstGeom prst="rect">
            <a:avLst/>
          </a:prstGeom>
          <a:noFill/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" tIns="0" rIns="9000" bIns="0" rtlCol="0" anchor="ctr"/>
          <a:lstStyle/>
          <a:p>
            <a:pPr algn="ctr"/>
            <a:r>
              <a:rPr sz="1500" b="0">
                <a:solidFill>
                  <a:srgbClr val="000000"/>
                </a:solidFill>
                <a:latin typeface="Cambria"/>
              </a:rPr>
              <a:t>fflush</a:t>
            </a:r>
          </a:p>
        </p:txBody>
      </p:sp>
      <p:sp>
        <p:nvSpPr>
          <p:cNvPr id="414" name="Rectangle 413"/>
          <p:cNvSpPr/>
          <p:nvPr/>
        </p:nvSpPr>
        <p:spPr>
          <a:xfrm>
            <a:off x="4645152" y="5632704"/>
            <a:ext cx="2514600" cy="603504"/>
          </a:xfrm>
          <a:prstGeom prst="rect">
            <a:avLst/>
          </a:prstGeom>
          <a:noFill/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" tIns="0" rIns="9000" bIns="0" rtlCol="0" anchor="ctr"/>
          <a:lstStyle/>
          <a:p>
            <a:pPr algn="ctr"/>
            <a:r>
              <a:rPr sz="1500" b="0">
                <a:solidFill>
                  <a:srgbClr val="000000"/>
                </a:solidFill>
                <a:latin typeface="Cambria"/>
              </a:rPr>
              <a:t>std::flush</a:t>
            </a:r>
          </a:p>
        </p:txBody>
      </p:sp>
      <p:sp>
        <p:nvSpPr>
          <p:cNvPr id="415" name="Rectangle 414"/>
          <p:cNvSpPr/>
          <p:nvPr/>
        </p:nvSpPr>
        <p:spPr>
          <a:xfrm>
            <a:off x="7159752" y="5632704"/>
            <a:ext cx="2240280" cy="603504"/>
          </a:xfrm>
          <a:prstGeom prst="rect">
            <a:avLst/>
          </a:prstGeom>
          <a:noFill/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" tIns="0" rIns="9000" bIns="0" rtlCol="0" anchor="ctr"/>
          <a:lstStyle/>
          <a:p>
            <a:pPr algn="ctr"/>
            <a:r>
              <a:rPr sz="1500" b="0">
                <a:solidFill>
                  <a:srgbClr val="000000"/>
                </a:solidFill>
                <a:latin typeface="Cambria"/>
              </a:rPr>
              <a:t>.flush ( )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Input Compared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Rectangle 387"/>
          <p:cNvSpPr/>
          <p:nvPr/>
        </p:nvSpPr>
        <p:spPr>
          <a:xfrm>
            <a:off x="667512" y="2011680"/>
            <a:ext cx="1554480" cy="603504"/>
          </a:xfrm>
          <a:prstGeom prst="rect">
            <a:avLst/>
          </a:prstGeom>
          <a:solidFill>
            <a:srgbClr val="D9D9D9"/>
          </a:solidFill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" tIns="0" rIns="9000" bIns="0" rtlCol="0" anchor="ctr"/>
          <a:lstStyle/>
          <a:p>
            <a:pPr algn="ctr"/>
            <a:endParaRPr/>
          </a:p>
        </p:txBody>
      </p:sp>
      <p:sp>
        <p:nvSpPr>
          <p:cNvPr id="389" name="Rectangle 388"/>
          <p:cNvSpPr/>
          <p:nvPr/>
        </p:nvSpPr>
        <p:spPr>
          <a:xfrm>
            <a:off x="2221991" y="2011680"/>
            <a:ext cx="2423160" cy="603504"/>
          </a:xfrm>
          <a:prstGeom prst="rect">
            <a:avLst/>
          </a:prstGeom>
          <a:solidFill>
            <a:srgbClr val="D9D9D9"/>
          </a:solidFill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" tIns="0" rIns="9000" bIns="0" rtlCol="0" anchor="ctr"/>
          <a:lstStyle/>
          <a:p>
            <a:pPr algn="ctr"/>
            <a:r>
              <a:rPr sz="1500" b="1">
                <a:solidFill>
                  <a:srgbClr val="000000"/>
                </a:solidFill>
                <a:latin typeface="Cambria"/>
              </a:rPr>
              <a:t>C</a:t>
            </a:r>
          </a:p>
        </p:txBody>
      </p:sp>
      <p:sp>
        <p:nvSpPr>
          <p:cNvPr id="390" name="Rectangle 389"/>
          <p:cNvSpPr/>
          <p:nvPr/>
        </p:nvSpPr>
        <p:spPr>
          <a:xfrm>
            <a:off x="4645152" y="2011680"/>
            <a:ext cx="2514600" cy="603504"/>
          </a:xfrm>
          <a:prstGeom prst="rect">
            <a:avLst/>
          </a:prstGeom>
          <a:solidFill>
            <a:srgbClr val="D9D9D9"/>
          </a:solidFill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" tIns="0" rIns="9000" bIns="0" rtlCol="0" anchor="ctr"/>
          <a:lstStyle/>
          <a:p>
            <a:pPr algn="ctr"/>
            <a:r>
              <a:rPr sz="1500" b="1">
                <a:solidFill>
                  <a:srgbClr val="000000"/>
                </a:solidFill>
                <a:latin typeface="Cambria"/>
              </a:rPr>
              <a:t>C++</a:t>
            </a:r>
          </a:p>
        </p:txBody>
      </p:sp>
      <p:sp>
        <p:nvSpPr>
          <p:cNvPr id="391" name="Rectangle 390"/>
          <p:cNvSpPr/>
          <p:nvPr/>
        </p:nvSpPr>
        <p:spPr>
          <a:xfrm>
            <a:off x="7159752" y="2011680"/>
            <a:ext cx="2240280" cy="603504"/>
          </a:xfrm>
          <a:prstGeom prst="rect">
            <a:avLst/>
          </a:prstGeom>
          <a:solidFill>
            <a:srgbClr val="D9D9D9"/>
          </a:solidFill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" tIns="0" rIns="9000" bIns="0" rtlCol="0" anchor="ctr"/>
          <a:lstStyle/>
          <a:p>
            <a:pPr algn="ctr"/>
            <a:r>
              <a:rPr sz="1500" b="1">
                <a:solidFill>
                  <a:srgbClr val="000000"/>
                </a:solidFill>
                <a:latin typeface="Cambria"/>
              </a:rPr>
              <a:t>Rust</a:t>
            </a:r>
          </a:p>
        </p:txBody>
      </p:sp>
      <p:sp>
        <p:nvSpPr>
          <p:cNvPr id="392" name="Rectangle 391"/>
          <p:cNvSpPr/>
          <p:nvPr/>
        </p:nvSpPr>
        <p:spPr>
          <a:xfrm>
            <a:off x="667512" y="2615184"/>
            <a:ext cx="1554480" cy="603504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" tIns="0" rIns="9000" bIns="0" rtlCol="0" anchor="ctr"/>
          <a:lstStyle/>
          <a:p>
            <a:pPr algn="ctr"/>
            <a:r>
              <a:rPr sz="1500" b="1">
                <a:solidFill>
                  <a:srgbClr val="000000"/>
                </a:solidFill>
                <a:latin typeface="Cambria"/>
              </a:rPr>
              <a:t>a number</a:t>
            </a:r>
          </a:p>
        </p:txBody>
      </p:sp>
      <p:sp>
        <p:nvSpPr>
          <p:cNvPr id="393" name="Rectangle 392"/>
          <p:cNvSpPr/>
          <p:nvPr/>
        </p:nvSpPr>
        <p:spPr>
          <a:xfrm>
            <a:off x="2221991" y="2615184"/>
            <a:ext cx="2423160" cy="603504"/>
          </a:xfrm>
          <a:prstGeom prst="rect">
            <a:avLst/>
          </a:prstGeom>
          <a:noFill/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" tIns="0" rIns="9000" bIns="0" rtlCol="0" anchor="ctr"/>
          <a:lstStyle/>
          <a:p>
            <a:pPr algn="ctr"/>
            <a:r>
              <a:rPr sz="1500" b="0">
                <a:solidFill>
                  <a:srgbClr val="000000"/>
                </a:solidFill>
                <a:latin typeface="Cambria"/>
              </a:rPr>
              <a:t>scanf ( "%d", &amp;n )</a:t>
            </a:r>
          </a:p>
        </p:txBody>
      </p:sp>
      <p:sp>
        <p:nvSpPr>
          <p:cNvPr id="394" name="Rectangle 393"/>
          <p:cNvSpPr/>
          <p:nvPr/>
        </p:nvSpPr>
        <p:spPr>
          <a:xfrm>
            <a:off x="4645152" y="2615184"/>
            <a:ext cx="2514600" cy="603504"/>
          </a:xfrm>
          <a:prstGeom prst="rect">
            <a:avLst/>
          </a:prstGeom>
          <a:noFill/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" tIns="0" rIns="9000" bIns="0" rtlCol="0" anchor="ctr"/>
          <a:lstStyle/>
          <a:p>
            <a:pPr algn="ctr"/>
            <a:r>
              <a:rPr sz="1500" b="0">
                <a:solidFill>
                  <a:srgbClr val="000000"/>
                </a:solidFill>
                <a:latin typeface="Cambria"/>
              </a:rPr>
              <a:t>std::cin &gt;&gt; n</a:t>
            </a:r>
          </a:p>
        </p:txBody>
      </p:sp>
      <p:sp>
        <p:nvSpPr>
          <p:cNvPr id="395" name="Rectangle 394"/>
          <p:cNvSpPr/>
          <p:nvPr/>
        </p:nvSpPr>
        <p:spPr>
          <a:xfrm>
            <a:off x="7159752" y="2615184"/>
            <a:ext cx="2240280" cy="603504"/>
          </a:xfrm>
          <a:prstGeom prst="rect">
            <a:avLst/>
          </a:prstGeom>
          <a:noFill/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" tIns="0" rIns="9000" bIns="0" rtlCol="0" anchor="ctr"/>
          <a:lstStyle/>
          <a:p>
            <a:pPr algn="ctr"/>
            <a:r>
              <a:rPr sz="1500" b="0">
                <a:solidFill>
                  <a:srgbClr val="000000"/>
                </a:solidFill>
                <a:latin typeface="Cambria"/>
              </a:rPr>
              <a:t>read_line + parse</a:t>
            </a:r>
          </a:p>
        </p:txBody>
      </p:sp>
      <p:sp>
        <p:nvSpPr>
          <p:cNvPr id="396" name="Rectangle 395"/>
          <p:cNvSpPr/>
          <p:nvPr/>
        </p:nvSpPr>
        <p:spPr>
          <a:xfrm>
            <a:off x="667512" y="3218688"/>
            <a:ext cx="1554480" cy="603504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" tIns="0" rIns="9000" bIns="0" rtlCol="0" anchor="ctr"/>
          <a:lstStyle/>
          <a:p>
            <a:pPr algn="ctr"/>
            <a:r>
              <a:rPr sz="1500" b="1">
                <a:solidFill>
                  <a:srgbClr val="000000"/>
                </a:solidFill>
                <a:latin typeface="Cambria"/>
              </a:rPr>
              <a:t>a line</a:t>
            </a:r>
          </a:p>
        </p:txBody>
      </p:sp>
      <p:sp>
        <p:nvSpPr>
          <p:cNvPr id="397" name="Rectangle 396"/>
          <p:cNvSpPr/>
          <p:nvPr/>
        </p:nvSpPr>
        <p:spPr>
          <a:xfrm>
            <a:off x="2221991" y="3218688"/>
            <a:ext cx="2423160" cy="603504"/>
          </a:xfrm>
          <a:prstGeom prst="rect">
            <a:avLst/>
          </a:prstGeom>
          <a:noFill/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" tIns="0" rIns="9000" bIns="0" rtlCol="0" anchor="ctr"/>
          <a:lstStyle/>
          <a:p>
            <a:pPr algn="ctr"/>
            <a:r>
              <a:rPr sz="1500" b="0">
                <a:solidFill>
                  <a:srgbClr val="000000"/>
                </a:solidFill>
                <a:latin typeface="Cambria"/>
              </a:rPr>
              <a:t>fgets</a:t>
            </a:r>
          </a:p>
        </p:txBody>
      </p:sp>
      <p:sp>
        <p:nvSpPr>
          <p:cNvPr id="398" name="Rectangle 397"/>
          <p:cNvSpPr/>
          <p:nvPr/>
        </p:nvSpPr>
        <p:spPr>
          <a:xfrm>
            <a:off x="4645152" y="3218688"/>
            <a:ext cx="2514600" cy="603504"/>
          </a:xfrm>
          <a:prstGeom prst="rect">
            <a:avLst/>
          </a:prstGeom>
          <a:noFill/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" tIns="0" rIns="9000" bIns="0" rtlCol="0" anchor="ctr"/>
          <a:lstStyle/>
          <a:p>
            <a:pPr algn="ctr"/>
            <a:r>
              <a:rPr sz="1500" b="0">
                <a:solidFill>
                  <a:srgbClr val="000000"/>
                </a:solidFill>
                <a:latin typeface="Cambria"/>
              </a:rPr>
              <a:t>std::getline</a:t>
            </a:r>
          </a:p>
        </p:txBody>
      </p:sp>
      <p:sp>
        <p:nvSpPr>
          <p:cNvPr id="399" name="Rectangle 398"/>
          <p:cNvSpPr/>
          <p:nvPr/>
        </p:nvSpPr>
        <p:spPr>
          <a:xfrm>
            <a:off x="7159752" y="3218688"/>
            <a:ext cx="2240280" cy="603504"/>
          </a:xfrm>
          <a:prstGeom prst="rect">
            <a:avLst/>
          </a:prstGeom>
          <a:noFill/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" tIns="0" rIns="9000" bIns="0" rtlCol="0" anchor="ctr"/>
          <a:lstStyle/>
          <a:p>
            <a:pPr algn="ctr"/>
            <a:r>
              <a:rPr sz="1500" b="0">
                <a:solidFill>
                  <a:srgbClr val="000000"/>
                </a:solidFill>
                <a:latin typeface="Cambria"/>
              </a:rPr>
              <a:t>read_line</a:t>
            </a:r>
          </a:p>
        </p:txBody>
      </p:sp>
      <p:sp>
        <p:nvSpPr>
          <p:cNvPr id="400" name="Rectangle 399"/>
          <p:cNvSpPr/>
          <p:nvPr/>
        </p:nvSpPr>
        <p:spPr>
          <a:xfrm>
            <a:off x="667512" y="3822191"/>
            <a:ext cx="1554480" cy="603504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" tIns="0" rIns="9000" bIns="0" rtlCol="0" anchor="ctr"/>
          <a:lstStyle/>
          <a:p>
            <a:pPr algn="ctr"/>
            <a:r>
              <a:rPr sz="1500" b="1">
                <a:solidFill>
                  <a:srgbClr val="000000"/>
                </a:solidFill>
                <a:latin typeface="Cambria"/>
              </a:rPr>
              <a:t>convert</a:t>
            </a:r>
          </a:p>
        </p:txBody>
      </p:sp>
      <p:sp>
        <p:nvSpPr>
          <p:cNvPr id="401" name="Rectangle 400"/>
          <p:cNvSpPr/>
          <p:nvPr/>
        </p:nvSpPr>
        <p:spPr>
          <a:xfrm>
            <a:off x="2221991" y="3822191"/>
            <a:ext cx="2423160" cy="603504"/>
          </a:xfrm>
          <a:prstGeom prst="rect">
            <a:avLst/>
          </a:prstGeom>
          <a:noFill/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" tIns="0" rIns="9000" bIns="0" rtlCol="0" anchor="ctr"/>
          <a:lstStyle/>
          <a:p>
            <a:pPr algn="ctr"/>
            <a:r>
              <a:rPr sz="1500" b="0">
                <a:solidFill>
                  <a:srgbClr val="000000"/>
                </a:solidFill>
                <a:latin typeface="Cambria"/>
              </a:rPr>
              <a:t>strtol,  sscanf</a:t>
            </a:r>
          </a:p>
        </p:txBody>
      </p:sp>
      <p:sp>
        <p:nvSpPr>
          <p:cNvPr id="402" name="Rectangle 401"/>
          <p:cNvSpPr/>
          <p:nvPr/>
        </p:nvSpPr>
        <p:spPr>
          <a:xfrm>
            <a:off x="4645152" y="3822191"/>
            <a:ext cx="2514600" cy="603504"/>
          </a:xfrm>
          <a:prstGeom prst="rect">
            <a:avLst/>
          </a:prstGeom>
          <a:noFill/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" tIns="0" rIns="9000" bIns="0" rtlCol="0" anchor="ctr"/>
          <a:lstStyle/>
          <a:p>
            <a:pPr algn="ctr"/>
            <a:r>
              <a:rPr sz="1500" b="0">
                <a:solidFill>
                  <a:srgbClr val="000000"/>
                </a:solidFill>
                <a:latin typeface="Cambria"/>
              </a:rPr>
              <a:t>std::stoi</a:t>
            </a:r>
          </a:p>
        </p:txBody>
      </p:sp>
      <p:sp>
        <p:nvSpPr>
          <p:cNvPr id="403" name="Rectangle 402"/>
          <p:cNvSpPr/>
          <p:nvPr/>
        </p:nvSpPr>
        <p:spPr>
          <a:xfrm>
            <a:off x="7159752" y="3822191"/>
            <a:ext cx="2240280" cy="603504"/>
          </a:xfrm>
          <a:prstGeom prst="rect">
            <a:avLst/>
          </a:prstGeom>
          <a:noFill/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" tIns="0" rIns="9000" bIns="0" rtlCol="0" anchor="ctr"/>
          <a:lstStyle/>
          <a:p>
            <a:pPr algn="ctr"/>
            <a:r>
              <a:rPr sz="1500" b="0">
                <a:solidFill>
                  <a:srgbClr val="000000"/>
                </a:solidFill>
                <a:latin typeface="Cambria"/>
              </a:rPr>
              <a:t>.parse ( )</a:t>
            </a:r>
          </a:p>
        </p:txBody>
      </p:sp>
      <p:sp>
        <p:nvSpPr>
          <p:cNvPr id="404" name="Rectangle 403"/>
          <p:cNvSpPr/>
          <p:nvPr/>
        </p:nvSpPr>
        <p:spPr>
          <a:xfrm>
            <a:off x="667512" y="4425696"/>
            <a:ext cx="1554480" cy="603504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" tIns="0" rIns="9000" bIns="0" rtlCol="0" anchor="ctr"/>
          <a:lstStyle/>
          <a:p>
            <a:pPr algn="ctr"/>
            <a:r>
              <a:rPr sz="1500" b="1">
                <a:solidFill>
                  <a:srgbClr val="000000"/>
                </a:solidFill>
                <a:latin typeface="Cambria"/>
              </a:rPr>
              <a:t>open a file</a:t>
            </a:r>
          </a:p>
        </p:txBody>
      </p:sp>
      <p:sp>
        <p:nvSpPr>
          <p:cNvPr id="405" name="Rectangle 404"/>
          <p:cNvSpPr/>
          <p:nvPr/>
        </p:nvSpPr>
        <p:spPr>
          <a:xfrm>
            <a:off x="2221991" y="4425696"/>
            <a:ext cx="2423160" cy="603504"/>
          </a:xfrm>
          <a:prstGeom prst="rect">
            <a:avLst/>
          </a:prstGeom>
          <a:noFill/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" tIns="0" rIns="9000" bIns="0" rtlCol="0" anchor="ctr"/>
          <a:lstStyle/>
          <a:p>
            <a:pPr algn="ctr"/>
            <a:r>
              <a:rPr sz="1500" b="0">
                <a:solidFill>
                  <a:srgbClr val="000000"/>
                </a:solidFill>
                <a:latin typeface="Cambria"/>
              </a:rPr>
              <a:t>fopen</a:t>
            </a:r>
          </a:p>
        </p:txBody>
      </p:sp>
      <p:sp>
        <p:nvSpPr>
          <p:cNvPr id="406" name="Rectangle 405"/>
          <p:cNvSpPr/>
          <p:nvPr/>
        </p:nvSpPr>
        <p:spPr>
          <a:xfrm>
            <a:off x="4645152" y="4425696"/>
            <a:ext cx="2514600" cy="603504"/>
          </a:xfrm>
          <a:prstGeom prst="rect">
            <a:avLst/>
          </a:prstGeom>
          <a:noFill/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" tIns="0" rIns="9000" bIns="0" rtlCol="0" anchor="ctr"/>
          <a:lstStyle/>
          <a:p>
            <a:pPr algn="ctr"/>
            <a:r>
              <a:rPr sz="1500" b="0">
                <a:solidFill>
                  <a:srgbClr val="000000"/>
                </a:solidFill>
                <a:latin typeface="Cambria"/>
              </a:rPr>
              <a:t>std::ifstream</a:t>
            </a:r>
          </a:p>
        </p:txBody>
      </p:sp>
      <p:sp>
        <p:nvSpPr>
          <p:cNvPr id="407" name="Rectangle 406"/>
          <p:cNvSpPr/>
          <p:nvPr/>
        </p:nvSpPr>
        <p:spPr>
          <a:xfrm>
            <a:off x="7159752" y="4425696"/>
            <a:ext cx="2240280" cy="603504"/>
          </a:xfrm>
          <a:prstGeom prst="rect">
            <a:avLst/>
          </a:prstGeom>
          <a:noFill/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" tIns="0" rIns="9000" bIns="0" rtlCol="0" anchor="ctr"/>
          <a:lstStyle/>
          <a:p>
            <a:pPr algn="ctr"/>
            <a:r>
              <a:rPr sz="1500" b="0">
                <a:solidFill>
                  <a:srgbClr val="000000"/>
                </a:solidFill>
                <a:latin typeface="Cambria"/>
              </a:rPr>
              <a:t>File::open</a:t>
            </a:r>
          </a:p>
        </p:txBody>
      </p:sp>
      <p:sp>
        <p:nvSpPr>
          <p:cNvPr id="408" name="Rectangle 407"/>
          <p:cNvSpPr/>
          <p:nvPr/>
        </p:nvSpPr>
        <p:spPr>
          <a:xfrm>
            <a:off x="667512" y="5029200"/>
            <a:ext cx="1554480" cy="603504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" tIns="0" rIns="9000" bIns="0" rtlCol="0" anchor="ctr"/>
          <a:lstStyle/>
          <a:p>
            <a:pPr algn="ctr"/>
            <a:r>
              <a:rPr sz="1500" b="1">
                <a:solidFill>
                  <a:srgbClr val="000000"/>
                </a:solidFill>
                <a:latin typeface="Cambria"/>
              </a:rPr>
              <a:t>check it</a:t>
            </a:r>
          </a:p>
        </p:txBody>
      </p:sp>
      <p:sp>
        <p:nvSpPr>
          <p:cNvPr id="409" name="Rectangle 408"/>
          <p:cNvSpPr/>
          <p:nvPr/>
        </p:nvSpPr>
        <p:spPr>
          <a:xfrm>
            <a:off x="2221991" y="5029200"/>
            <a:ext cx="2423160" cy="603504"/>
          </a:xfrm>
          <a:prstGeom prst="rect">
            <a:avLst/>
          </a:prstGeom>
          <a:noFill/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" tIns="0" rIns="9000" bIns="0" rtlCol="0" anchor="ctr"/>
          <a:lstStyle/>
          <a:p>
            <a:pPr algn="ctr"/>
            <a:r>
              <a:rPr sz="1500" b="0">
                <a:solidFill>
                  <a:srgbClr val="000000"/>
                </a:solidFill>
                <a:latin typeface="Cambria"/>
              </a:rPr>
              <a:t>return value</a:t>
            </a:r>
          </a:p>
        </p:txBody>
      </p:sp>
      <p:sp>
        <p:nvSpPr>
          <p:cNvPr id="410" name="Rectangle 409"/>
          <p:cNvSpPr/>
          <p:nvPr/>
        </p:nvSpPr>
        <p:spPr>
          <a:xfrm>
            <a:off x="4645152" y="5029200"/>
            <a:ext cx="2514600" cy="603504"/>
          </a:xfrm>
          <a:prstGeom prst="rect">
            <a:avLst/>
          </a:prstGeom>
          <a:noFill/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" tIns="0" rIns="9000" bIns="0" rtlCol="0" anchor="ctr"/>
          <a:lstStyle/>
          <a:p>
            <a:pPr algn="ctr"/>
            <a:r>
              <a:rPr sz="1500" b="0">
                <a:solidFill>
                  <a:srgbClr val="000000"/>
                </a:solidFill>
                <a:latin typeface="Cambria"/>
              </a:rPr>
              <a:t>stream state</a:t>
            </a:r>
          </a:p>
        </p:txBody>
      </p:sp>
      <p:sp>
        <p:nvSpPr>
          <p:cNvPr id="411" name="Rectangle 410"/>
          <p:cNvSpPr/>
          <p:nvPr/>
        </p:nvSpPr>
        <p:spPr>
          <a:xfrm>
            <a:off x="7159752" y="5029200"/>
            <a:ext cx="2240280" cy="603504"/>
          </a:xfrm>
          <a:prstGeom prst="rect">
            <a:avLst/>
          </a:prstGeom>
          <a:noFill/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" tIns="0" rIns="9000" bIns="0" rtlCol="0" anchor="ctr"/>
          <a:lstStyle/>
          <a:p>
            <a:pPr algn="ctr"/>
            <a:r>
              <a:rPr sz="1500" b="0">
                <a:solidFill>
                  <a:srgbClr val="000000"/>
                </a:solidFill>
                <a:latin typeface="Cambria"/>
              </a:rPr>
              <a:t>Result</a:t>
            </a:r>
          </a:p>
        </p:txBody>
      </p:sp>
      <p:sp>
        <p:nvSpPr>
          <p:cNvPr id="412" name="Rectangle 411"/>
          <p:cNvSpPr/>
          <p:nvPr/>
        </p:nvSpPr>
        <p:spPr>
          <a:xfrm>
            <a:off x="667512" y="5632704"/>
            <a:ext cx="1554480" cy="603504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" tIns="0" rIns="9000" bIns="0" rtlCol="0" anchor="ctr"/>
          <a:lstStyle/>
          <a:p>
            <a:pPr algn="ctr"/>
            <a:r>
              <a:rPr sz="1500" b="1">
                <a:solidFill>
                  <a:srgbClr val="000000"/>
                </a:solidFill>
                <a:latin typeface="Cambria"/>
              </a:rPr>
              <a:t>close</a:t>
            </a:r>
          </a:p>
        </p:txBody>
      </p:sp>
      <p:sp>
        <p:nvSpPr>
          <p:cNvPr id="413" name="Rectangle 412"/>
          <p:cNvSpPr/>
          <p:nvPr/>
        </p:nvSpPr>
        <p:spPr>
          <a:xfrm>
            <a:off x="2221991" y="5632704"/>
            <a:ext cx="2423160" cy="603504"/>
          </a:xfrm>
          <a:prstGeom prst="rect">
            <a:avLst/>
          </a:prstGeom>
          <a:noFill/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" tIns="0" rIns="9000" bIns="0" rtlCol="0" anchor="ctr"/>
          <a:lstStyle/>
          <a:p>
            <a:pPr algn="ctr"/>
            <a:r>
              <a:rPr sz="1500" b="0">
                <a:solidFill>
                  <a:srgbClr val="000000"/>
                </a:solidFill>
                <a:latin typeface="Cambria"/>
              </a:rPr>
              <a:t>fclose</a:t>
            </a:r>
          </a:p>
        </p:txBody>
      </p:sp>
      <p:sp>
        <p:nvSpPr>
          <p:cNvPr id="414" name="Rectangle 413"/>
          <p:cNvSpPr/>
          <p:nvPr/>
        </p:nvSpPr>
        <p:spPr>
          <a:xfrm>
            <a:off x="4645152" y="5632704"/>
            <a:ext cx="2514600" cy="603504"/>
          </a:xfrm>
          <a:prstGeom prst="rect">
            <a:avLst/>
          </a:prstGeom>
          <a:noFill/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" tIns="0" rIns="9000" bIns="0" rtlCol="0" anchor="ctr"/>
          <a:lstStyle/>
          <a:p>
            <a:pPr algn="ctr"/>
            <a:r>
              <a:rPr sz="1500" b="0">
                <a:solidFill>
                  <a:srgbClr val="000000"/>
                </a:solidFill>
                <a:latin typeface="Cambria"/>
              </a:rPr>
              <a:t>end of scope</a:t>
            </a:r>
          </a:p>
        </p:txBody>
      </p:sp>
      <p:sp>
        <p:nvSpPr>
          <p:cNvPr id="415" name="Rectangle 414"/>
          <p:cNvSpPr/>
          <p:nvPr/>
        </p:nvSpPr>
        <p:spPr>
          <a:xfrm>
            <a:off x="7159752" y="5632704"/>
            <a:ext cx="2240280" cy="603504"/>
          </a:xfrm>
          <a:prstGeom prst="rect">
            <a:avLst/>
          </a:prstGeom>
          <a:noFill/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" tIns="0" rIns="9000" bIns="0" rtlCol="0" anchor="ctr"/>
          <a:lstStyle/>
          <a:p>
            <a:pPr algn="ctr"/>
            <a:r>
              <a:rPr sz="1500" b="0">
                <a:solidFill>
                  <a:srgbClr val="000000"/>
                </a:solidFill>
                <a:latin typeface="Cambria"/>
              </a:rPr>
              <a:t>end of scope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What We Can Now Do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1">
                <a:latin typeface="Cambria"/>
              </a:rPr>
              <a:t>Print</a:t>
            </a:r>
            <a:r>
              <a:rPr sz="2500" b="0">
                <a:latin typeface="Cambria"/>
              </a:rPr>
              <a:t> formatted results in all three languages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1">
                <a:latin typeface="Cambria"/>
              </a:rPr>
              <a:t>Read</a:t>
            </a:r>
            <a:r>
              <a:rPr sz="2500" b="0">
                <a:latin typeface="Cambria"/>
              </a:rPr>
              <a:t> and check user input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1">
                <a:latin typeface="Cambria"/>
              </a:rPr>
              <a:t>Read</a:t>
            </a:r>
            <a:r>
              <a:rPr sz="2500" b="0">
                <a:latin typeface="Cambria"/>
              </a:rPr>
              <a:t> and </a:t>
            </a:r>
            <a:r>
              <a:rPr sz="2500" b="1">
                <a:latin typeface="Cambria"/>
              </a:rPr>
              <a:t>write</a:t>
            </a:r>
            <a:r>
              <a:rPr sz="2500" b="0">
                <a:latin typeface="Cambria"/>
              </a:rPr>
              <a:t> files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And keep print statements for users -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500" b="0">
                <a:latin typeface="Cambria"/>
              </a:rPr>
              <a:t>the </a:t>
            </a:r>
            <a:r>
              <a:rPr sz="2500" b="1">
                <a:latin typeface="Cambria"/>
              </a:rPr>
              <a:t>debugger</a:t>
            </a:r>
            <a:r>
              <a:rPr sz="2500" b="0">
                <a:latin typeface="Cambria"/>
              </a:rPr>
              <a:t> is for debugging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/>
          </a:p>
        </p:txBody>
      </p:sp>
      <p:sp>
        <p:nvSpPr>
          <p:cNvPr id="387" name="AutoShape 2"/>
          <p:cNvSpPr/>
          <p:nvPr/>
        </p:nvSpPr>
        <p:spPr>
          <a:xfrm>
            <a:off x="502920" y="202680"/>
            <a:ext cx="9051840" cy="1340280"/>
          </a:xfrm>
          <a:prstGeom prst="bevel">
            <a:avLst>
              <a:gd name="adj" fmla="val 8931"/>
            </a:avLst>
          </a:prstGeom>
          <a:gradFill rotWithShape="0">
            <a:gsLst>
              <a:gs pos="0">
                <a:srgbClr val="004600"/>
              </a:gs>
              <a:gs pos="50000">
                <a:srgbClr val="009900"/>
              </a:gs>
              <a:gs pos="100000">
                <a:srgbClr val="004600"/>
              </a:gs>
            </a:gsLst>
            <a:lin ang="5400000"/>
          </a:gra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4400" b="1" dirty="0" smtClean="0">
                <a:solidFill>
                  <a:schemeClr val="lt1"/>
                </a:solidFill>
                <a:latin typeface="Arial"/>
              </a:rPr>
              <a:t>Let's practice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580041" y="1949942"/>
            <a:ext cx="8135334" cy="5593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800">
                <a:latin typeface="Cambria"/>
              </a:rPr>
              <a:t> </a:t>
            </a:r>
          </a:p>
          <a:p>
            <a:pPr>
              <a:tabLst>
                <a:tab pos="548640" algn="l"/>
                <a:tab pos="1097280" algn="l"/>
                <a:tab pos="1645920" algn="l"/>
                <a:tab pos="2194560" algn="l"/>
              </a:tabLst>
            </a:pPr>
            <a:r>
              <a:rPr sz="2800" b="0">
                <a:latin typeface="Cambria"/>
              </a:rPr>
              <a:t>Exercise:  Using </a:t>
            </a:r>
            <a:r>
              <a:rPr sz="2800" b="1">
                <a:latin typeface="Cambria"/>
              </a:rPr>
              <a:t>iopractice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heme1">
  <a:themeElements>
    <a:clrScheme name="ECS-whitebackground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ECS-whitebackground">
      <a:majorFont>
        <a:latin typeface="Arial"/>
        <a:ea typeface="Osaka"/>
        <a:cs typeface="Osaka"/>
      </a:majorFont>
      <a:minorFont>
        <a:latin typeface="Arial"/>
        <a:ea typeface="Osaka"/>
        <a:cs typeface="Osaka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1_Theme1">
  <a:themeElements>
    <a:clrScheme name="ECS-whitebackground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ECS-whitebackground">
      <a:majorFont>
        <a:latin typeface="Arial"/>
        <a:ea typeface="Osaka"/>
        <a:cs typeface="Osaka"/>
      </a:majorFont>
      <a:minorFont>
        <a:latin typeface="Arial"/>
        <a:ea typeface="Osaka"/>
        <a:cs typeface="Osaka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57837</TotalTime>
  <Words>2905</Words>
  <Application>Microsoft Office PowerPoint</Application>
  <PresentationFormat>Custom</PresentationFormat>
  <Paragraphs>584</Paragraphs>
  <Slides>56</Slides>
  <Notes>56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56</vt:i4>
      </vt:variant>
    </vt:vector>
  </HeadingPairs>
  <TitlesOfParts>
    <vt:vector size="69" baseType="lpstr">
      <vt:lpstr>ＭＳ Ｐゴシック</vt:lpstr>
      <vt:lpstr>Arial</vt:lpstr>
      <vt:lpstr>Calibri</vt:lpstr>
      <vt:lpstr>Cambria</vt:lpstr>
      <vt:lpstr>DejaVu Sans</vt:lpstr>
      <vt:lpstr>OpenSymbol</vt:lpstr>
      <vt:lpstr>Osaka</vt:lpstr>
      <vt:lpstr>Symbol</vt:lpstr>
      <vt:lpstr>Times New Roman</vt:lpstr>
      <vt:lpstr>Wingdings</vt:lpstr>
      <vt:lpstr>Office Theme</vt:lpstr>
      <vt:lpstr>Theme1</vt:lpstr>
      <vt:lpstr>1_Theme1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perf</dc:title>
  <dc:subject/>
  <dc:creator>Bill Swartz</dc:creator>
  <dc:description/>
  <cp:lastModifiedBy>Bill Swartz</cp:lastModifiedBy>
  <cp:revision>540</cp:revision>
  <dcterms:created xsi:type="dcterms:W3CDTF">2013-08-28T11:36:20Z</dcterms:created>
  <dcterms:modified xsi:type="dcterms:W3CDTF">2026-09-23T02:41:44Z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2012-08-29T00:00:00Z</vt:filetime>
  </property>
  <property fmtid="{D5CDD505-2E9C-101B-9397-08002B2CF9AE}" pid="3" name="LastSaved">
    <vt:filetime>2013-08-28T00:00:00Z</vt:filetime>
  </property>
  <property fmtid="{D5CDD505-2E9C-101B-9397-08002B2CF9AE}" pid="4" name="Notes">
    <vt:i4>8</vt:i4>
  </property>
  <property fmtid="{D5CDD505-2E9C-101B-9397-08002B2CF9AE}" pid="5" name="PresentationFormat">
    <vt:lpwstr>Custom</vt:lpwstr>
  </property>
  <property fmtid="{D5CDD505-2E9C-101B-9397-08002B2CF9AE}" pid="6" name="Slides">
    <vt:i4>8</vt:i4>
  </property>
</Properties>
</file>