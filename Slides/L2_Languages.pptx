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8" r:id="rId3"/>
    <p:sldMasterId id="2147483682" r:id="rId4"/>
  </p:sldMasterIdLst>
  <p:notesMasterIdLst>
    <p:notesMasterId r:id="rId50"/>
  </p:notesMasterIdLst>
  <p:sldIdLst>
    <p:sldId id="256" r:id="rId5"/>
    <p:sldId id="257" r:id="rId6"/>
    <p:sldId id="276" r:id="rId7"/>
    <p:sldId id="281" r:id="rId8"/>
    <p:sldId id="277" r:id="rId9"/>
    <p:sldId id="284" r:id="rId10"/>
    <p:sldId id="285" r:id="rId11"/>
    <p:sldId id="302" r:id="rId12"/>
    <p:sldId id="280" r:id="rId13"/>
    <p:sldId id="278" r:id="rId14"/>
    <p:sldId id="282" r:id="rId15"/>
    <p:sldId id="283" r:id="rId16"/>
    <p:sldId id="279" r:id="rId17"/>
    <p:sldId id="301" r:id="rId18"/>
    <p:sldId id="286" r:id="rId19"/>
    <p:sldId id="287" r:id="rId20"/>
    <p:sldId id="264" r:id="rId21"/>
    <p:sldId id="265" r:id="rId22"/>
    <p:sldId id="266" r:id="rId23"/>
    <p:sldId id="267" r:id="rId24"/>
    <p:sldId id="304" r:id="rId25"/>
    <p:sldId id="306" r:id="rId26"/>
    <p:sldId id="307" r:id="rId27"/>
    <p:sldId id="305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89" r:id="rId36"/>
    <p:sldId id="290" r:id="rId37"/>
    <p:sldId id="258" r:id="rId38"/>
    <p:sldId id="291" r:id="rId39"/>
    <p:sldId id="288" r:id="rId40"/>
    <p:sldId id="292" r:id="rId41"/>
    <p:sldId id="293" r:id="rId42"/>
    <p:sldId id="294" r:id="rId43"/>
    <p:sldId id="297" r:id="rId44"/>
    <p:sldId id="298" r:id="rId45"/>
    <p:sldId id="295" r:id="rId46"/>
    <p:sldId id="296" r:id="rId47"/>
    <p:sldId id="299" r:id="rId48"/>
    <p:sldId id="300" r:id="rId49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148" y="78"/>
      </p:cViewPr>
      <p:guideLst>
        <p:guide orient="horz" pos="2424"/>
        <p:guide pos="3168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8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BEA29-00E4-49AD-9593-1714797B79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3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Num" idx="19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84248F-72EB-4DE5-929E-276F76CCF6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Rectangle 7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F1AD9CE5-08E1-4DC7-8E48-11CF26660D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294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2897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311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4169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6744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0572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2949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7490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7149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1166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4147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8400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525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6407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93092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769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3D0E2CEA-8230-43CA-B5B1-6C667E78D963}" type="slidenum">
              <a:rPr lang="en-US" sz="1200">
                <a:solidFill>
                  <a:srgbClr val="000000"/>
                </a:solidFill>
              </a:rPr>
              <a:pPr/>
              <a:t>17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74770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BE3EB512-B67A-4D72-B109-82A205B04E74}" type="slidenum">
              <a:rPr lang="en-US" sz="1200">
                <a:solidFill>
                  <a:srgbClr val="000000"/>
                </a:solidFill>
              </a:rPr>
              <a:pPr/>
              <a:t>18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88735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6760BED1-19FC-409F-B1A1-15764D9004E6}" type="slidenum">
              <a:rPr lang="en-US" sz="1200">
                <a:solidFill>
                  <a:srgbClr val="000000"/>
                </a:solidFill>
              </a:rPr>
              <a:pPr/>
              <a:t>19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624778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351AEB4-DAAC-468A-B3E4-76E4B3738B52}" type="slidenum">
              <a:rPr lang="en-US" sz="1200">
                <a:solidFill>
                  <a:srgbClr val="000000"/>
                </a:solidFill>
              </a:rPr>
              <a:pPr/>
              <a:t>20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5668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351AEB4-DAAC-468A-B3E4-76E4B3738B52}" type="slidenum">
              <a:rPr lang="en-US" sz="1200">
                <a:solidFill>
                  <a:srgbClr val="000000"/>
                </a:solidFill>
              </a:rPr>
              <a:pPr/>
              <a:t>21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356435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351AEB4-DAAC-468A-B3E4-76E4B3738B52}" type="slidenum">
              <a:rPr lang="en-US" sz="1200">
                <a:solidFill>
                  <a:srgbClr val="000000"/>
                </a:solidFill>
              </a:rPr>
              <a:pPr/>
              <a:t>22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1450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351AEB4-DAAC-468A-B3E4-76E4B3738B52}" type="slidenum">
              <a:rPr lang="en-US" sz="1200">
                <a:solidFill>
                  <a:srgbClr val="000000"/>
                </a:solidFill>
              </a:rPr>
              <a:pPr/>
              <a:t>23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343719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351AEB4-DAAC-468A-B3E4-76E4B3738B52}" type="slidenum">
              <a:rPr lang="en-US" sz="1200">
                <a:solidFill>
                  <a:srgbClr val="000000"/>
                </a:solidFill>
              </a:rPr>
              <a:pPr/>
              <a:t>24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863558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7DD8F0D1-711B-4516-AD4E-3C302BA3FBB6}" type="slidenum">
              <a:rPr lang="en-US" sz="1200">
                <a:solidFill>
                  <a:srgbClr val="000000"/>
                </a:solidFill>
              </a:rPr>
              <a:pPr/>
              <a:t>25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369997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EF38E0F7-6E3B-493B-84F1-25C26DA57D17}" type="slidenum">
              <a:rPr lang="en-US" sz="1200">
                <a:solidFill>
                  <a:srgbClr val="000000"/>
                </a:solidFill>
              </a:rPr>
              <a:pPr/>
              <a:t>26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77679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CE28E1B3-FEB8-484B-A250-356D3B459D24}" type="slidenum">
              <a:rPr lang="en-US" sz="1200">
                <a:solidFill>
                  <a:srgbClr val="000000"/>
                </a:solidFill>
              </a:rPr>
              <a:pPr/>
              <a:t>27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461725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C963C27C-5E81-4683-8C51-7C287DB49B99}" type="slidenum">
              <a:rPr lang="en-US" sz="1200">
                <a:solidFill>
                  <a:srgbClr val="000000"/>
                </a:solidFill>
              </a:rPr>
              <a:pPr/>
              <a:t>28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906758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791619B7-4505-46F5-BC21-803CA40E5BEE}" type="slidenum">
              <a:rPr lang="en-US" sz="1200">
                <a:solidFill>
                  <a:srgbClr val="000000"/>
                </a:solidFill>
              </a:rPr>
              <a:pPr/>
              <a:t>29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671060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8159FFFA-6FD1-4C0F-B299-A1FC9F1C59FA}" type="slidenum">
              <a:rPr lang="en-US" sz="1200">
                <a:solidFill>
                  <a:srgbClr val="000000"/>
                </a:solidFill>
              </a:rPr>
              <a:pPr/>
              <a:t>30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967207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B1AC86A5-AF06-4B83-B53E-5201E55759DA}" type="slidenum">
              <a:rPr lang="en-US" sz="1200">
                <a:solidFill>
                  <a:srgbClr val="000000"/>
                </a:solidFill>
              </a:rPr>
              <a:pPr/>
              <a:t>31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763588"/>
            <a:ext cx="0" cy="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261225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12562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48427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24501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9021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62760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40599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38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87878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39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71683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40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59865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26294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42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23646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43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50962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44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6160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Num" idx="20"/>
          </p:nvPr>
        </p:nvSpPr>
        <p:spPr>
          <a:xfrm>
            <a:off x="5697360" y="7383600"/>
            <a:ext cx="4358520" cy="38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F6691F-C7A3-4556-AC77-1B0F1CAD3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Rectangle 3"/>
          <p:cNvSpPr/>
          <p:nvPr/>
        </p:nvSpPr>
        <p:spPr>
          <a:xfrm>
            <a:off x="3885840" y="8685720"/>
            <a:ext cx="2971440" cy="4575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b">
            <a:noAutofit/>
          </a:bodyPr>
          <a:lstStyle/>
          <a:p>
            <a:pPr algn="r" defTabSz="914400">
              <a:lnSpc>
                <a:spcPct val="100000"/>
              </a:lnSpc>
            </a:pPr>
            <a:fld id="{AA1B4B1D-9258-481C-811D-9E5067CFB9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45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92213" y="690563"/>
            <a:ext cx="4467225" cy="3451225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901800" y="4374000"/>
            <a:ext cx="5046120" cy="4066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2876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8920" cy="16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7F920929-0F69-4400-B58F-F0F9AC4A6A2D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905184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5BC29054-6F74-4644-9529-D93E886B0EF0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4839A86E-239E-4764-956E-22B529859FEB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/>
        </p:nvSpPr>
        <p:spPr>
          <a:xfrm>
            <a:off x="2341800" y="638280"/>
            <a:ext cx="360" cy="5485680"/>
          </a:xfrm>
          <a:custGeom>
            <a:avLst/>
            <a:gdLst>
              <a:gd name="textAreaLeft" fmla="*/ 0 w 360"/>
              <a:gd name="textAreaRight" fmla="*/ 1440 w 360"/>
              <a:gd name="textAreaTop" fmla="*/ 0 h 5485680"/>
              <a:gd name="textAreaBottom" fmla="*/ 5486400 h 5485680"/>
            </a:gdLst>
            <a:ahLst/>
            <a:cxnLst/>
            <a:rect l="textAreaLeft" t="textAreaTop" r="textAreaRight" b="textAreaBottom"/>
            <a:pathLst>
              <a:path h="5486398">
                <a:moveTo>
                  <a:pt x="0" y="0"/>
                </a:moveTo>
                <a:lnTo>
                  <a:pt x="0" y="5486398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bk object 17"/>
          <p:cNvSpPr/>
          <p:nvPr/>
        </p:nvSpPr>
        <p:spPr>
          <a:xfrm>
            <a:off x="2296080" y="60789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8"/>
          <p:cNvSpPr/>
          <p:nvPr/>
        </p:nvSpPr>
        <p:spPr>
          <a:xfrm>
            <a:off x="2296080" y="55396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9"/>
          <p:cNvSpPr/>
          <p:nvPr/>
        </p:nvSpPr>
        <p:spPr>
          <a:xfrm>
            <a:off x="2296080" y="50000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20"/>
          <p:cNvSpPr/>
          <p:nvPr/>
        </p:nvSpPr>
        <p:spPr>
          <a:xfrm>
            <a:off x="2296080" y="44604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21"/>
          <p:cNvSpPr/>
          <p:nvPr/>
        </p:nvSpPr>
        <p:spPr>
          <a:xfrm>
            <a:off x="2296080" y="39211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22"/>
          <p:cNvSpPr/>
          <p:nvPr/>
        </p:nvSpPr>
        <p:spPr>
          <a:xfrm>
            <a:off x="2296080" y="33814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23"/>
          <p:cNvSpPr/>
          <p:nvPr/>
        </p:nvSpPr>
        <p:spPr>
          <a:xfrm>
            <a:off x="2296080" y="28418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bk object 24"/>
          <p:cNvSpPr/>
          <p:nvPr/>
        </p:nvSpPr>
        <p:spPr>
          <a:xfrm>
            <a:off x="2296080" y="23025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bk object 25"/>
          <p:cNvSpPr/>
          <p:nvPr/>
        </p:nvSpPr>
        <p:spPr>
          <a:xfrm>
            <a:off x="2296080" y="17629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bk object 26"/>
          <p:cNvSpPr/>
          <p:nvPr/>
        </p:nvSpPr>
        <p:spPr>
          <a:xfrm>
            <a:off x="2296080" y="12236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k object 27"/>
          <p:cNvSpPr/>
          <p:nvPr/>
        </p:nvSpPr>
        <p:spPr>
          <a:xfrm>
            <a:off x="2296080" y="6840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bk object 28"/>
          <p:cNvSpPr/>
          <p:nvPr/>
        </p:nvSpPr>
        <p:spPr>
          <a:xfrm>
            <a:off x="2107080" y="5949000"/>
            <a:ext cx="134640" cy="20448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254" h="205371">
                <a:moveTo>
                  <a:pt x="81533" y="0"/>
                </a:moveTo>
                <a:lnTo>
                  <a:pt x="54101" y="0"/>
                </a:lnTo>
                <a:lnTo>
                  <a:pt x="30098" y="11823"/>
                </a:lnTo>
                <a:lnTo>
                  <a:pt x="18033" y="20840"/>
                </a:lnTo>
                <a:lnTo>
                  <a:pt x="6095" y="44970"/>
                </a:lnTo>
                <a:lnTo>
                  <a:pt x="3175" y="53975"/>
                </a:lnTo>
                <a:lnTo>
                  <a:pt x="253" y="75196"/>
                </a:lnTo>
                <a:lnTo>
                  <a:pt x="253" y="102628"/>
                </a:lnTo>
                <a:lnTo>
                  <a:pt x="0" y="102628"/>
                </a:lnTo>
                <a:lnTo>
                  <a:pt x="0" y="130060"/>
                </a:lnTo>
                <a:lnTo>
                  <a:pt x="2920" y="151269"/>
                </a:lnTo>
                <a:lnTo>
                  <a:pt x="11937" y="169430"/>
                </a:lnTo>
                <a:lnTo>
                  <a:pt x="17906" y="184543"/>
                </a:lnTo>
                <a:lnTo>
                  <a:pt x="29971" y="193560"/>
                </a:lnTo>
                <a:lnTo>
                  <a:pt x="42036" y="199529"/>
                </a:lnTo>
                <a:lnTo>
                  <a:pt x="66166" y="205371"/>
                </a:lnTo>
                <a:lnTo>
                  <a:pt x="81279" y="202450"/>
                </a:lnTo>
                <a:lnTo>
                  <a:pt x="93344" y="199529"/>
                </a:lnTo>
                <a:lnTo>
                  <a:pt x="105409" y="193560"/>
                </a:lnTo>
                <a:lnTo>
                  <a:pt x="114426" y="184543"/>
                </a:lnTo>
                <a:lnTo>
                  <a:pt x="116397" y="181241"/>
                </a:lnTo>
                <a:lnTo>
                  <a:pt x="57276" y="181241"/>
                </a:lnTo>
                <a:lnTo>
                  <a:pt x="54356" y="178320"/>
                </a:lnTo>
                <a:lnTo>
                  <a:pt x="51434" y="178320"/>
                </a:lnTo>
                <a:lnTo>
                  <a:pt x="39623" y="166509"/>
                </a:lnTo>
                <a:lnTo>
                  <a:pt x="33654" y="157492"/>
                </a:lnTo>
                <a:lnTo>
                  <a:pt x="30709" y="139204"/>
                </a:lnTo>
                <a:lnTo>
                  <a:pt x="27812" y="124218"/>
                </a:lnTo>
                <a:lnTo>
                  <a:pt x="27812" y="103009"/>
                </a:lnTo>
                <a:lnTo>
                  <a:pt x="27558" y="102628"/>
                </a:lnTo>
                <a:lnTo>
                  <a:pt x="27558" y="78371"/>
                </a:lnTo>
                <a:lnTo>
                  <a:pt x="30479" y="66306"/>
                </a:lnTo>
                <a:lnTo>
                  <a:pt x="33400" y="48145"/>
                </a:lnTo>
                <a:lnTo>
                  <a:pt x="39369" y="39128"/>
                </a:lnTo>
                <a:lnTo>
                  <a:pt x="51181" y="27317"/>
                </a:lnTo>
                <a:lnTo>
                  <a:pt x="57150" y="24396"/>
                </a:lnTo>
                <a:lnTo>
                  <a:pt x="116294" y="24396"/>
                </a:lnTo>
                <a:lnTo>
                  <a:pt x="114553" y="20840"/>
                </a:lnTo>
                <a:lnTo>
                  <a:pt x="105536" y="11823"/>
                </a:lnTo>
                <a:lnTo>
                  <a:pt x="81533" y="0"/>
                </a:lnTo>
                <a:close/>
              </a:path>
              <a:path w="135254" h="205371">
                <a:moveTo>
                  <a:pt x="116294" y="24396"/>
                </a:moveTo>
                <a:lnTo>
                  <a:pt x="75310" y="24396"/>
                </a:lnTo>
                <a:lnTo>
                  <a:pt x="84327" y="27317"/>
                </a:lnTo>
                <a:lnTo>
                  <a:pt x="96265" y="39255"/>
                </a:lnTo>
                <a:lnTo>
                  <a:pt x="102234" y="48272"/>
                </a:lnTo>
                <a:lnTo>
                  <a:pt x="105156" y="66433"/>
                </a:lnTo>
                <a:lnTo>
                  <a:pt x="108076" y="81546"/>
                </a:lnTo>
                <a:lnTo>
                  <a:pt x="108052" y="124218"/>
                </a:lnTo>
                <a:lnTo>
                  <a:pt x="105135" y="139331"/>
                </a:lnTo>
                <a:lnTo>
                  <a:pt x="102234" y="157365"/>
                </a:lnTo>
                <a:lnTo>
                  <a:pt x="96265" y="166382"/>
                </a:lnTo>
                <a:lnTo>
                  <a:pt x="84327" y="178320"/>
                </a:lnTo>
                <a:lnTo>
                  <a:pt x="78358" y="178320"/>
                </a:lnTo>
                <a:lnTo>
                  <a:pt x="75437" y="181241"/>
                </a:lnTo>
                <a:lnTo>
                  <a:pt x="116397" y="181241"/>
                </a:lnTo>
                <a:lnTo>
                  <a:pt x="123443" y="169430"/>
                </a:lnTo>
                <a:lnTo>
                  <a:pt x="129412" y="151269"/>
                </a:lnTo>
                <a:lnTo>
                  <a:pt x="132333" y="130060"/>
                </a:lnTo>
                <a:lnTo>
                  <a:pt x="135254" y="102628"/>
                </a:lnTo>
                <a:lnTo>
                  <a:pt x="132333" y="75196"/>
                </a:lnTo>
                <a:lnTo>
                  <a:pt x="129412" y="53975"/>
                </a:lnTo>
                <a:lnTo>
                  <a:pt x="123443" y="32778"/>
                </a:lnTo>
                <a:lnTo>
                  <a:pt x="117475" y="26809"/>
                </a:lnTo>
                <a:lnTo>
                  <a:pt x="116294" y="243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bk object 29"/>
          <p:cNvSpPr/>
          <p:nvPr/>
        </p:nvSpPr>
        <p:spPr>
          <a:xfrm>
            <a:off x="2147040" y="5409720"/>
            <a:ext cx="68400" cy="200160"/>
          </a:xfrm>
          <a:custGeom>
            <a:avLst/>
            <a:gdLst>
              <a:gd name="textAreaLeft" fmla="*/ 0 w 68400"/>
              <a:gd name="textAreaRight" fmla="*/ 69120 w 6840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69087" h="201041">
                <a:moveTo>
                  <a:pt x="69087" y="0"/>
                </a:moveTo>
                <a:lnTo>
                  <a:pt x="50927" y="0"/>
                </a:lnTo>
                <a:lnTo>
                  <a:pt x="48006" y="9004"/>
                </a:lnTo>
                <a:lnTo>
                  <a:pt x="48006" y="14986"/>
                </a:lnTo>
                <a:lnTo>
                  <a:pt x="36195" y="26797"/>
                </a:lnTo>
                <a:lnTo>
                  <a:pt x="27178" y="32766"/>
                </a:lnTo>
                <a:lnTo>
                  <a:pt x="18161" y="35687"/>
                </a:lnTo>
                <a:lnTo>
                  <a:pt x="0" y="35687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5"/>
                </a:lnTo>
                <a:lnTo>
                  <a:pt x="44831" y="201041"/>
                </a:lnTo>
                <a:lnTo>
                  <a:pt x="69087" y="201041"/>
                </a:lnTo>
                <a:lnTo>
                  <a:pt x="690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bk object 30"/>
          <p:cNvSpPr/>
          <p:nvPr/>
        </p:nvSpPr>
        <p:spPr>
          <a:xfrm>
            <a:off x="2104200" y="4871880"/>
            <a:ext cx="136800" cy="194400"/>
          </a:xfrm>
          <a:custGeom>
            <a:avLst/>
            <a:gdLst>
              <a:gd name="textAreaLeft" fmla="*/ 0 w 136800"/>
              <a:gd name="textAreaRight" fmla="*/ 137520 w 136800"/>
              <a:gd name="textAreaTop" fmla="*/ 0 h 194400"/>
              <a:gd name="textAreaBottom" fmla="*/ 195120 h 194400"/>
            </a:gdLst>
            <a:ahLst/>
            <a:cxnLst/>
            <a:rect l="textAreaLeft" t="textAreaTop" r="textAreaRight" b="textAreaBottom"/>
            <a:pathLst>
              <a:path w="137541" h="195199">
                <a:moveTo>
                  <a:pt x="123952" y="21463"/>
                </a:moveTo>
                <a:lnTo>
                  <a:pt x="77978" y="21463"/>
                </a:lnTo>
                <a:lnTo>
                  <a:pt x="95885" y="30226"/>
                </a:lnTo>
                <a:lnTo>
                  <a:pt x="101854" y="36195"/>
                </a:lnTo>
                <a:lnTo>
                  <a:pt x="107633" y="48006"/>
                </a:lnTo>
                <a:lnTo>
                  <a:pt x="107696" y="66294"/>
                </a:lnTo>
                <a:lnTo>
                  <a:pt x="104775" y="72263"/>
                </a:lnTo>
                <a:lnTo>
                  <a:pt x="101854" y="81280"/>
                </a:lnTo>
                <a:lnTo>
                  <a:pt x="90043" y="93091"/>
                </a:lnTo>
                <a:lnTo>
                  <a:pt x="81025" y="99047"/>
                </a:lnTo>
                <a:lnTo>
                  <a:pt x="62865" y="108077"/>
                </a:lnTo>
                <a:lnTo>
                  <a:pt x="53848" y="114046"/>
                </a:lnTo>
                <a:lnTo>
                  <a:pt x="14731" y="144018"/>
                </a:lnTo>
                <a:lnTo>
                  <a:pt x="2921" y="180213"/>
                </a:lnTo>
                <a:lnTo>
                  <a:pt x="0" y="186182"/>
                </a:lnTo>
                <a:lnTo>
                  <a:pt x="0" y="195199"/>
                </a:lnTo>
                <a:lnTo>
                  <a:pt x="507" y="194818"/>
                </a:lnTo>
                <a:lnTo>
                  <a:pt x="137541" y="194818"/>
                </a:lnTo>
                <a:lnTo>
                  <a:pt x="137541" y="170561"/>
                </a:lnTo>
                <a:lnTo>
                  <a:pt x="30861" y="170561"/>
                </a:lnTo>
                <a:lnTo>
                  <a:pt x="30861" y="164592"/>
                </a:lnTo>
                <a:lnTo>
                  <a:pt x="36703" y="158750"/>
                </a:lnTo>
                <a:lnTo>
                  <a:pt x="39624" y="152781"/>
                </a:lnTo>
                <a:lnTo>
                  <a:pt x="48513" y="143891"/>
                </a:lnTo>
                <a:lnTo>
                  <a:pt x="54482" y="140970"/>
                </a:lnTo>
                <a:lnTo>
                  <a:pt x="72517" y="129032"/>
                </a:lnTo>
                <a:lnTo>
                  <a:pt x="75437" y="126111"/>
                </a:lnTo>
                <a:lnTo>
                  <a:pt x="93599" y="120142"/>
                </a:lnTo>
                <a:lnTo>
                  <a:pt x="96519" y="117221"/>
                </a:lnTo>
                <a:lnTo>
                  <a:pt x="102488" y="114300"/>
                </a:lnTo>
                <a:lnTo>
                  <a:pt x="111506" y="105283"/>
                </a:lnTo>
                <a:lnTo>
                  <a:pt x="120523" y="99314"/>
                </a:lnTo>
                <a:lnTo>
                  <a:pt x="126492" y="90297"/>
                </a:lnTo>
                <a:lnTo>
                  <a:pt x="129412" y="87376"/>
                </a:lnTo>
                <a:lnTo>
                  <a:pt x="132334" y="81407"/>
                </a:lnTo>
                <a:lnTo>
                  <a:pt x="135255" y="72390"/>
                </a:lnTo>
                <a:lnTo>
                  <a:pt x="135255" y="44958"/>
                </a:lnTo>
                <a:lnTo>
                  <a:pt x="132334" y="32893"/>
                </a:lnTo>
                <a:lnTo>
                  <a:pt x="126365" y="23876"/>
                </a:lnTo>
                <a:lnTo>
                  <a:pt x="123952" y="21463"/>
                </a:lnTo>
                <a:close/>
              </a:path>
              <a:path w="137541" h="195199">
                <a:moveTo>
                  <a:pt x="84200" y="0"/>
                </a:moveTo>
                <a:lnTo>
                  <a:pt x="53848" y="0"/>
                </a:lnTo>
                <a:lnTo>
                  <a:pt x="47879" y="2921"/>
                </a:lnTo>
                <a:lnTo>
                  <a:pt x="41910" y="2921"/>
                </a:lnTo>
                <a:lnTo>
                  <a:pt x="8890" y="38989"/>
                </a:lnTo>
                <a:lnTo>
                  <a:pt x="5968" y="48006"/>
                </a:lnTo>
                <a:lnTo>
                  <a:pt x="5968" y="69215"/>
                </a:lnTo>
                <a:lnTo>
                  <a:pt x="30225" y="69215"/>
                </a:lnTo>
                <a:lnTo>
                  <a:pt x="30225" y="60198"/>
                </a:lnTo>
                <a:lnTo>
                  <a:pt x="33147" y="54229"/>
                </a:lnTo>
                <a:lnTo>
                  <a:pt x="33225" y="48006"/>
                </a:lnTo>
                <a:lnTo>
                  <a:pt x="36068" y="39243"/>
                </a:lnTo>
                <a:lnTo>
                  <a:pt x="42037" y="33274"/>
                </a:lnTo>
                <a:lnTo>
                  <a:pt x="48006" y="30353"/>
                </a:lnTo>
                <a:lnTo>
                  <a:pt x="53975" y="24384"/>
                </a:lnTo>
                <a:lnTo>
                  <a:pt x="59943" y="24384"/>
                </a:lnTo>
                <a:lnTo>
                  <a:pt x="68961" y="21463"/>
                </a:lnTo>
                <a:lnTo>
                  <a:pt x="123952" y="21463"/>
                </a:lnTo>
                <a:lnTo>
                  <a:pt x="117348" y="14859"/>
                </a:lnTo>
                <a:lnTo>
                  <a:pt x="108331" y="8890"/>
                </a:lnTo>
                <a:lnTo>
                  <a:pt x="96266" y="2921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31"/>
          <p:cNvSpPr/>
          <p:nvPr/>
        </p:nvSpPr>
        <p:spPr>
          <a:xfrm>
            <a:off x="2104200" y="4331880"/>
            <a:ext cx="134280" cy="2034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3400"/>
              <a:gd name="textAreaBottom" fmla="*/ 204120 h 203400"/>
            </a:gdLst>
            <a:ahLst/>
            <a:cxnLst/>
            <a:rect l="textAreaLeft" t="textAreaTop" r="textAreaRight" b="textAreaBottom"/>
            <a:pathLst>
              <a:path w="135128" h="203949">
                <a:moveTo>
                  <a:pt x="24256" y="134620"/>
                </a:moveTo>
                <a:lnTo>
                  <a:pt x="0" y="134620"/>
                </a:lnTo>
                <a:lnTo>
                  <a:pt x="127" y="135128"/>
                </a:lnTo>
                <a:lnTo>
                  <a:pt x="127" y="159385"/>
                </a:lnTo>
                <a:lnTo>
                  <a:pt x="3048" y="162306"/>
                </a:lnTo>
                <a:lnTo>
                  <a:pt x="3048" y="165227"/>
                </a:lnTo>
                <a:lnTo>
                  <a:pt x="9017" y="177292"/>
                </a:lnTo>
                <a:lnTo>
                  <a:pt x="26924" y="195199"/>
                </a:lnTo>
                <a:lnTo>
                  <a:pt x="38988" y="198120"/>
                </a:lnTo>
                <a:lnTo>
                  <a:pt x="57023" y="203949"/>
                </a:lnTo>
                <a:lnTo>
                  <a:pt x="72136" y="203949"/>
                </a:lnTo>
                <a:lnTo>
                  <a:pt x="78105" y="201041"/>
                </a:lnTo>
                <a:lnTo>
                  <a:pt x="90169" y="201041"/>
                </a:lnTo>
                <a:lnTo>
                  <a:pt x="114300" y="189103"/>
                </a:lnTo>
                <a:lnTo>
                  <a:pt x="117221" y="183134"/>
                </a:lnTo>
                <a:lnTo>
                  <a:pt x="123190" y="180212"/>
                </a:lnTo>
                <a:lnTo>
                  <a:pt x="123566" y="179450"/>
                </a:lnTo>
                <a:lnTo>
                  <a:pt x="66040" y="179450"/>
                </a:lnTo>
                <a:lnTo>
                  <a:pt x="53975" y="176530"/>
                </a:lnTo>
                <a:lnTo>
                  <a:pt x="48006" y="176530"/>
                </a:lnTo>
                <a:lnTo>
                  <a:pt x="38988" y="170561"/>
                </a:lnTo>
                <a:lnTo>
                  <a:pt x="33019" y="164592"/>
                </a:lnTo>
                <a:lnTo>
                  <a:pt x="24256" y="146685"/>
                </a:lnTo>
                <a:lnTo>
                  <a:pt x="24256" y="134620"/>
                </a:lnTo>
                <a:close/>
              </a:path>
              <a:path w="135128" h="203949">
                <a:moveTo>
                  <a:pt x="121424" y="105029"/>
                </a:moveTo>
                <a:lnTo>
                  <a:pt x="74930" y="105029"/>
                </a:lnTo>
                <a:lnTo>
                  <a:pt x="77850" y="107950"/>
                </a:lnTo>
                <a:lnTo>
                  <a:pt x="83819" y="107950"/>
                </a:lnTo>
                <a:lnTo>
                  <a:pt x="86741" y="110871"/>
                </a:lnTo>
                <a:lnTo>
                  <a:pt x="98679" y="116712"/>
                </a:lnTo>
                <a:lnTo>
                  <a:pt x="104648" y="125730"/>
                </a:lnTo>
                <a:lnTo>
                  <a:pt x="107568" y="131699"/>
                </a:lnTo>
                <a:lnTo>
                  <a:pt x="107568" y="149860"/>
                </a:lnTo>
                <a:lnTo>
                  <a:pt x="104648" y="155829"/>
                </a:lnTo>
                <a:lnTo>
                  <a:pt x="101727" y="164846"/>
                </a:lnTo>
                <a:lnTo>
                  <a:pt x="95885" y="170687"/>
                </a:lnTo>
                <a:lnTo>
                  <a:pt x="89916" y="173609"/>
                </a:lnTo>
                <a:lnTo>
                  <a:pt x="80899" y="176530"/>
                </a:lnTo>
                <a:lnTo>
                  <a:pt x="77978" y="176530"/>
                </a:lnTo>
                <a:lnTo>
                  <a:pt x="75056" y="179450"/>
                </a:lnTo>
                <a:lnTo>
                  <a:pt x="123566" y="179450"/>
                </a:lnTo>
                <a:lnTo>
                  <a:pt x="135128" y="156083"/>
                </a:lnTo>
                <a:lnTo>
                  <a:pt x="135128" y="125730"/>
                </a:lnTo>
                <a:lnTo>
                  <a:pt x="129159" y="113665"/>
                </a:lnTo>
                <a:lnTo>
                  <a:pt x="123190" y="107696"/>
                </a:lnTo>
                <a:lnTo>
                  <a:pt x="121424" y="105029"/>
                </a:lnTo>
                <a:close/>
              </a:path>
              <a:path w="135128" h="203949">
                <a:moveTo>
                  <a:pt x="120425" y="24257"/>
                </a:moveTo>
                <a:lnTo>
                  <a:pt x="78359" y="24257"/>
                </a:lnTo>
                <a:lnTo>
                  <a:pt x="90297" y="30099"/>
                </a:lnTo>
                <a:lnTo>
                  <a:pt x="99187" y="38989"/>
                </a:lnTo>
                <a:lnTo>
                  <a:pt x="99187" y="44958"/>
                </a:lnTo>
                <a:lnTo>
                  <a:pt x="102107" y="53975"/>
                </a:lnTo>
                <a:lnTo>
                  <a:pt x="99249" y="59817"/>
                </a:lnTo>
                <a:lnTo>
                  <a:pt x="99187" y="68961"/>
                </a:lnTo>
                <a:lnTo>
                  <a:pt x="90297" y="77850"/>
                </a:lnTo>
                <a:lnTo>
                  <a:pt x="78359" y="83693"/>
                </a:lnTo>
                <a:lnTo>
                  <a:pt x="50927" y="83693"/>
                </a:lnTo>
                <a:lnTo>
                  <a:pt x="50927" y="107950"/>
                </a:lnTo>
                <a:lnTo>
                  <a:pt x="56896" y="107950"/>
                </a:lnTo>
                <a:lnTo>
                  <a:pt x="62865" y="105029"/>
                </a:lnTo>
                <a:lnTo>
                  <a:pt x="121424" y="105029"/>
                </a:lnTo>
                <a:lnTo>
                  <a:pt x="117221" y="98679"/>
                </a:lnTo>
                <a:lnTo>
                  <a:pt x="114300" y="95758"/>
                </a:lnTo>
                <a:lnTo>
                  <a:pt x="108331" y="92824"/>
                </a:lnTo>
                <a:lnTo>
                  <a:pt x="102362" y="92824"/>
                </a:lnTo>
                <a:lnTo>
                  <a:pt x="111379" y="89916"/>
                </a:lnTo>
                <a:lnTo>
                  <a:pt x="120268" y="81025"/>
                </a:lnTo>
                <a:lnTo>
                  <a:pt x="123190" y="75057"/>
                </a:lnTo>
                <a:lnTo>
                  <a:pt x="126111" y="66040"/>
                </a:lnTo>
                <a:lnTo>
                  <a:pt x="129031" y="53975"/>
                </a:lnTo>
                <a:lnTo>
                  <a:pt x="126111" y="38849"/>
                </a:lnTo>
                <a:lnTo>
                  <a:pt x="123190" y="29845"/>
                </a:lnTo>
                <a:lnTo>
                  <a:pt x="120425" y="24257"/>
                </a:lnTo>
                <a:close/>
              </a:path>
              <a:path w="135128" h="203949">
                <a:moveTo>
                  <a:pt x="78105" y="0"/>
                </a:moveTo>
                <a:lnTo>
                  <a:pt x="66040" y="0"/>
                </a:lnTo>
                <a:lnTo>
                  <a:pt x="50927" y="2921"/>
                </a:lnTo>
                <a:lnTo>
                  <a:pt x="41910" y="2921"/>
                </a:lnTo>
                <a:lnTo>
                  <a:pt x="29972" y="8762"/>
                </a:lnTo>
                <a:lnTo>
                  <a:pt x="20955" y="14732"/>
                </a:lnTo>
                <a:lnTo>
                  <a:pt x="18034" y="20700"/>
                </a:lnTo>
                <a:lnTo>
                  <a:pt x="15112" y="23622"/>
                </a:lnTo>
                <a:lnTo>
                  <a:pt x="9143" y="35674"/>
                </a:lnTo>
                <a:lnTo>
                  <a:pt x="3302" y="53721"/>
                </a:lnTo>
                <a:lnTo>
                  <a:pt x="3302" y="65786"/>
                </a:lnTo>
                <a:lnTo>
                  <a:pt x="27559" y="65786"/>
                </a:lnTo>
                <a:lnTo>
                  <a:pt x="30417" y="59944"/>
                </a:lnTo>
                <a:lnTo>
                  <a:pt x="30480" y="50800"/>
                </a:lnTo>
                <a:lnTo>
                  <a:pt x="33338" y="44958"/>
                </a:lnTo>
                <a:lnTo>
                  <a:pt x="33400" y="41910"/>
                </a:lnTo>
                <a:lnTo>
                  <a:pt x="36322" y="38989"/>
                </a:lnTo>
                <a:lnTo>
                  <a:pt x="39243" y="33020"/>
                </a:lnTo>
                <a:lnTo>
                  <a:pt x="57150" y="24257"/>
                </a:lnTo>
                <a:lnTo>
                  <a:pt x="120425" y="24257"/>
                </a:lnTo>
                <a:lnTo>
                  <a:pt x="117221" y="17780"/>
                </a:lnTo>
                <a:lnTo>
                  <a:pt x="99187" y="5842"/>
                </a:lnTo>
                <a:lnTo>
                  <a:pt x="87122" y="2921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32"/>
          <p:cNvSpPr/>
          <p:nvPr/>
        </p:nvSpPr>
        <p:spPr>
          <a:xfrm>
            <a:off x="2104200" y="379620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8" h="194817">
                <a:moveTo>
                  <a:pt x="112648" y="143001"/>
                </a:moveTo>
                <a:lnTo>
                  <a:pt x="85216" y="143001"/>
                </a:lnTo>
                <a:lnTo>
                  <a:pt x="85216" y="194817"/>
                </a:lnTo>
                <a:lnTo>
                  <a:pt x="112648" y="194817"/>
                </a:lnTo>
                <a:lnTo>
                  <a:pt x="112648" y="143001"/>
                </a:lnTo>
                <a:close/>
              </a:path>
              <a:path w="112648" h="194817">
                <a:moveTo>
                  <a:pt x="112648" y="0"/>
                </a:moveTo>
                <a:lnTo>
                  <a:pt x="85216" y="0"/>
                </a:lnTo>
                <a:lnTo>
                  <a:pt x="0" y="118744"/>
                </a:lnTo>
                <a:lnTo>
                  <a:pt x="0" y="143001"/>
                </a:lnTo>
                <a:lnTo>
                  <a:pt x="140080" y="143001"/>
                </a:lnTo>
                <a:lnTo>
                  <a:pt x="140080" y="121792"/>
                </a:lnTo>
                <a:lnTo>
                  <a:pt x="112648" y="121792"/>
                </a:lnTo>
                <a:lnTo>
                  <a:pt x="24383" y="121665"/>
                </a:lnTo>
                <a:lnTo>
                  <a:pt x="85216" y="33400"/>
                </a:lnTo>
                <a:lnTo>
                  <a:pt x="112648" y="33400"/>
                </a:lnTo>
                <a:lnTo>
                  <a:pt x="112648" y="0"/>
                </a:lnTo>
                <a:close/>
              </a:path>
              <a:path w="112648" h="194817">
                <a:moveTo>
                  <a:pt x="112648" y="33400"/>
                </a:moveTo>
                <a:lnTo>
                  <a:pt x="85216" y="33400"/>
                </a:lnTo>
                <a:lnTo>
                  <a:pt x="85216" y="121665"/>
                </a:lnTo>
                <a:lnTo>
                  <a:pt x="112648" y="121665"/>
                </a:lnTo>
                <a:lnTo>
                  <a:pt x="112648" y="334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33"/>
          <p:cNvSpPr/>
          <p:nvPr/>
        </p:nvSpPr>
        <p:spPr>
          <a:xfrm>
            <a:off x="2104200" y="3253680"/>
            <a:ext cx="135000" cy="198720"/>
          </a:xfrm>
          <a:custGeom>
            <a:avLst/>
            <a:gdLst>
              <a:gd name="textAreaLeft" fmla="*/ 0 w 135000"/>
              <a:gd name="textAreaRight" fmla="*/ 135720 w 135000"/>
              <a:gd name="textAreaTop" fmla="*/ 0 h 198720"/>
              <a:gd name="textAreaBottom" fmla="*/ 199440 h 198720"/>
            </a:gdLst>
            <a:ahLst/>
            <a:cxnLst/>
            <a:rect l="textAreaLeft" t="textAreaTop" r="textAreaRight" b="textAreaBottom"/>
            <a:pathLst>
              <a:path w="135762" h="199389">
                <a:moveTo>
                  <a:pt x="27431" y="143001"/>
                </a:moveTo>
                <a:lnTo>
                  <a:pt x="635" y="143001"/>
                </a:lnTo>
                <a:lnTo>
                  <a:pt x="635" y="151637"/>
                </a:lnTo>
                <a:lnTo>
                  <a:pt x="21336" y="184530"/>
                </a:lnTo>
                <a:lnTo>
                  <a:pt x="51435" y="199389"/>
                </a:lnTo>
                <a:lnTo>
                  <a:pt x="81787" y="199389"/>
                </a:lnTo>
                <a:lnTo>
                  <a:pt x="93853" y="196469"/>
                </a:lnTo>
                <a:lnTo>
                  <a:pt x="105918" y="190500"/>
                </a:lnTo>
                <a:lnTo>
                  <a:pt x="120650" y="175767"/>
                </a:lnTo>
                <a:lnTo>
                  <a:pt x="57277" y="175767"/>
                </a:lnTo>
                <a:lnTo>
                  <a:pt x="48260" y="172847"/>
                </a:lnTo>
                <a:lnTo>
                  <a:pt x="42291" y="169925"/>
                </a:lnTo>
                <a:lnTo>
                  <a:pt x="27431" y="155066"/>
                </a:lnTo>
                <a:lnTo>
                  <a:pt x="27431" y="143001"/>
                </a:lnTo>
                <a:close/>
              </a:path>
              <a:path w="135762" h="199389">
                <a:moveTo>
                  <a:pt x="121920" y="89026"/>
                </a:moveTo>
                <a:lnTo>
                  <a:pt x="75437" y="89026"/>
                </a:lnTo>
                <a:lnTo>
                  <a:pt x="81406" y="91948"/>
                </a:lnTo>
                <a:lnTo>
                  <a:pt x="90424" y="94869"/>
                </a:lnTo>
                <a:lnTo>
                  <a:pt x="102362" y="106807"/>
                </a:lnTo>
                <a:lnTo>
                  <a:pt x="105282" y="115824"/>
                </a:lnTo>
                <a:lnTo>
                  <a:pt x="108204" y="118745"/>
                </a:lnTo>
                <a:lnTo>
                  <a:pt x="108204" y="143001"/>
                </a:lnTo>
                <a:lnTo>
                  <a:pt x="105282" y="148971"/>
                </a:lnTo>
                <a:lnTo>
                  <a:pt x="102362" y="157987"/>
                </a:lnTo>
                <a:lnTo>
                  <a:pt x="90424" y="169925"/>
                </a:lnTo>
                <a:lnTo>
                  <a:pt x="84455" y="172847"/>
                </a:lnTo>
                <a:lnTo>
                  <a:pt x="75437" y="175767"/>
                </a:lnTo>
                <a:lnTo>
                  <a:pt x="120650" y="175767"/>
                </a:lnTo>
                <a:lnTo>
                  <a:pt x="123952" y="172465"/>
                </a:lnTo>
                <a:lnTo>
                  <a:pt x="129793" y="160527"/>
                </a:lnTo>
                <a:lnTo>
                  <a:pt x="135762" y="148462"/>
                </a:lnTo>
                <a:lnTo>
                  <a:pt x="135762" y="118110"/>
                </a:lnTo>
                <a:lnTo>
                  <a:pt x="132842" y="106045"/>
                </a:lnTo>
                <a:lnTo>
                  <a:pt x="126873" y="93979"/>
                </a:lnTo>
                <a:lnTo>
                  <a:pt x="121920" y="89026"/>
                </a:lnTo>
                <a:close/>
              </a:path>
              <a:path w="135762" h="199389">
                <a:moveTo>
                  <a:pt x="635" y="142621"/>
                </a:moveTo>
                <a:lnTo>
                  <a:pt x="0" y="143001"/>
                </a:lnTo>
                <a:lnTo>
                  <a:pt x="635" y="143001"/>
                </a:lnTo>
                <a:lnTo>
                  <a:pt x="635" y="142621"/>
                </a:lnTo>
                <a:close/>
              </a:path>
              <a:path w="135762" h="199389">
                <a:moveTo>
                  <a:pt x="128016" y="0"/>
                </a:moveTo>
                <a:lnTo>
                  <a:pt x="21336" y="0"/>
                </a:lnTo>
                <a:lnTo>
                  <a:pt x="6223" y="106679"/>
                </a:lnTo>
                <a:lnTo>
                  <a:pt x="27431" y="106679"/>
                </a:lnTo>
                <a:lnTo>
                  <a:pt x="36322" y="97789"/>
                </a:lnTo>
                <a:lnTo>
                  <a:pt x="48260" y="91948"/>
                </a:lnTo>
                <a:lnTo>
                  <a:pt x="57277" y="89026"/>
                </a:lnTo>
                <a:lnTo>
                  <a:pt x="121920" y="89026"/>
                </a:lnTo>
                <a:lnTo>
                  <a:pt x="117856" y="84962"/>
                </a:lnTo>
                <a:lnTo>
                  <a:pt x="114997" y="79121"/>
                </a:lnTo>
                <a:lnTo>
                  <a:pt x="33781" y="79121"/>
                </a:lnTo>
                <a:lnTo>
                  <a:pt x="39750" y="24257"/>
                </a:lnTo>
                <a:lnTo>
                  <a:pt x="128016" y="24257"/>
                </a:lnTo>
                <a:lnTo>
                  <a:pt x="128016" y="0"/>
                </a:lnTo>
                <a:close/>
              </a:path>
              <a:path w="135762" h="199389">
                <a:moveTo>
                  <a:pt x="84962" y="67310"/>
                </a:moveTo>
                <a:lnTo>
                  <a:pt x="60706" y="67310"/>
                </a:lnTo>
                <a:lnTo>
                  <a:pt x="48641" y="70230"/>
                </a:lnTo>
                <a:lnTo>
                  <a:pt x="42672" y="70230"/>
                </a:lnTo>
                <a:lnTo>
                  <a:pt x="33781" y="79121"/>
                </a:lnTo>
                <a:lnTo>
                  <a:pt x="114997" y="79121"/>
                </a:lnTo>
                <a:lnTo>
                  <a:pt x="97028" y="70230"/>
                </a:lnTo>
                <a:lnTo>
                  <a:pt x="84962" y="673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k object 34"/>
          <p:cNvSpPr/>
          <p:nvPr/>
        </p:nvSpPr>
        <p:spPr>
          <a:xfrm>
            <a:off x="2109600" y="2711520"/>
            <a:ext cx="134280" cy="204480"/>
          </a:xfrm>
          <a:custGeom>
            <a:avLst/>
            <a:gdLst>
              <a:gd name="textAreaLeft" fmla="*/ 0 w 134280"/>
              <a:gd name="textAreaRight" fmla="*/ 135000 w 13428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000" h="205104">
                <a:moveTo>
                  <a:pt x="84200" y="202184"/>
                </a:moveTo>
                <a:lnTo>
                  <a:pt x="53975" y="202184"/>
                </a:lnTo>
                <a:lnTo>
                  <a:pt x="69087" y="205104"/>
                </a:lnTo>
                <a:lnTo>
                  <a:pt x="84200" y="202184"/>
                </a:lnTo>
                <a:close/>
              </a:path>
              <a:path w="135000" h="205104">
                <a:moveTo>
                  <a:pt x="72008" y="0"/>
                </a:moveTo>
                <a:lnTo>
                  <a:pt x="56895" y="2920"/>
                </a:lnTo>
                <a:lnTo>
                  <a:pt x="44831" y="5841"/>
                </a:lnTo>
                <a:lnTo>
                  <a:pt x="38862" y="8762"/>
                </a:lnTo>
                <a:lnTo>
                  <a:pt x="32893" y="14731"/>
                </a:lnTo>
                <a:lnTo>
                  <a:pt x="20827" y="23749"/>
                </a:lnTo>
                <a:lnTo>
                  <a:pt x="17906" y="29717"/>
                </a:lnTo>
                <a:lnTo>
                  <a:pt x="11937" y="38735"/>
                </a:lnTo>
                <a:lnTo>
                  <a:pt x="0" y="81152"/>
                </a:lnTo>
                <a:lnTo>
                  <a:pt x="0" y="141986"/>
                </a:lnTo>
                <a:lnTo>
                  <a:pt x="2920" y="151002"/>
                </a:lnTo>
                <a:lnTo>
                  <a:pt x="11937" y="172212"/>
                </a:lnTo>
                <a:lnTo>
                  <a:pt x="20955" y="184276"/>
                </a:lnTo>
                <a:lnTo>
                  <a:pt x="29971" y="193293"/>
                </a:lnTo>
                <a:lnTo>
                  <a:pt x="45085" y="199262"/>
                </a:lnTo>
                <a:lnTo>
                  <a:pt x="48006" y="202184"/>
                </a:lnTo>
                <a:lnTo>
                  <a:pt x="90169" y="202184"/>
                </a:lnTo>
                <a:lnTo>
                  <a:pt x="96138" y="199262"/>
                </a:lnTo>
                <a:lnTo>
                  <a:pt x="102107" y="199262"/>
                </a:lnTo>
                <a:lnTo>
                  <a:pt x="108076" y="196341"/>
                </a:lnTo>
                <a:lnTo>
                  <a:pt x="117093" y="187325"/>
                </a:lnTo>
                <a:lnTo>
                  <a:pt x="121460" y="181482"/>
                </a:lnTo>
                <a:lnTo>
                  <a:pt x="53212" y="181482"/>
                </a:lnTo>
                <a:lnTo>
                  <a:pt x="50292" y="178562"/>
                </a:lnTo>
                <a:lnTo>
                  <a:pt x="44323" y="175640"/>
                </a:lnTo>
                <a:lnTo>
                  <a:pt x="32512" y="163829"/>
                </a:lnTo>
                <a:lnTo>
                  <a:pt x="32512" y="160909"/>
                </a:lnTo>
                <a:lnTo>
                  <a:pt x="29591" y="154939"/>
                </a:lnTo>
                <a:lnTo>
                  <a:pt x="38354" y="109727"/>
                </a:lnTo>
                <a:lnTo>
                  <a:pt x="62356" y="97916"/>
                </a:lnTo>
                <a:lnTo>
                  <a:pt x="122916" y="97916"/>
                </a:lnTo>
                <a:lnTo>
                  <a:pt x="121991" y="96519"/>
                </a:lnTo>
                <a:lnTo>
                  <a:pt x="26924" y="96519"/>
                </a:lnTo>
                <a:lnTo>
                  <a:pt x="26924" y="78359"/>
                </a:lnTo>
                <a:lnTo>
                  <a:pt x="29844" y="66293"/>
                </a:lnTo>
                <a:lnTo>
                  <a:pt x="32766" y="57276"/>
                </a:lnTo>
                <a:lnTo>
                  <a:pt x="38735" y="45212"/>
                </a:lnTo>
                <a:lnTo>
                  <a:pt x="41656" y="39242"/>
                </a:lnTo>
                <a:lnTo>
                  <a:pt x="50545" y="30352"/>
                </a:lnTo>
                <a:lnTo>
                  <a:pt x="62483" y="24511"/>
                </a:lnTo>
                <a:lnTo>
                  <a:pt x="124681" y="24511"/>
                </a:lnTo>
                <a:lnTo>
                  <a:pt x="120142" y="17652"/>
                </a:lnTo>
                <a:lnTo>
                  <a:pt x="114300" y="11811"/>
                </a:lnTo>
                <a:lnTo>
                  <a:pt x="102235" y="5841"/>
                </a:lnTo>
                <a:lnTo>
                  <a:pt x="72008" y="0"/>
                </a:lnTo>
                <a:close/>
              </a:path>
              <a:path w="135000" h="205104">
                <a:moveTo>
                  <a:pt x="122916" y="97916"/>
                </a:moveTo>
                <a:lnTo>
                  <a:pt x="77469" y="97916"/>
                </a:lnTo>
                <a:lnTo>
                  <a:pt x="86487" y="100837"/>
                </a:lnTo>
                <a:lnTo>
                  <a:pt x="92456" y="103759"/>
                </a:lnTo>
                <a:lnTo>
                  <a:pt x="98298" y="109600"/>
                </a:lnTo>
                <a:lnTo>
                  <a:pt x="101218" y="115569"/>
                </a:lnTo>
                <a:lnTo>
                  <a:pt x="104139" y="124587"/>
                </a:lnTo>
                <a:lnTo>
                  <a:pt x="107061" y="130555"/>
                </a:lnTo>
                <a:lnTo>
                  <a:pt x="107061" y="139573"/>
                </a:lnTo>
                <a:lnTo>
                  <a:pt x="107314" y="139700"/>
                </a:lnTo>
                <a:lnTo>
                  <a:pt x="107314" y="148716"/>
                </a:lnTo>
                <a:lnTo>
                  <a:pt x="104393" y="154686"/>
                </a:lnTo>
                <a:lnTo>
                  <a:pt x="101473" y="163702"/>
                </a:lnTo>
                <a:lnTo>
                  <a:pt x="98551" y="169672"/>
                </a:lnTo>
                <a:lnTo>
                  <a:pt x="92582" y="175640"/>
                </a:lnTo>
                <a:lnTo>
                  <a:pt x="80644" y="181482"/>
                </a:lnTo>
                <a:lnTo>
                  <a:pt x="121460" y="181482"/>
                </a:lnTo>
                <a:lnTo>
                  <a:pt x="126111" y="175260"/>
                </a:lnTo>
                <a:lnTo>
                  <a:pt x="132080" y="163194"/>
                </a:lnTo>
                <a:lnTo>
                  <a:pt x="132080" y="157225"/>
                </a:lnTo>
                <a:lnTo>
                  <a:pt x="135000" y="154304"/>
                </a:lnTo>
                <a:lnTo>
                  <a:pt x="135000" y="126873"/>
                </a:lnTo>
                <a:lnTo>
                  <a:pt x="132080" y="114807"/>
                </a:lnTo>
                <a:lnTo>
                  <a:pt x="126111" y="102742"/>
                </a:lnTo>
                <a:lnTo>
                  <a:pt x="122916" y="97916"/>
                </a:lnTo>
                <a:close/>
              </a:path>
              <a:path w="135000" h="205104">
                <a:moveTo>
                  <a:pt x="68833" y="72898"/>
                </a:moveTo>
                <a:lnTo>
                  <a:pt x="59817" y="75818"/>
                </a:lnTo>
                <a:lnTo>
                  <a:pt x="47751" y="78739"/>
                </a:lnTo>
                <a:lnTo>
                  <a:pt x="38735" y="81661"/>
                </a:lnTo>
                <a:lnTo>
                  <a:pt x="29844" y="90550"/>
                </a:lnTo>
                <a:lnTo>
                  <a:pt x="26924" y="96519"/>
                </a:lnTo>
                <a:lnTo>
                  <a:pt x="121991" y="96519"/>
                </a:lnTo>
                <a:lnTo>
                  <a:pt x="120142" y="93725"/>
                </a:lnTo>
                <a:lnTo>
                  <a:pt x="108076" y="84709"/>
                </a:lnTo>
                <a:lnTo>
                  <a:pt x="96012" y="78739"/>
                </a:lnTo>
                <a:lnTo>
                  <a:pt x="83946" y="75818"/>
                </a:lnTo>
                <a:lnTo>
                  <a:pt x="68833" y="72898"/>
                </a:lnTo>
                <a:close/>
              </a:path>
              <a:path w="135000" h="205104">
                <a:moveTo>
                  <a:pt x="124681" y="24511"/>
                </a:moveTo>
                <a:lnTo>
                  <a:pt x="80644" y="24511"/>
                </a:lnTo>
                <a:lnTo>
                  <a:pt x="86613" y="27431"/>
                </a:lnTo>
                <a:lnTo>
                  <a:pt x="95631" y="30352"/>
                </a:lnTo>
                <a:lnTo>
                  <a:pt x="98551" y="33274"/>
                </a:lnTo>
                <a:lnTo>
                  <a:pt x="101473" y="33274"/>
                </a:lnTo>
                <a:lnTo>
                  <a:pt x="107314" y="45212"/>
                </a:lnTo>
                <a:lnTo>
                  <a:pt x="107314" y="54228"/>
                </a:lnTo>
                <a:lnTo>
                  <a:pt x="134746" y="54228"/>
                </a:lnTo>
                <a:lnTo>
                  <a:pt x="134874" y="53593"/>
                </a:lnTo>
                <a:lnTo>
                  <a:pt x="134874" y="47625"/>
                </a:lnTo>
                <a:lnTo>
                  <a:pt x="129031" y="35687"/>
                </a:lnTo>
                <a:lnTo>
                  <a:pt x="126111" y="26669"/>
                </a:lnTo>
                <a:lnTo>
                  <a:pt x="124681" y="245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bk object 35"/>
          <p:cNvSpPr/>
          <p:nvPr/>
        </p:nvSpPr>
        <p:spPr>
          <a:xfrm>
            <a:off x="2106000" y="2179080"/>
            <a:ext cx="28080" cy="192960"/>
          </a:xfrm>
          <a:custGeom>
            <a:avLst/>
            <a:gdLst>
              <a:gd name="textAreaLeft" fmla="*/ 0 w 28080"/>
              <a:gd name="textAreaRight" fmla="*/ 28800 w 2808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28722" h="193675">
                <a:moveTo>
                  <a:pt x="28722" y="193548"/>
                </a:moveTo>
              </a:path>
              <a:path w="28722" h="193675">
                <a:moveTo>
                  <a:pt x="137032" y="0"/>
                </a:moveTo>
                <a:lnTo>
                  <a:pt x="0" y="0"/>
                </a:lnTo>
                <a:lnTo>
                  <a:pt x="0" y="24256"/>
                </a:lnTo>
                <a:lnTo>
                  <a:pt x="109727" y="24256"/>
                </a:lnTo>
                <a:lnTo>
                  <a:pt x="97662" y="39370"/>
                </a:lnTo>
                <a:lnTo>
                  <a:pt x="91693" y="45338"/>
                </a:lnTo>
                <a:lnTo>
                  <a:pt x="79628" y="63500"/>
                </a:lnTo>
                <a:lnTo>
                  <a:pt x="67563" y="78612"/>
                </a:lnTo>
                <a:lnTo>
                  <a:pt x="55499" y="102870"/>
                </a:lnTo>
                <a:lnTo>
                  <a:pt x="46481" y="124078"/>
                </a:lnTo>
                <a:lnTo>
                  <a:pt x="40512" y="145287"/>
                </a:lnTo>
                <a:lnTo>
                  <a:pt x="34543" y="169545"/>
                </a:lnTo>
                <a:lnTo>
                  <a:pt x="31622" y="175513"/>
                </a:lnTo>
                <a:lnTo>
                  <a:pt x="28722" y="193548"/>
                </a:lnTo>
                <a:lnTo>
                  <a:pt x="59054" y="193548"/>
                </a:lnTo>
                <a:lnTo>
                  <a:pt x="61975" y="172338"/>
                </a:lnTo>
                <a:lnTo>
                  <a:pt x="61975" y="163322"/>
                </a:lnTo>
                <a:lnTo>
                  <a:pt x="67944" y="142112"/>
                </a:lnTo>
                <a:lnTo>
                  <a:pt x="70865" y="133096"/>
                </a:lnTo>
                <a:lnTo>
                  <a:pt x="73787" y="121030"/>
                </a:lnTo>
                <a:lnTo>
                  <a:pt x="82803" y="102870"/>
                </a:lnTo>
                <a:lnTo>
                  <a:pt x="94868" y="81661"/>
                </a:lnTo>
                <a:lnTo>
                  <a:pt x="103885" y="63500"/>
                </a:lnTo>
                <a:lnTo>
                  <a:pt x="115950" y="48387"/>
                </a:lnTo>
                <a:lnTo>
                  <a:pt x="121919" y="39370"/>
                </a:lnTo>
                <a:lnTo>
                  <a:pt x="137032" y="24256"/>
                </a:lnTo>
                <a:lnTo>
                  <a:pt x="1370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bk object 36"/>
          <p:cNvSpPr/>
          <p:nvPr/>
        </p:nvSpPr>
        <p:spPr>
          <a:xfrm>
            <a:off x="2107800" y="1636560"/>
            <a:ext cx="134640" cy="2001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135509" h="200913">
                <a:moveTo>
                  <a:pt x="32584" y="89815"/>
                </a:moveTo>
                <a:lnTo>
                  <a:pt x="26670" y="92709"/>
                </a:lnTo>
                <a:lnTo>
                  <a:pt x="23749" y="92709"/>
                </a:lnTo>
                <a:lnTo>
                  <a:pt x="17780" y="98678"/>
                </a:lnTo>
                <a:lnTo>
                  <a:pt x="11811" y="101600"/>
                </a:lnTo>
                <a:lnTo>
                  <a:pt x="5842" y="110616"/>
                </a:lnTo>
                <a:lnTo>
                  <a:pt x="0" y="128650"/>
                </a:lnTo>
                <a:lnTo>
                  <a:pt x="0" y="152907"/>
                </a:lnTo>
                <a:lnTo>
                  <a:pt x="2921" y="164972"/>
                </a:lnTo>
                <a:lnTo>
                  <a:pt x="11938" y="177037"/>
                </a:lnTo>
                <a:lnTo>
                  <a:pt x="29972" y="195071"/>
                </a:lnTo>
                <a:lnTo>
                  <a:pt x="54102" y="200913"/>
                </a:lnTo>
                <a:lnTo>
                  <a:pt x="81534" y="200913"/>
                </a:lnTo>
                <a:lnTo>
                  <a:pt x="90551" y="197992"/>
                </a:lnTo>
                <a:lnTo>
                  <a:pt x="105664" y="195071"/>
                </a:lnTo>
                <a:lnTo>
                  <a:pt x="123444" y="177291"/>
                </a:lnTo>
                <a:lnTo>
                  <a:pt x="53213" y="177291"/>
                </a:lnTo>
                <a:lnTo>
                  <a:pt x="47244" y="174370"/>
                </a:lnTo>
                <a:lnTo>
                  <a:pt x="44323" y="174370"/>
                </a:lnTo>
                <a:lnTo>
                  <a:pt x="32385" y="162432"/>
                </a:lnTo>
                <a:lnTo>
                  <a:pt x="29464" y="156463"/>
                </a:lnTo>
                <a:lnTo>
                  <a:pt x="26543" y="147446"/>
                </a:lnTo>
                <a:lnTo>
                  <a:pt x="26543" y="138429"/>
                </a:lnTo>
                <a:lnTo>
                  <a:pt x="26797" y="138429"/>
                </a:lnTo>
                <a:lnTo>
                  <a:pt x="26859" y="129412"/>
                </a:lnTo>
                <a:lnTo>
                  <a:pt x="32639" y="117601"/>
                </a:lnTo>
                <a:lnTo>
                  <a:pt x="38608" y="111632"/>
                </a:lnTo>
                <a:lnTo>
                  <a:pt x="44577" y="108712"/>
                </a:lnTo>
                <a:lnTo>
                  <a:pt x="53594" y="105790"/>
                </a:lnTo>
                <a:lnTo>
                  <a:pt x="59563" y="102869"/>
                </a:lnTo>
                <a:lnTo>
                  <a:pt x="121406" y="102869"/>
                </a:lnTo>
                <a:lnTo>
                  <a:pt x="120650" y="101726"/>
                </a:lnTo>
                <a:lnTo>
                  <a:pt x="114681" y="98805"/>
                </a:lnTo>
                <a:lnTo>
                  <a:pt x="108712" y="92837"/>
                </a:lnTo>
                <a:lnTo>
                  <a:pt x="102743" y="89915"/>
                </a:lnTo>
                <a:lnTo>
                  <a:pt x="32893" y="89915"/>
                </a:lnTo>
                <a:lnTo>
                  <a:pt x="32584" y="89815"/>
                </a:lnTo>
                <a:close/>
              </a:path>
              <a:path w="135509" h="200913">
                <a:moveTo>
                  <a:pt x="121406" y="102869"/>
                </a:moveTo>
                <a:lnTo>
                  <a:pt x="74676" y="102869"/>
                </a:lnTo>
                <a:lnTo>
                  <a:pt x="92583" y="111632"/>
                </a:lnTo>
                <a:lnTo>
                  <a:pt x="101473" y="120522"/>
                </a:lnTo>
                <a:lnTo>
                  <a:pt x="101473" y="123443"/>
                </a:lnTo>
                <a:lnTo>
                  <a:pt x="104394" y="129412"/>
                </a:lnTo>
                <a:lnTo>
                  <a:pt x="107315" y="138429"/>
                </a:lnTo>
                <a:lnTo>
                  <a:pt x="104394" y="147446"/>
                </a:lnTo>
                <a:lnTo>
                  <a:pt x="104394" y="156463"/>
                </a:lnTo>
                <a:lnTo>
                  <a:pt x="98425" y="162432"/>
                </a:lnTo>
                <a:lnTo>
                  <a:pt x="95504" y="168401"/>
                </a:lnTo>
                <a:lnTo>
                  <a:pt x="89535" y="174370"/>
                </a:lnTo>
                <a:lnTo>
                  <a:pt x="83566" y="174370"/>
                </a:lnTo>
                <a:lnTo>
                  <a:pt x="80645" y="177291"/>
                </a:lnTo>
                <a:lnTo>
                  <a:pt x="123444" y="177291"/>
                </a:lnTo>
                <a:lnTo>
                  <a:pt x="123698" y="177037"/>
                </a:lnTo>
                <a:lnTo>
                  <a:pt x="129667" y="164972"/>
                </a:lnTo>
                <a:lnTo>
                  <a:pt x="135509" y="140842"/>
                </a:lnTo>
                <a:lnTo>
                  <a:pt x="132588" y="128777"/>
                </a:lnTo>
                <a:lnTo>
                  <a:pt x="132588" y="119760"/>
                </a:lnTo>
                <a:lnTo>
                  <a:pt x="121406" y="102869"/>
                </a:lnTo>
                <a:close/>
              </a:path>
              <a:path w="135509" h="200913">
                <a:moveTo>
                  <a:pt x="26797" y="138429"/>
                </a:moveTo>
                <a:lnTo>
                  <a:pt x="26543" y="138429"/>
                </a:lnTo>
                <a:lnTo>
                  <a:pt x="26797" y="138556"/>
                </a:lnTo>
                <a:close/>
              </a:path>
              <a:path w="135509" h="200913">
                <a:moveTo>
                  <a:pt x="103002" y="89788"/>
                </a:moveTo>
                <a:lnTo>
                  <a:pt x="32639" y="89788"/>
                </a:lnTo>
                <a:lnTo>
                  <a:pt x="32893" y="89915"/>
                </a:lnTo>
                <a:lnTo>
                  <a:pt x="102743" y="89915"/>
                </a:lnTo>
                <a:lnTo>
                  <a:pt x="103002" y="89788"/>
                </a:lnTo>
                <a:close/>
              </a:path>
              <a:path w="135509" h="200913">
                <a:moveTo>
                  <a:pt x="87503" y="0"/>
                </a:moveTo>
                <a:lnTo>
                  <a:pt x="44958" y="0"/>
                </a:lnTo>
                <a:lnTo>
                  <a:pt x="32893" y="5968"/>
                </a:lnTo>
                <a:lnTo>
                  <a:pt x="23876" y="11937"/>
                </a:lnTo>
                <a:lnTo>
                  <a:pt x="17907" y="17906"/>
                </a:lnTo>
                <a:lnTo>
                  <a:pt x="11938" y="26923"/>
                </a:lnTo>
                <a:lnTo>
                  <a:pt x="6096" y="38862"/>
                </a:lnTo>
                <a:lnTo>
                  <a:pt x="6096" y="60070"/>
                </a:lnTo>
                <a:lnTo>
                  <a:pt x="9017" y="69087"/>
                </a:lnTo>
                <a:lnTo>
                  <a:pt x="14986" y="78104"/>
                </a:lnTo>
                <a:lnTo>
                  <a:pt x="23876" y="86994"/>
                </a:lnTo>
                <a:lnTo>
                  <a:pt x="32584" y="89815"/>
                </a:lnTo>
                <a:lnTo>
                  <a:pt x="103002" y="89788"/>
                </a:lnTo>
                <a:lnTo>
                  <a:pt x="114681" y="84073"/>
                </a:lnTo>
                <a:lnTo>
                  <a:pt x="115823" y="82930"/>
                </a:lnTo>
                <a:lnTo>
                  <a:pt x="65659" y="82930"/>
                </a:lnTo>
                <a:lnTo>
                  <a:pt x="59690" y="80009"/>
                </a:lnTo>
                <a:lnTo>
                  <a:pt x="53721" y="80009"/>
                </a:lnTo>
                <a:lnTo>
                  <a:pt x="41783" y="74167"/>
                </a:lnTo>
                <a:lnTo>
                  <a:pt x="38862" y="71246"/>
                </a:lnTo>
                <a:lnTo>
                  <a:pt x="33020" y="59308"/>
                </a:lnTo>
                <a:lnTo>
                  <a:pt x="33020" y="50291"/>
                </a:lnTo>
                <a:lnTo>
                  <a:pt x="32893" y="50291"/>
                </a:lnTo>
                <a:lnTo>
                  <a:pt x="32893" y="44322"/>
                </a:lnTo>
                <a:lnTo>
                  <a:pt x="41656" y="26415"/>
                </a:lnTo>
                <a:lnTo>
                  <a:pt x="47625" y="23494"/>
                </a:lnTo>
                <a:lnTo>
                  <a:pt x="53594" y="23494"/>
                </a:lnTo>
                <a:lnTo>
                  <a:pt x="56515" y="20573"/>
                </a:lnTo>
                <a:lnTo>
                  <a:pt x="119367" y="20573"/>
                </a:lnTo>
                <a:lnTo>
                  <a:pt x="117602" y="17906"/>
                </a:lnTo>
                <a:lnTo>
                  <a:pt x="99568" y="5968"/>
                </a:lnTo>
                <a:lnTo>
                  <a:pt x="87503" y="0"/>
                </a:lnTo>
                <a:close/>
              </a:path>
              <a:path w="135509" h="200913">
                <a:moveTo>
                  <a:pt x="119367" y="20573"/>
                </a:moveTo>
                <a:lnTo>
                  <a:pt x="74676" y="20573"/>
                </a:lnTo>
                <a:lnTo>
                  <a:pt x="77597" y="23494"/>
                </a:lnTo>
                <a:lnTo>
                  <a:pt x="83566" y="23494"/>
                </a:lnTo>
                <a:lnTo>
                  <a:pt x="89535" y="26415"/>
                </a:lnTo>
                <a:lnTo>
                  <a:pt x="95504" y="32384"/>
                </a:lnTo>
                <a:lnTo>
                  <a:pt x="98425" y="38353"/>
                </a:lnTo>
                <a:lnTo>
                  <a:pt x="98425" y="44322"/>
                </a:lnTo>
                <a:lnTo>
                  <a:pt x="101346" y="50291"/>
                </a:lnTo>
                <a:lnTo>
                  <a:pt x="98425" y="59308"/>
                </a:lnTo>
                <a:lnTo>
                  <a:pt x="98425" y="65277"/>
                </a:lnTo>
                <a:lnTo>
                  <a:pt x="95504" y="71246"/>
                </a:lnTo>
                <a:lnTo>
                  <a:pt x="77597" y="80009"/>
                </a:lnTo>
                <a:lnTo>
                  <a:pt x="71628" y="80009"/>
                </a:lnTo>
                <a:lnTo>
                  <a:pt x="65659" y="82930"/>
                </a:lnTo>
                <a:lnTo>
                  <a:pt x="115823" y="82930"/>
                </a:lnTo>
                <a:lnTo>
                  <a:pt x="120650" y="78104"/>
                </a:lnTo>
                <a:lnTo>
                  <a:pt x="126492" y="60070"/>
                </a:lnTo>
                <a:lnTo>
                  <a:pt x="129413" y="48005"/>
                </a:lnTo>
                <a:lnTo>
                  <a:pt x="126461" y="38862"/>
                </a:lnTo>
                <a:lnTo>
                  <a:pt x="123571" y="26923"/>
                </a:lnTo>
                <a:lnTo>
                  <a:pt x="119367" y="205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bk object 37"/>
          <p:cNvSpPr/>
          <p:nvPr/>
        </p:nvSpPr>
        <p:spPr>
          <a:xfrm>
            <a:off x="2104200" y="1094040"/>
            <a:ext cx="137160" cy="204480"/>
          </a:xfrm>
          <a:custGeom>
            <a:avLst/>
            <a:gdLst>
              <a:gd name="textAreaLeft" fmla="*/ 0 w 137160"/>
              <a:gd name="textAreaRight" fmla="*/ 137880 w 13716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7922" h="205104">
                <a:moveTo>
                  <a:pt x="27431" y="150749"/>
                </a:moveTo>
                <a:lnTo>
                  <a:pt x="3175" y="150749"/>
                </a:lnTo>
                <a:lnTo>
                  <a:pt x="2667" y="151129"/>
                </a:lnTo>
                <a:lnTo>
                  <a:pt x="2667" y="169290"/>
                </a:lnTo>
                <a:lnTo>
                  <a:pt x="8636" y="178307"/>
                </a:lnTo>
                <a:lnTo>
                  <a:pt x="23622" y="193293"/>
                </a:lnTo>
                <a:lnTo>
                  <a:pt x="47625" y="205104"/>
                </a:lnTo>
                <a:lnTo>
                  <a:pt x="62737" y="205104"/>
                </a:lnTo>
                <a:lnTo>
                  <a:pt x="105029" y="193293"/>
                </a:lnTo>
                <a:lnTo>
                  <a:pt x="114576" y="180339"/>
                </a:lnTo>
                <a:lnTo>
                  <a:pt x="54102" y="180339"/>
                </a:lnTo>
                <a:lnTo>
                  <a:pt x="36194" y="171576"/>
                </a:lnTo>
                <a:lnTo>
                  <a:pt x="30353" y="159638"/>
                </a:lnTo>
                <a:lnTo>
                  <a:pt x="30353" y="156717"/>
                </a:lnTo>
                <a:lnTo>
                  <a:pt x="27431" y="150749"/>
                </a:lnTo>
                <a:close/>
              </a:path>
              <a:path w="137922" h="205104">
                <a:moveTo>
                  <a:pt x="136650" y="111378"/>
                </a:moveTo>
                <a:lnTo>
                  <a:pt x="110871" y="111378"/>
                </a:lnTo>
                <a:lnTo>
                  <a:pt x="107950" y="120395"/>
                </a:lnTo>
                <a:lnTo>
                  <a:pt x="107950" y="132460"/>
                </a:lnTo>
                <a:lnTo>
                  <a:pt x="105029" y="138429"/>
                </a:lnTo>
                <a:lnTo>
                  <a:pt x="87249" y="174498"/>
                </a:lnTo>
                <a:lnTo>
                  <a:pt x="78231" y="177418"/>
                </a:lnTo>
                <a:lnTo>
                  <a:pt x="72262" y="180339"/>
                </a:lnTo>
                <a:lnTo>
                  <a:pt x="114576" y="180339"/>
                </a:lnTo>
                <a:lnTo>
                  <a:pt x="123062" y="166115"/>
                </a:lnTo>
                <a:lnTo>
                  <a:pt x="132080" y="144906"/>
                </a:lnTo>
                <a:lnTo>
                  <a:pt x="135000" y="135889"/>
                </a:lnTo>
                <a:lnTo>
                  <a:pt x="135109" y="125856"/>
                </a:lnTo>
                <a:lnTo>
                  <a:pt x="136650" y="111378"/>
                </a:lnTo>
                <a:close/>
              </a:path>
              <a:path w="137922" h="205104">
                <a:moveTo>
                  <a:pt x="65912" y="0"/>
                </a:moveTo>
                <a:lnTo>
                  <a:pt x="41782" y="5841"/>
                </a:lnTo>
                <a:lnTo>
                  <a:pt x="17653" y="17779"/>
                </a:lnTo>
                <a:lnTo>
                  <a:pt x="11811" y="29717"/>
                </a:lnTo>
                <a:lnTo>
                  <a:pt x="5842" y="35686"/>
                </a:lnTo>
                <a:lnTo>
                  <a:pt x="5842" y="41655"/>
                </a:lnTo>
                <a:lnTo>
                  <a:pt x="123" y="65276"/>
                </a:lnTo>
                <a:lnTo>
                  <a:pt x="0" y="80899"/>
                </a:lnTo>
                <a:lnTo>
                  <a:pt x="20828" y="116966"/>
                </a:lnTo>
                <a:lnTo>
                  <a:pt x="53975" y="131825"/>
                </a:lnTo>
                <a:lnTo>
                  <a:pt x="72136" y="131825"/>
                </a:lnTo>
                <a:lnTo>
                  <a:pt x="78105" y="128904"/>
                </a:lnTo>
                <a:lnTo>
                  <a:pt x="96138" y="123062"/>
                </a:lnTo>
                <a:lnTo>
                  <a:pt x="104902" y="114300"/>
                </a:lnTo>
                <a:lnTo>
                  <a:pt x="110871" y="111378"/>
                </a:lnTo>
                <a:lnTo>
                  <a:pt x="136650" y="111378"/>
                </a:lnTo>
                <a:lnTo>
                  <a:pt x="137097" y="107187"/>
                </a:lnTo>
                <a:lnTo>
                  <a:pt x="57150" y="107187"/>
                </a:lnTo>
                <a:lnTo>
                  <a:pt x="54229" y="104266"/>
                </a:lnTo>
                <a:lnTo>
                  <a:pt x="51307" y="104266"/>
                </a:lnTo>
                <a:lnTo>
                  <a:pt x="42291" y="101345"/>
                </a:lnTo>
                <a:lnTo>
                  <a:pt x="39369" y="95376"/>
                </a:lnTo>
                <a:lnTo>
                  <a:pt x="33400" y="89407"/>
                </a:lnTo>
                <a:lnTo>
                  <a:pt x="30480" y="83438"/>
                </a:lnTo>
                <a:lnTo>
                  <a:pt x="27559" y="74421"/>
                </a:lnTo>
                <a:lnTo>
                  <a:pt x="27559" y="65404"/>
                </a:lnTo>
                <a:lnTo>
                  <a:pt x="27431" y="65276"/>
                </a:lnTo>
                <a:lnTo>
                  <a:pt x="27431" y="56260"/>
                </a:lnTo>
                <a:lnTo>
                  <a:pt x="33274" y="44323"/>
                </a:lnTo>
                <a:lnTo>
                  <a:pt x="33274" y="41401"/>
                </a:lnTo>
                <a:lnTo>
                  <a:pt x="39243" y="35432"/>
                </a:lnTo>
                <a:lnTo>
                  <a:pt x="42163" y="29463"/>
                </a:lnTo>
                <a:lnTo>
                  <a:pt x="51181" y="26542"/>
                </a:lnTo>
                <a:lnTo>
                  <a:pt x="57150" y="23621"/>
                </a:lnTo>
                <a:lnTo>
                  <a:pt x="118523" y="23621"/>
                </a:lnTo>
                <a:lnTo>
                  <a:pt x="117093" y="20700"/>
                </a:lnTo>
                <a:lnTo>
                  <a:pt x="105029" y="11683"/>
                </a:lnTo>
                <a:lnTo>
                  <a:pt x="93091" y="5841"/>
                </a:lnTo>
                <a:lnTo>
                  <a:pt x="81025" y="2920"/>
                </a:lnTo>
                <a:lnTo>
                  <a:pt x="65912" y="0"/>
                </a:lnTo>
                <a:close/>
              </a:path>
              <a:path w="137922" h="205104">
                <a:moveTo>
                  <a:pt x="118523" y="23621"/>
                </a:moveTo>
                <a:lnTo>
                  <a:pt x="78359" y="23621"/>
                </a:lnTo>
                <a:lnTo>
                  <a:pt x="84328" y="26542"/>
                </a:lnTo>
                <a:lnTo>
                  <a:pt x="93344" y="29463"/>
                </a:lnTo>
                <a:lnTo>
                  <a:pt x="99313" y="35432"/>
                </a:lnTo>
                <a:lnTo>
                  <a:pt x="102235" y="41401"/>
                </a:lnTo>
                <a:lnTo>
                  <a:pt x="105156" y="50418"/>
                </a:lnTo>
                <a:lnTo>
                  <a:pt x="108014" y="56260"/>
                </a:lnTo>
                <a:lnTo>
                  <a:pt x="107984" y="65785"/>
                </a:lnTo>
                <a:lnTo>
                  <a:pt x="105156" y="77469"/>
                </a:lnTo>
                <a:lnTo>
                  <a:pt x="105156" y="83438"/>
                </a:lnTo>
                <a:lnTo>
                  <a:pt x="102235" y="89407"/>
                </a:lnTo>
                <a:lnTo>
                  <a:pt x="90297" y="101345"/>
                </a:lnTo>
                <a:lnTo>
                  <a:pt x="81280" y="104266"/>
                </a:lnTo>
                <a:lnTo>
                  <a:pt x="75311" y="107187"/>
                </a:lnTo>
                <a:lnTo>
                  <a:pt x="137097" y="107187"/>
                </a:lnTo>
                <a:lnTo>
                  <a:pt x="137922" y="99440"/>
                </a:lnTo>
                <a:lnTo>
                  <a:pt x="137922" y="72008"/>
                </a:lnTo>
                <a:lnTo>
                  <a:pt x="131953" y="53848"/>
                </a:lnTo>
                <a:lnTo>
                  <a:pt x="125984" y="32638"/>
                </a:lnTo>
                <a:lnTo>
                  <a:pt x="120015" y="26669"/>
                </a:lnTo>
                <a:lnTo>
                  <a:pt x="118523" y="23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bk object 38"/>
          <p:cNvSpPr/>
          <p:nvPr/>
        </p:nvSpPr>
        <p:spPr>
          <a:xfrm>
            <a:off x="1991520" y="55440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1881" h="201040">
                <a:moveTo>
                  <a:pt x="71881" y="0"/>
                </a:moveTo>
                <a:lnTo>
                  <a:pt x="53721" y="0"/>
                </a:lnTo>
                <a:lnTo>
                  <a:pt x="50800" y="9016"/>
                </a:lnTo>
                <a:lnTo>
                  <a:pt x="47879" y="14985"/>
                </a:lnTo>
                <a:lnTo>
                  <a:pt x="44958" y="24002"/>
                </a:lnTo>
                <a:lnTo>
                  <a:pt x="42037" y="26923"/>
                </a:lnTo>
                <a:lnTo>
                  <a:pt x="24130" y="35686"/>
                </a:lnTo>
                <a:lnTo>
                  <a:pt x="15112" y="35686"/>
                </a:lnTo>
                <a:lnTo>
                  <a:pt x="0" y="38607"/>
                </a:lnTo>
                <a:lnTo>
                  <a:pt x="0" y="56768"/>
                </a:lnTo>
                <a:lnTo>
                  <a:pt x="45593" y="56768"/>
                </a:lnTo>
                <a:lnTo>
                  <a:pt x="45593" y="199897"/>
                </a:lnTo>
                <a:lnTo>
                  <a:pt x="44450" y="201040"/>
                </a:lnTo>
                <a:lnTo>
                  <a:pt x="71881" y="201040"/>
                </a:lnTo>
                <a:lnTo>
                  <a:pt x="718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bk object 39"/>
          <p:cNvSpPr/>
          <p:nvPr/>
        </p:nvSpPr>
        <p:spPr>
          <a:xfrm>
            <a:off x="2107080" y="553680"/>
            <a:ext cx="134640" cy="2048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840"/>
              <a:gd name="textAreaBottom" fmla="*/ 205560 h 204840"/>
            </a:gdLst>
            <a:ahLst/>
            <a:cxnLst/>
            <a:rect l="textAreaLeft" t="textAreaTop" r="textAreaRight" b="textAreaBottom"/>
            <a:pathLst>
              <a:path w="135509" h="205611">
                <a:moveTo>
                  <a:pt x="81534" y="0"/>
                </a:moveTo>
                <a:lnTo>
                  <a:pt x="54102" y="0"/>
                </a:lnTo>
                <a:lnTo>
                  <a:pt x="29972" y="11938"/>
                </a:lnTo>
                <a:lnTo>
                  <a:pt x="17906" y="20954"/>
                </a:lnTo>
                <a:lnTo>
                  <a:pt x="11937" y="33020"/>
                </a:lnTo>
                <a:lnTo>
                  <a:pt x="2921" y="54228"/>
                </a:lnTo>
                <a:lnTo>
                  <a:pt x="0" y="75438"/>
                </a:lnTo>
                <a:lnTo>
                  <a:pt x="0" y="102870"/>
                </a:lnTo>
                <a:lnTo>
                  <a:pt x="254" y="102870"/>
                </a:lnTo>
                <a:lnTo>
                  <a:pt x="254" y="130301"/>
                </a:lnTo>
                <a:lnTo>
                  <a:pt x="3175" y="151511"/>
                </a:lnTo>
                <a:lnTo>
                  <a:pt x="12192" y="169672"/>
                </a:lnTo>
                <a:lnTo>
                  <a:pt x="18161" y="184785"/>
                </a:lnTo>
                <a:lnTo>
                  <a:pt x="30225" y="193801"/>
                </a:lnTo>
                <a:lnTo>
                  <a:pt x="42291" y="199771"/>
                </a:lnTo>
                <a:lnTo>
                  <a:pt x="66421" y="205611"/>
                </a:lnTo>
                <a:lnTo>
                  <a:pt x="81534" y="202692"/>
                </a:lnTo>
                <a:lnTo>
                  <a:pt x="93599" y="199771"/>
                </a:lnTo>
                <a:lnTo>
                  <a:pt x="105663" y="193801"/>
                </a:lnTo>
                <a:lnTo>
                  <a:pt x="114681" y="184785"/>
                </a:lnTo>
                <a:lnTo>
                  <a:pt x="116726" y="181355"/>
                </a:lnTo>
                <a:lnTo>
                  <a:pt x="57023" y="181355"/>
                </a:lnTo>
                <a:lnTo>
                  <a:pt x="51054" y="178435"/>
                </a:lnTo>
                <a:lnTo>
                  <a:pt x="39243" y="166624"/>
                </a:lnTo>
                <a:lnTo>
                  <a:pt x="33274" y="157606"/>
                </a:lnTo>
                <a:lnTo>
                  <a:pt x="30353" y="139446"/>
                </a:lnTo>
                <a:lnTo>
                  <a:pt x="27431" y="124333"/>
                </a:lnTo>
                <a:lnTo>
                  <a:pt x="27305" y="78611"/>
                </a:lnTo>
                <a:lnTo>
                  <a:pt x="30225" y="66548"/>
                </a:lnTo>
                <a:lnTo>
                  <a:pt x="33147" y="48387"/>
                </a:lnTo>
                <a:lnTo>
                  <a:pt x="39116" y="39370"/>
                </a:lnTo>
                <a:lnTo>
                  <a:pt x="50927" y="27559"/>
                </a:lnTo>
                <a:lnTo>
                  <a:pt x="56896" y="24638"/>
                </a:lnTo>
                <a:lnTo>
                  <a:pt x="117433" y="24638"/>
                </a:lnTo>
                <a:lnTo>
                  <a:pt x="114681" y="20954"/>
                </a:lnTo>
                <a:lnTo>
                  <a:pt x="105663" y="11938"/>
                </a:lnTo>
                <a:lnTo>
                  <a:pt x="81534" y="0"/>
                </a:lnTo>
                <a:close/>
              </a:path>
              <a:path w="135509" h="205611">
                <a:moveTo>
                  <a:pt x="117433" y="24638"/>
                </a:moveTo>
                <a:lnTo>
                  <a:pt x="75056" y="24638"/>
                </a:lnTo>
                <a:lnTo>
                  <a:pt x="84074" y="27559"/>
                </a:lnTo>
                <a:lnTo>
                  <a:pt x="96012" y="39497"/>
                </a:lnTo>
                <a:lnTo>
                  <a:pt x="101981" y="48514"/>
                </a:lnTo>
                <a:lnTo>
                  <a:pt x="104902" y="66675"/>
                </a:lnTo>
                <a:lnTo>
                  <a:pt x="107823" y="81788"/>
                </a:lnTo>
                <a:lnTo>
                  <a:pt x="107823" y="124333"/>
                </a:lnTo>
                <a:lnTo>
                  <a:pt x="104902" y="139446"/>
                </a:lnTo>
                <a:lnTo>
                  <a:pt x="101981" y="157606"/>
                </a:lnTo>
                <a:lnTo>
                  <a:pt x="96012" y="166624"/>
                </a:lnTo>
                <a:lnTo>
                  <a:pt x="84200" y="178435"/>
                </a:lnTo>
                <a:lnTo>
                  <a:pt x="75184" y="181355"/>
                </a:lnTo>
                <a:lnTo>
                  <a:pt x="116726" y="181355"/>
                </a:lnTo>
                <a:lnTo>
                  <a:pt x="123698" y="169672"/>
                </a:lnTo>
                <a:lnTo>
                  <a:pt x="129667" y="151511"/>
                </a:lnTo>
                <a:lnTo>
                  <a:pt x="132587" y="130301"/>
                </a:lnTo>
                <a:lnTo>
                  <a:pt x="135509" y="102870"/>
                </a:lnTo>
                <a:lnTo>
                  <a:pt x="132587" y="75438"/>
                </a:lnTo>
                <a:lnTo>
                  <a:pt x="129667" y="54228"/>
                </a:lnTo>
                <a:lnTo>
                  <a:pt x="123698" y="33020"/>
                </a:lnTo>
                <a:lnTo>
                  <a:pt x="117433" y="246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40"/>
          <p:cNvSpPr/>
          <p:nvPr/>
        </p:nvSpPr>
        <p:spPr>
          <a:xfrm>
            <a:off x="2341800" y="6124680"/>
            <a:ext cx="6009840" cy="360"/>
          </a:xfrm>
          <a:custGeom>
            <a:avLst/>
            <a:gdLst>
              <a:gd name="textAreaLeft" fmla="*/ 0 w 6009840"/>
              <a:gd name="textAreaRight" fmla="*/ 6010560 w 600984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6010529">
                <a:moveTo>
                  <a:pt x="6010529" y="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41"/>
          <p:cNvSpPr/>
          <p:nvPr/>
        </p:nvSpPr>
        <p:spPr>
          <a:xfrm>
            <a:off x="2387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42"/>
          <p:cNvSpPr/>
          <p:nvPr/>
        </p:nvSpPr>
        <p:spPr>
          <a:xfrm>
            <a:off x="29818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43"/>
          <p:cNvSpPr/>
          <p:nvPr/>
        </p:nvSpPr>
        <p:spPr>
          <a:xfrm>
            <a:off x="35733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44"/>
          <p:cNvSpPr/>
          <p:nvPr/>
        </p:nvSpPr>
        <p:spPr>
          <a:xfrm>
            <a:off x="41644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bk object 45"/>
          <p:cNvSpPr/>
          <p:nvPr/>
        </p:nvSpPr>
        <p:spPr>
          <a:xfrm>
            <a:off x="47559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bk object 46"/>
          <p:cNvSpPr/>
          <p:nvPr/>
        </p:nvSpPr>
        <p:spPr>
          <a:xfrm>
            <a:off x="53470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bk object 47"/>
          <p:cNvSpPr/>
          <p:nvPr/>
        </p:nvSpPr>
        <p:spPr>
          <a:xfrm>
            <a:off x="59385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bk object 48"/>
          <p:cNvSpPr/>
          <p:nvPr/>
        </p:nvSpPr>
        <p:spPr>
          <a:xfrm>
            <a:off x="65329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bk object 49"/>
          <p:cNvSpPr/>
          <p:nvPr/>
        </p:nvSpPr>
        <p:spPr>
          <a:xfrm>
            <a:off x="71240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bk object 50"/>
          <p:cNvSpPr/>
          <p:nvPr/>
        </p:nvSpPr>
        <p:spPr>
          <a:xfrm>
            <a:off x="7715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bk object 51"/>
          <p:cNvSpPr/>
          <p:nvPr/>
        </p:nvSpPr>
        <p:spPr>
          <a:xfrm>
            <a:off x="83066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52"/>
          <p:cNvSpPr/>
          <p:nvPr/>
        </p:nvSpPr>
        <p:spPr>
          <a:xfrm>
            <a:off x="220428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7" y="26924"/>
                </a:lnTo>
                <a:lnTo>
                  <a:pt x="12318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29845" y="193675"/>
                </a:lnTo>
                <a:lnTo>
                  <a:pt x="53975" y="202565"/>
                </a:lnTo>
                <a:lnTo>
                  <a:pt x="81406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7602" y="181610"/>
                </a:lnTo>
                <a:lnTo>
                  <a:pt x="69850" y="181483"/>
                </a:lnTo>
                <a:lnTo>
                  <a:pt x="60833" y="178562"/>
                </a:lnTo>
                <a:lnTo>
                  <a:pt x="54864" y="178562"/>
                </a:lnTo>
                <a:lnTo>
                  <a:pt x="45847" y="172593"/>
                </a:lnTo>
                <a:lnTo>
                  <a:pt x="39878" y="166624"/>
                </a:lnTo>
                <a:lnTo>
                  <a:pt x="36956" y="154559"/>
                </a:lnTo>
                <a:lnTo>
                  <a:pt x="30987" y="139446"/>
                </a:lnTo>
                <a:lnTo>
                  <a:pt x="30987" y="124333"/>
                </a:lnTo>
                <a:lnTo>
                  <a:pt x="28067" y="103124"/>
                </a:lnTo>
                <a:lnTo>
                  <a:pt x="27940" y="102616"/>
                </a:lnTo>
                <a:lnTo>
                  <a:pt x="30861" y="78359"/>
                </a:lnTo>
                <a:lnTo>
                  <a:pt x="30861" y="63246"/>
                </a:lnTo>
                <a:lnTo>
                  <a:pt x="36830" y="48133"/>
                </a:lnTo>
                <a:lnTo>
                  <a:pt x="39751" y="39116"/>
                </a:lnTo>
                <a:lnTo>
                  <a:pt x="45720" y="30099"/>
                </a:lnTo>
                <a:lnTo>
                  <a:pt x="54737" y="27178"/>
                </a:lnTo>
                <a:lnTo>
                  <a:pt x="60706" y="24257"/>
                </a:lnTo>
                <a:lnTo>
                  <a:pt x="119344" y="24257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509" h="202564">
                <a:moveTo>
                  <a:pt x="119344" y="24257"/>
                </a:moveTo>
                <a:lnTo>
                  <a:pt x="78867" y="24257"/>
                </a:lnTo>
                <a:lnTo>
                  <a:pt x="90805" y="30099"/>
                </a:lnTo>
                <a:lnTo>
                  <a:pt x="102743" y="48133"/>
                </a:lnTo>
                <a:lnTo>
                  <a:pt x="108712" y="63246"/>
                </a:lnTo>
                <a:lnTo>
                  <a:pt x="108712" y="139446"/>
                </a:lnTo>
                <a:lnTo>
                  <a:pt x="102743" y="154559"/>
                </a:lnTo>
                <a:lnTo>
                  <a:pt x="96774" y="166624"/>
                </a:lnTo>
                <a:lnTo>
                  <a:pt x="84836" y="178562"/>
                </a:lnTo>
                <a:lnTo>
                  <a:pt x="78867" y="178562"/>
                </a:lnTo>
                <a:lnTo>
                  <a:pt x="69850" y="181483"/>
                </a:lnTo>
                <a:lnTo>
                  <a:pt x="117664" y="181483"/>
                </a:lnTo>
                <a:lnTo>
                  <a:pt x="123571" y="169545"/>
                </a:lnTo>
                <a:lnTo>
                  <a:pt x="132587" y="148336"/>
                </a:lnTo>
                <a:lnTo>
                  <a:pt x="135509" y="130175"/>
                </a:lnTo>
                <a:lnTo>
                  <a:pt x="135491" y="75184"/>
                </a:lnTo>
                <a:lnTo>
                  <a:pt x="132587" y="54102"/>
                </a:lnTo>
                <a:lnTo>
                  <a:pt x="123571" y="32893"/>
                </a:lnTo>
                <a:lnTo>
                  <a:pt x="119344" y="24257"/>
                </a:lnTo>
                <a:close/>
              </a:path>
              <a:path w="135509" h="202564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53"/>
          <p:cNvSpPr/>
          <p:nvPr/>
        </p:nvSpPr>
        <p:spPr>
          <a:xfrm>
            <a:off x="237240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2" h="33401">
                <a:moveTo>
                  <a:pt x="0" y="16700"/>
                </a:moveTo>
                <a:lnTo>
                  <a:pt x="3035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54"/>
          <p:cNvSpPr/>
          <p:nvPr/>
        </p:nvSpPr>
        <p:spPr>
          <a:xfrm>
            <a:off x="243252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361" h="202564">
                <a:moveTo>
                  <a:pt x="93472" y="2920"/>
                </a:moveTo>
                <a:lnTo>
                  <a:pt x="42163" y="2920"/>
                </a:lnTo>
                <a:lnTo>
                  <a:pt x="36194" y="5841"/>
                </a:lnTo>
                <a:lnTo>
                  <a:pt x="21208" y="20827"/>
                </a:lnTo>
                <a:lnTo>
                  <a:pt x="18287" y="26796"/>
                </a:lnTo>
                <a:lnTo>
                  <a:pt x="12318" y="32765"/>
                </a:lnTo>
                <a:lnTo>
                  <a:pt x="9398" y="41782"/>
                </a:lnTo>
                <a:lnTo>
                  <a:pt x="6476" y="53847"/>
                </a:lnTo>
                <a:lnTo>
                  <a:pt x="3528" y="75310"/>
                </a:lnTo>
                <a:lnTo>
                  <a:pt x="635" y="102488"/>
                </a:lnTo>
                <a:lnTo>
                  <a:pt x="0" y="102869"/>
                </a:lnTo>
                <a:lnTo>
                  <a:pt x="5842" y="148462"/>
                </a:lnTo>
                <a:lnTo>
                  <a:pt x="29844" y="193801"/>
                </a:lnTo>
                <a:lnTo>
                  <a:pt x="53848" y="202564"/>
                </a:lnTo>
                <a:lnTo>
                  <a:pt x="81280" y="202564"/>
                </a:lnTo>
                <a:lnTo>
                  <a:pt x="93344" y="199643"/>
                </a:lnTo>
                <a:lnTo>
                  <a:pt x="105410" y="193674"/>
                </a:lnTo>
                <a:lnTo>
                  <a:pt x="117475" y="181609"/>
                </a:lnTo>
                <a:lnTo>
                  <a:pt x="117537" y="181482"/>
                </a:lnTo>
                <a:lnTo>
                  <a:pt x="69976" y="181482"/>
                </a:lnTo>
                <a:lnTo>
                  <a:pt x="60960" y="178561"/>
                </a:lnTo>
                <a:lnTo>
                  <a:pt x="54991" y="178561"/>
                </a:lnTo>
                <a:lnTo>
                  <a:pt x="45974" y="172592"/>
                </a:lnTo>
                <a:lnTo>
                  <a:pt x="40005" y="166611"/>
                </a:lnTo>
                <a:lnTo>
                  <a:pt x="37083" y="160654"/>
                </a:lnTo>
                <a:lnTo>
                  <a:pt x="37033" y="154558"/>
                </a:lnTo>
                <a:lnTo>
                  <a:pt x="31114" y="139572"/>
                </a:lnTo>
                <a:lnTo>
                  <a:pt x="31114" y="124459"/>
                </a:lnTo>
                <a:lnTo>
                  <a:pt x="28193" y="103250"/>
                </a:lnTo>
                <a:lnTo>
                  <a:pt x="28067" y="102488"/>
                </a:lnTo>
                <a:lnTo>
                  <a:pt x="30987" y="78231"/>
                </a:lnTo>
                <a:lnTo>
                  <a:pt x="30987" y="63118"/>
                </a:lnTo>
                <a:lnTo>
                  <a:pt x="36906" y="48132"/>
                </a:lnTo>
                <a:lnTo>
                  <a:pt x="36956" y="42036"/>
                </a:lnTo>
                <a:lnTo>
                  <a:pt x="39878" y="39115"/>
                </a:lnTo>
                <a:lnTo>
                  <a:pt x="45847" y="30086"/>
                </a:lnTo>
                <a:lnTo>
                  <a:pt x="54863" y="27177"/>
                </a:lnTo>
                <a:lnTo>
                  <a:pt x="60832" y="24256"/>
                </a:lnTo>
                <a:lnTo>
                  <a:pt x="119217" y="24256"/>
                </a:lnTo>
                <a:lnTo>
                  <a:pt x="117601" y="20954"/>
                </a:lnTo>
                <a:lnTo>
                  <a:pt x="93472" y="2920"/>
                </a:lnTo>
                <a:close/>
              </a:path>
              <a:path w="135361" h="202564">
                <a:moveTo>
                  <a:pt x="119217" y="24256"/>
                </a:moveTo>
                <a:lnTo>
                  <a:pt x="78993" y="24256"/>
                </a:lnTo>
                <a:lnTo>
                  <a:pt x="90931" y="30086"/>
                </a:lnTo>
                <a:lnTo>
                  <a:pt x="102869" y="48132"/>
                </a:lnTo>
                <a:lnTo>
                  <a:pt x="108788" y="63118"/>
                </a:lnTo>
                <a:lnTo>
                  <a:pt x="108788" y="139572"/>
                </a:lnTo>
                <a:lnTo>
                  <a:pt x="102807" y="154685"/>
                </a:lnTo>
                <a:lnTo>
                  <a:pt x="96900" y="166611"/>
                </a:lnTo>
                <a:lnTo>
                  <a:pt x="84962" y="178561"/>
                </a:lnTo>
                <a:lnTo>
                  <a:pt x="78993" y="178561"/>
                </a:lnTo>
                <a:lnTo>
                  <a:pt x="69976" y="181482"/>
                </a:lnTo>
                <a:lnTo>
                  <a:pt x="117537" y="181482"/>
                </a:lnTo>
                <a:lnTo>
                  <a:pt x="123443" y="169544"/>
                </a:lnTo>
                <a:lnTo>
                  <a:pt x="132461" y="148335"/>
                </a:lnTo>
                <a:lnTo>
                  <a:pt x="135361" y="130301"/>
                </a:lnTo>
                <a:lnTo>
                  <a:pt x="135347" y="75056"/>
                </a:lnTo>
                <a:lnTo>
                  <a:pt x="132461" y="54101"/>
                </a:lnTo>
                <a:lnTo>
                  <a:pt x="123381" y="32765"/>
                </a:lnTo>
                <a:lnTo>
                  <a:pt x="119217" y="24256"/>
                </a:lnTo>
                <a:close/>
              </a:path>
              <a:path w="135361" h="202564">
                <a:moveTo>
                  <a:pt x="81533" y="0"/>
                </a:moveTo>
                <a:lnTo>
                  <a:pt x="54101" y="0"/>
                </a:lnTo>
                <a:lnTo>
                  <a:pt x="48132" y="2920"/>
                </a:lnTo>
                <a:lnTo>
                  <a:pt x="87503" y="2920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bk object 55"/>
          <p:cNvSpPr/>
          <p:nvPr/>
        </p:nvSpPr>
        <p:spPr>
          <a:xfrm>
            <a:off x="2816640" y="6293160"/>
            <a:ext cx="137520" cy="20196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8289" h="202564">
                <a:moveTo>
                  <a:pt x="96519" y="2921"/>
                </a:moveTo>
                <a:lnTo>
                  <a:pt x="45338" y="2921"/>
                </a:lnTo>
                <a:lnTo>
                  <a:pt x="21208" y="20955"/>
                </a:lnTo>
                <a:lnTo>
                  <a:pt x="15367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32893" y="193675"/>
                </a:lnTo>
                <a:lnTo>
                  <a:pt x="53975" y="202565"/>
                </a:lnTo>
                <a:lnTo>
                  <a:pt x="84328" y="202565"/>
                </a:lnTo>
                <a:lnTo>
                  <a:pt x="96393" y="199644"/>
                </a:lnTo>
                <a:lnTo>
                  <a:pt x="105410" y="193675"/>
                </a:lnTo>
                <a:lnTo>
                  <a:pt x="117475" y="181610"/>
                </a:lnTo>
                <a:lnTo>
                  <a:pt x="117854" y="181102"/>
                </a:lnTo>
                <a:lnTo>
                  <a:pt x="69976" y="181102"/>
                </a:lnTo>
                <a:lnTo>
                  <a:pt x="60960" y="178181"/>
                </a:lnTo>
                <a:lnTo>
                  <a:pt x="54991" y="178181"/>
                </a:lnTo>
                <a:lnTo>
                  <a:pt x="45974" y="172212"/>
                </a:lnTo>
                <a:lnTo>
                  <a:pt x="40005" y="166243"/>
                </a:lnTo>
                <a:lnTo>
                  <a:pt x="37083" y="160274"/>
                </a:lnTo>
                <a:lnTo>
                  <a:pt x="37033" y="154178"/>
                </a:lnTo>
                <a:lnTo>
                  <a:pt x="31114" y="139192"/>
                </a:lnTo>
                <a:lnTo>
                  <a:pt x="31097" y="123952"/>
                </a:lnTo>
                <a:lnTo>
                  <a:pt x="28193" y="102870"/>
                </a:lnTo>
                <a:lnTo>
                  <a:pt x="28067" y="102616"/>
                </a:lnTo>
                <a:lnTo>
                  <a:pt x="30972" y="78486"/>
                </a:lnTo>
                <a:lnTo>
                  <a:pt x="30987" y="63246"/>
                </a:lnTo>
                <a:lnTo>
                  <a:pt x="36906" y="48260"/>
                </a:lnTo>
                <a:lnTo>
                  <a:pt x="36956" y="42164"/>
                </a:lnTo>
                <a:lnTo>
                  <a:pt x="39878" y="39243"/>
                </a:lnTo>
                <a:lnTo>
                  <a:pt x="45847" y="30213"/>
                </a:lnTo>
                <a:lnTo>
                  <a:pt x="54863" y="27305"/>
                </a:lnTo>
                <a:lnTo>
                  <a:pt x="60832" y="24384"/>
                </a:lnTo>
                <a:lnTo>
                  <a:pt x="119280" y="24384"/>
                </a:lnTo>
                <a:lnTo>
                  <a:pt x="117601" y="20955"/>
                </a:lnTo>
                <a:lnTo>
                  <a:pt x="105537" y="11938"/>
                </a:lnTo>
                <a:lnTo>
                  <a:pt x="96519" y="2921"/>
                </a:lnTo>
                <a:close/>
              </a:path>
              <a:path w="138289" h="202564">
                <a:moveTo>
                  <a:pt x="119280" y="24384"/>
                </a:moveTo>
                <a:lnTo>
                  <a:pt x="78993" y="24384"/>
                </a:lnTo>
                <a:lnTo>
                  <a:pt x="84962" y="27305"/>
                </a:lnTo>
                <a:lnTo>
                  <a:pt x="93980" y="30213"/>
                </a:lnTo>
                <a:lnTo>
                  <a:pt x="99949" y="39243"/>
                </a:lnTo>
                <a:lnTo>
                  <a:pt x="102869" y="48260"/>
                </a:lnTo>
                <a:lnTo>
                  <a:pt x="108788" y="63246"/>
                </a:lnTo>
                <a:lnTo>
                  <a:pt x="108838" y="78486"/>
                </a:lnTo>
                <a:lnTo>
                  <a:pt x="111744" y="102616"/>
                </a:lnTo>
                <a:lnTo>
                  <a:pt x="111742" y="102870"/>
                </a:lnTo>
                <a:lnTo>
                  <a:pt x="108838" y="123952"/>
                </a:lnTo>
                <a:lnTo>
                  <a:pt x="108788" y="139192"/>
                </a:lnTo>
                <a:lnTo>
                  <a:pt x="102869" y="154178"/>
                </a:lnTo>
                <a:lnTo>
                  <a:pt x="99949" y="166243"/>
                </a:lnTo>
                <a:lnTo>
                  <a:pt x="93980" y="172212"/>
                </a:lnTo>
                <a:lnTo>
                  <a:pt x="84962" y="178181"/>
                </a:lnTo>
                <a:lnTo>
                  <a:pt x="78993" y="178181"/>
                </a:lnTo>
                <a:lnTo>
                  <a:pt x="69976" y="181102"/>
                </a:lnTo>
                <a:lnTo>
                  <a:pt x="117854" y="181102"/>
                </a:lnTo>
                <a:lnTo>
                  <a:pt x="126492" y="169545"/>
                </a:lnTo>
                <a:lnTo>
                  <a:pt x="132461" y="148336"/>
                </a:lnTo>
                <a:lnTo>
                  <a:pt x="135381" y="130175"/>
                </a:lnTo>
                <a:lnTo>
                  <a:pt x="138289" y="102870"/>
                </a:lnTo>
                <a:lnTo>
                  <a:pt x="138289" y="102616"/>
                </a:lnTo>
                <a:lnTo>
                  <a:pt x="135364" y="75184"/>
                </a:lnTo>
                <a:lnTo>
                  <a:pt x="132461" y="54102"/>
                </a:lnTo>
                <a:lnTo>
                  <a:pt x="126492" y="32893"/>
                </a:lnTo>
                <a:lnTo>
                  <a:pt x="120523" y="26924"/>
                </a:lnTo>
                <a:lnTo>
                  <a:pt x="119280" y="24384"/>
                </a:lnTo>
                <a:close/>
              </a:path>
              <a:path w="138289" h="202564">
                <a:moveTo>
                  <a:pt x="8458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90550" y="2921"/>
                </a:lnTo>
                <a:lnTo>
                  <a:pt x="845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bk object 56"/>
          <p:cNvSpPr/>
          <p:nvPr/>
        </p:nvSpPr>
        <p:spPr>
          <a:xfrm>
            <a:off x="298800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bk object 57"/>
          <p:cNvSpPr/>
          <p:nvPr/>
        </p:nvSpPr>
        <p:spPr>
          <a:xfrm>
            <a:off x="30430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6" h="201040">
                <a:moveTo>
                  <a:pt x="72136" y="0"/>
                </a:moveTo>
                <a:lnTo>
                  <a:pt x="53975" y="0"/>
                </a:lnTo>
                <a:lnTo>
                  <a:pt x="51054" y="9016"/>
                </a:lnTo>
                <a:lnTo>
                  <a:pt x="45212" y="20954"/>
                </a:lnTo>
                <a:lnTo>
                  <a:pt x="36194" y="26911"/>
                </a:lnTo>
                <a:lnTo>
                  <a:pt x="30225" y="32892"/>
                </a:lnTo>
                <a:lnTo>
                  <a:pt x="21208" y="35813"/>
                </a:lnTo>
                <a:lnTo>
                  <a:pt x="0" y="35813"/>
                </a:lnTo>
                <a:lnTo>
                  <a:pt x="0" y="57022"/>
                </a:lnTo>
                <a:lnTo>
                  <a:pt x="45593" y="57022"/>
                </a:lnTo>
                <a:lnTo>
                  <a:pt x="45593" y="200151"/>
                </a:lnTo>
                <a:lnTo>
                  <a:pt x="44704" y="201040"/>
                </a:lnTo>
                <a:lnTo>
                  <a:pt x="72136" y="201040"/>
                </a:lnTo>
                <a:lnTo>
                  <a:pt x="721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bk object 58"/>
          <p:cNvSpPr/>
          <p:nvPr/>
        </p:nvSpPr>
        <p:spPr>
          <a:xfrm>
            <a:off x="3386520" y="6293520"/>
            <a:ext cx="137160" cy="201600"/>
          </a:xfrm>
          <a:custGeom>
            <a:avLst/>
            <a:gdLst>
              <a:gd name="textAreaLeft" fmla="*/ 0 w 137160"/>
              <a:gd name="textAreaRight" fmla="*/ 137880 w 13716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049" h="202311">
                <a:moveTo>
                  <a:pt x="96393" y="2920"/>
                </a:moveTo>
                <a:lnTo>
                  <a:pt x="45212" y="2920"/>
                </a:lnTo>
                <a:lnTo>
                  <a:pt x="33147" y="11937"/>
                </a:lnTo>
                <a:lnTo>
                  <a:pt x="27178" y="14858"/>
                </a:lnTo>
                <a:lnTo>
                  <a:pt x="21209" y="20827"/>
                </a:lnTo>
                <a:lnTo>
                  <a:pt x="15367" y="32765"/>
                </a:lnTo>
                <a:lnTo>
                  <a:pt x="9398" y="41782"/>
                </a:lnTo>
                <a:lnTo>
                  <a:pt x="6477" y="53847"/>
                </a:lnTo>
                <a:lnTo>
                  <a:pt x="3542" y="75183"/>
                </a:lnTo>
                <a:lnTo>
                  <a:pt x="635" y="102488"/>
                </a:lnTo>
                <a:lnTo>
                  <a:pt x="0" y="102615"/>
                </a:lnTo>
                <a:lnTo>
                  <a:pt x="5842" y="148208"/>
                </a:lnTo>
                <a:lnTo>
                  <a:pt x="32766" y="193420"/>
                </a:lnTo>
                <a:lnTo>
                  <a:pt x="53848" y="202310"/>
                </a:lnTo>
                <a:lnTo>
                  <a:pt x="84201" y="202310"/>
                </a:lnTo>
                <a:lnTo>
                  <a:pt x="96266" y="199389"/>
                </a:lnTo>
                <a:lnTo>
                  <a:pt x="105283" y="193420"/>
                </a:lnTo>
                <a:lnTo>
                  <a:pt x="117221" y="181482"/>
                </a:lnTo>
                <a:lnTo>
                  <a:pt x="118075" y="180339"/>
                </a:lnTo>
                <a:lnTo>
                  <a:pt x="70231" y="180339"/>
                </a:lnTo>
                <a:lnTo>
                  <a:pt x="61214" y="177418"/>
                </a:lnTo>
                <a:lnTo>
                  <a:pt x="55245" y="177418"/>
                </a:lnTo>
                <a:lnTo>
                  <a:pt x="49276" y="171449"/>
                </a:lnTo>
                <a:lnTo>
                  <a:pt x="40259" y="165480"/>
                </a:lnTo>
                <a:lnTo>
                  <a:pt x="37337" y="153415"/>
                </a:lnTo>
                <a:lnTo>
                  <a:pt x="31419" y="138429"/>
                </a:lnTo>
                <a:lnTo>
                  <a:pt x="31369" y="102488"/>
                </a:lnTo>
                <a:lnTo>
                  <a:pt x="31292" y="62737"/>
                </a:lnTo>
                <a:lnTo>
                  <a:pt x="37252" y="47624"/>
                </a:lnTo>
                <a:lnTo>
                  <a:pt x="40132" y="38734"/>
                </a:lnTo>
                <a:lnTo>
                  <a:pt x="49149" y="29717"/>
                </a:lnTo>
                <a:lnTo>
                  <a:pt x="61087" y="23875"/>
                </a:lnTo>
                <a:lnTo>
                  <a:pt x="118839" y="23875"/>
                </a:lnTo>
                <a:lnTo>
                  <a:pt x="117348" y="20827"/>
                </a:lnTo>
                <a:lnTo>
                  <a:pt x="111379" y="14858"/>
                </a:lnTo>
                <a:lnTo>
                  <a:pt x="105410" y="11937"/>
                </a:lnTo>
                <a:lnTo>
                  <a:pt x="96393" y="2920"/>
                </a:lnTo>
                <a:close/>
              </a:path>
              <a:path w="138049" h="202311">
                <a:moveTo>
                  <a:pt x="118839" y="23875"/>
                </a:moveTo>
                <a:lnTo>
                  <a:pt x="79248" y="23875"/>
                </a:lnTo>
                <a:lnTo>
                  <a:pt x="85217" y="26796"/>
                </a:lnTo>
                <a:lnTo>
                  <a:pt x="94234" y="29717"/>
                </a:lnTo>
                <a:lnTo>
                  <a:pt x="100203" y="38734"/>
                </a:lnTo>
                <a:lnTo>
                  <a:pt x="103124" y="41655"/>
                </a:lnTo>
                <a:lnTo>
                  <a:pt x="103174" y="47751"/>
                </a:lnTo>
                <a:lnTo>
                  <a:pt x="109093" y="62737"/>
                </a:lnTo>
                <a:lnTo>
                  <a:pt x="109093" y="77850"/>
                </a:lnTo>
                <a:lnTo>
                  <a:pt x="111983" y="101853"/>
                </a:lnTo>
                <a:lnTo>
                  <a:pt x="111944" y="102615"/>
                </a:lnTo>
                <a:lnTo>
                  <a:pt x="109093" y="123316"/>
                </a:lnTo>
                <a:lnTo>
                  <a:pt x="109093" y="138429"/>
                </a:lnTo>
                <a:lnTo>
                  <a:pt x="103174" y="153415"/>
                </a:lnTo>
                <a:lnTo>
                  <a:pt x="103124" y="159511"/>
                </a:lnTo>
                <a:lnTo>
                  <a:pt x="100203" y="165480"/>
                </a:lnTo>
                <a:lnTo>
                  <a:pt x="94234" y="171449"/>
                </a:lnTo>
                <a:lnTo>
                  <a:pt x="85217" y="177418"/>
                </a:lnTo>
                <a:lnTo>
                  <a:pt x="79248" y="177418"/>
                </a:lnTo>
                <a:lnTo>
                  <a:pt x="70231" y="180339"/>
                </a:lnTo>
                <a:lnTo>
                  <a:pt x="118075" y="180339"/>
                </a:lnTo>
                <a:lnTo>
                  <a:pt x="126237" y="169417"/>
                </a:lnTo>
                <a:lnTo>
                  <a:pt x="132207" y="148208"/>
                </a:lnTo>
                <a:lnTo>
                  <a:pt x="135128" y="130047"/>
                </a:lnTo>
                <a:lnTo>
                  <a:pt x="138049" y="102615"/>
                </a:lnTo>
                <a:lnTo>
                  <a:pt x="135110" y="75056"/>
                </a:lnTo>
                <a:lnTo>
                  <a:pt x="132207" y="53974"/>
                </a:lnTo>
                <a:lnTo>
                  <a:pt x="126237" y="32765"/>
                </a:lnTo>
                <a:lnTo>
                  <a:pt x="120269" y="26796"/>
                </a:lnTo>
                <a:lnTo>
                  <a:pt x="118839" y="23875"/>
                </a:lnTo>
                <a:close/>
              </a:path>
              <a:path w="138049" h="202311">
                <a:moveTo>
                  <a:pt x="31369" y="101853"/>
                </a:moveTo>
                <a:lnTo>
                  <a:pt x="31242" y="102488"/>
                </a:lnTo>
                <a:lnTo>
                  <a:pt x="31369" y="101853"/>
                </a:lnTo>
                <a:close/>
              </a:path>
              <a:path w="138049" h="202311">
                <a:moveTo>
                  <a:pt x="84455" y="0"/>
                </a:moveTo>
                <a:lnTo>
                  <a:pt x="54102" y="0"/>
                </a:lnTo>
                <a:lnTo>
                  <a:pt x="51181" y="2920"/>
                </a:lnTo>
                <a:lnTo>
                  <a:pt x="90424" y="2920"/>
                </a:lnTo>
                <a:lnTo>
                  <a:pt x="844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k object 59"/>
          <p:cNvSpPr/>
          <p:nvPr/>
        </p:nvSpPr>
        <p:spPr>
          <a:xfrm>
            <a:off x="355788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60"/>
          <p:cNvSpPr/>
          <p:nvPr/>
        </p:nvSpPr>
        <p:spPr>
          <a:xfrm>
            <a:off x="3615840" y="6294960"/>
            <a:ext cx="136440" cy="197640"/>
          </a:xfrm>
          <a:custGeom>
            <a:avLst/>
            <a:gdLst>
              <a:gd name="textAreaLeft" fmla="*/ 0 w 136440"/>
              <a:gd name="textAreaRight" fmla="*/ 137160 w 136440"/>
              <a:gd name="textAreaTop" fmla="*/ 0 h 197640"/>
              <a:gd name="textAreaBottom" fmla="*/ 198360 h 197640"/>
            </a:gdLst>
            <a:ahLst/>
            <a:cxnLst/>
            <a:rect l="textAreaLeft" t="textAreaTop" r="textAreaRight" b="textAreaBottom"/>
            <a:pathLst>
              <a:path w="137287" h="198500">
                <a:moveTo>
                  <a:pt x="126675" y="24510"/>
                </a:moveTo>
                <a:lnTo>
                  <a:pt x="84200" y="24510"/>
                </a:lnTo>
                <a:lnTo>
                  <a:pt x="96138" y="30352"/>
                </a:lnTo>
                <a:lnTo>
                  <a:pt x="102108" y="36321"/>
                </a:lnTo>
                <a:lnTo>
                  <a:pt x="104966" y="42163"/>
                </a:lnTo>
                <a:lnTo>
                  <a:pt x="105029" y="45211"/>
                </a:lnTo>
                <a:lnTo>
                  <a:pt x="107823" y="48005"/>
                </a:lnTo>
                <a:lnTo>
                  <a:pt x="90170" y="93217"/>
                </a:lnTo>
                <a:lnTo>
                  <a:pt x="62992" y="108203"/>
                </a:lnTo>
                <a:lnTo>
                  <a:pt x="44958" y="120141"/>
                </a:lnTo>
                <a:lnTo>
                  <a:pt x="32893" y="126110"/>
                </a:lnTo>
                <a:lnTo>
                  <a:pt x="14859" y="144144"/>
                </a:lnTo>
                <a:lnTo>
                  <a:pt x="2921" y="168274"/>
                </a:lnTo>
                <a:lnTo>
                  <a:pt x="0" y="183387"/>
                </a:lnTo>
                <a:lnTo>
                  <a:pt x="0" y="198500"/>
                </a:lnTo>
                <a:lnTo>
                  <a:pt x="254" y="197992"/>
                </a:lnTo>
                <a:lnTo>
                  <a:pt x="137287" y="197992"/>
                </a:lnTo>
                <a:lnTo>
                  <a:pt x="137287" y="170560"/>
                </a:lnTo>
                <a:lnTo>
                  <a:pt x="30607" y="170560"/>
                </a:lnTo>
                <a:lnTo>
                  <a:pt x="30607" y="167639"/>
                </a:lnTo>
                <a:lnTo>
                  <a:pt x="33527" y="164718"/>
                </a:lnTo>
                <a:lnTo>
                  <a:pt x="39370" y="152780"/>
                </a:lnTo>
                <a:lnTo>
                  <a:pt x="45338" y="149859"/>
                </a:lnTo>
                <a:lnTo>
                  <a:pt x="48260" y="143890"/>
                </a:lnTo>
                <a:lnTo>
                  <a:pt x="54229" y="140969"/>
                </a:lnTo>
                <a:lnTo>
                  <a:pt x="63246" y="135000"/>
                </a:lnTo>
                <a:lnTo>
                  <a:pt x="72262" y="132079"/>
                </a:lnTo>
                <a:lnTo>
                  <a:pt x="75184" y="129158"/>
                </a:lnTo>
                <a:lnTo>
                  <a:pt x="93345" y="120141"/>
                </a:lnTo>
                <a:lnTo>
                  <a:pt x="96266" y="117220"/>
                </a:lnTo>
                <a:lnTo>
                  <a:pt x="102235" y="114299"/>
                </a:lnTo>
                <a:lnTo>
                  <a:pt x="111251" y="108330"/>
                </a:lnTo>
                <a:lnTo>
                  <a:pt x="126237" y="93344"/>
                </a:lnTo>
                <a:lnTo>
                  <a:pt x="129159" y="84327"/>
                </a:lnTo>
                <a:lnTo>
                  <a:pt x="135127" y="72262"/>
                </a:lnTo>
                <a:lnTo>
                  <a:pt x="135127" y="44830"/>
                </a:lnTo>
                <a:lnTo>
                  <a:pt x="132207" y="35813"/>
                </a:lnTo>
                <a:lnTo>
                  <a:pt x="126675" y="24510"/>
                </a:lnTo>
                <a:close/>
              </a:path>
              <a:path w="137287" h="198500">
                <a:moveTo>
                  <a:pt x="84200" y="0"/>
                </a:moveTo>
                <a:lnTo>
                  <a:pt x="53848" y="0"/>
                </a:lnTo>
                <a:lnTo>
                  <a:pt x="29845" y="11810"/>
                </a:lnTo>
                <a:lnTo>
                  <a:pt x="17907" y="23748"/>
                </a:lnTo>
                <a:lnTo>
                  <a:pt x="14986" y="29717"/>
                </a:lnTo>
                <a:lnTo>
                  <a:pt x="9017" y="38734"/>
                </a:lnTo>
                <a:lnTo>
                  <a:pt x="6096" y="47751"/>
                </a:lnTo>
                <a:lnTo>
                  <a:pt x="6096" y="68960"/>
                </a:lnTo>
                <a:lnTo>
                  <a:pt x="30352" y="68960"/>
                </a:lnTo>
                <a:lnTo>
                  <a:pt x="30352" y="59943"/>
                </a:lnTo>
                <a:lnTo>
                  <a:pt x="33274" y="53974"/>
                </a:lnTo>
                <a:lnTo>
                  <a:pt x="33274" y="48005"/>
                </a:lnTo>
                <a:lnTo>
                  <a:pt x="36068" y="45211"/>
                </a:lnTo>
                <a:lnTo>
                  <a:pt x="36195" y="42163"/>
                </a:lnTo>
                <a:lnTo>
                  <a:pt x="48006" y="30352"/>
                </a:lnTo>
                <a:lnTo>
                  <a:pt x="59944" y="24510"/>
                </a:lnTo>
                <a:lnTo>
                  <a:pt x="126675" y="24510"/>
                </a:lnTo>
                <a:lnTo>
                  <a:pt x="126364" y="23875"/>
                </a:lnTo>
                <a:lnTo>
                  <a:pt x="117348" y="14858"/>
                </a:lnTo>
                <a:lnTo>
                  <a:pt x="108331" y="8889"/>
                </a:lnTo>
                <a:lnTo>
                  <a:pt x="96266" y="2920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61"/>
          <p:cNvSpPr/>
          <p:nvPr/>
        </p:nvSpPr>
        <p:spPr>
          <a:xfrm>
            <a:off x="3980880" y="6293160"/>
            <a:ext cx="134640" cy="20160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509" h="202437">
                <a:moveTo>
                  <a:pt x="28448" y="102616"/>
                </a:moveTo>
                <a:lnTo>
                  <a:pt x="0" y="102616"/>
                </a:lnTo>
                <a:lnTo>
                  <a:pt x="0" y="130048"/>
                </a:lnTo>
                <a:lnTo>
                  <a:pt x="11937" y="169418"/>
                </a:lnTo>
                <a:lnTo>
                  <a:pt x="42037" y="199517"/>
                </a:lnTo>
                <a:lnTo>
                  <a:pt x="54101" y="202438"/>
                </a:lnTo>
                <a:lnTo>
                  <a:pt x="81534" y="202438"/>
                </a:lnTo>
                <a:lnTo>
                  <a:pt x="93599" y="199517"/>
                </a:lnTo>
                <a:lnTo>
                  <a:pt x="105663" y="193548"/>
                </a:lnTo>
                <a:lnTo>
                  <a:pt x="115155" y="180848"/>
                </a:lnTo>
                <a:lnTo>
                  <a:pt x="67183" y="180848"/>
                </a:lnTo>
                <a:lnTo>
                  <a:pt x="58165" y="177927"/>
                </a:lnTo>
                <a:lnTo>
                  <a:pt x="52197" y="177927"/>
                </a:lnTo>
                <a:lnTo>
                  <a:pt x="40259" y="165989"/>
                </a:lnTo>
                <a:lnTo>
                  <a:pt x="34289" y="153924"/>
                </a:lnTo>
                <a:lnTo>
                  <a:pt x="28472" y="123825"/>
                </a:lnTo>
                <a:lnTo>
                  <a:pt x="28448" y="102616"/>
                </a:lnTo>
                <a:close/>
              </a:path>
              <a:path w="135509" h="202437">
                <a:moveTo>
                  <a:pt x="116486" y="24257"/>
                </a:moveTo>
                <a:lnTo>
                  <a:pt x="76200" y="24257"/>
                </a:lnTo>
                <a:lnTo>
                  <a:pt x="85216" y="27178"/>
                </a:lnTo>
                <a:lnTo>
                  <a:pt x="91186" y="30099"/>
                </a:lnTo>
                <a:lnTo>
                  <a:pt x="97154" y="39116"/>
                </a:lnTo>
                <a:lnTo>
                  <a:pt x="100075" y="42037"/>
                </a:lnTo>
                <a:lnTo>
                  <a:pt x="102997" y="48006"/>
                </a:lnTo>
                <a:lnTo>
                  <a:pt x="108838" y="78232"/>
                </a:lnTo>
                <a:lnTo>
                  <a:pt x="108838" y="123825"/>
                </a:lnTo>
                <a:lnTo>
                  <a:pt x="102997" y="154038"/>
                </a:lnTo>
                <a:lnTo>
                  <a:pt x="97154" y="165989"/>
                </a:lnTo>
                <a:lnTo>
                  <a:pt x="85216" y="177927"/>
                </a:lnTo>
                <a:lnTo>
                  <a:pt x="76200" y="177927"/>
                </a:lnTo>
                <a:lnTo>
                  <a:pt x="67183" y="180848"/>
                </a:lnTo>
                <a:lnTo>
                  <a:pt x="115155" y="180848"/>
                </a:lnTo>
                <a:lnTo>
                  <a:pt x="123698" y="169418"/>
                </a:lnTo>
                <a:lnTo>
                  <a:pt x="129666" y="148209"/>
                </a:lnTo>
                <a:lnTo>
                  <a:pt x="132587" y="130048"/>
                </a:lnTo>
                <a:lnTo>
                  <a:pt x="135509" y="102616"/>
                </a:lnTo>
                <a:lnTo>
                  <a:pt x="132587" y="75184"/>
                </a:lnTo>
                <a:lnTo>
                  <a:pt x="129666" y="53975"/>
                </a:lnTo>
                <a:lnTo>
                  <a:pt x="123698" y="32766"/>
                </a:lnTo>
                <a:lnTo>
                  <a:pt x="117728" y="26797"/>
                </a:lnTo>
                <a:lnTo>
                  <a:pt x="116486" y="24257"/>
                </a:lnTo>
                <a:close/>
              </a:path>
              <a:path w="135509" h="202437">
                <a:moveTo>
                  <a:pt x="93852" y="2921"/>
                </a:moveTo>
                <a:lnTo>
                  <a:pt x="42545" y="2921"/>
                </a:lnTo>
                <a:lnTo>
                  <a:pt x="18414" y="20955"/>
                </a:lnTo>
                <a:lnTo>
                  <a:pt x="12573" y="32893"/>
                </a:lnTo>
                <a:lnTo>
                  <a:pt x="6603" y="41910"/>
                </a:lnTo>
                <a:lnTo>
                  <a:pt x="3683" y="53975"/>
                </a:lnTo>
                <a:lnTo>
                  <a:pt x="762" y="75184"/>
                </a:lnTo>
                <a:lnTo>
                  <a:pt x="762" y="102616"/>
                </a:lnTo>
                <a:lnTo>
                  <a:pt x="28321" y="102616"/>
                </a:lnTo>
                <a:lnTo>
                  <a:pt x="28345" y="78232"/>
                </a:lnTo>
                <a:lnTo>
                  <a:pt x="34162" y="48133"/>
                </a:lnTo>
                <a:lnTo>
                  <a:pt x="46100" y="30099"/>
                </a:lnTo>
                <a:lnTo>
                  <a:pt x="58038" y="24257"/>
                </a:lnTo>
                <a:lnTo>
                  <a:pt x="116486" y="24257"/>
                </a:lnTo>
                <a:lnTo>
                  <a:pt x="114808" y="20828"/>
                </a:lnTo>
                <a:lnTo>
                  <a:pt x="99822" y="5842"/>
                </a:lnTo>
                <a:lnTo>
                  <a:pt x="93852" y="2921"/>
                </a:lnTo>
                <a:close/>
              </a:path>
              <a:path w="135509" h="202437">
                <a:moveTo>
                  <a:pt x="28448" y="102489"/>
                </a:moveTo>
              </a:path>
              <a:path w="135509" h="202437">
                <a:moveTo>
                  <a:pt x="81914" y="0"/>
                </a:moveTo>
                <a:lnTo>
                  <a:pt x="54483" y="0"/>
                </a:lnTo>
                <a:lnTo>
                  <a:pt x="48513" y="2921"/>
                </a:lnTo>
                <a:lnTo>
                  <a:pt x="87884" y="2921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62"/>
          <p:cNvSpPr/>
          <p:nvPr/>
        </p:nvSpPr>
        <p:spPr>
          <a:xfrm>
            <a:off x="414936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k object 63"/>
          <p:cNvSpPr/>
          <p:nvPr/>
        </p:nvSpPr>
        <p:spPr>
          <a:xfrm>
            <a:off x="4207320" y="6294600"/>
            <a:ext cx="134640" cy="20052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520"/>
              <a:gd name="textAreaBottom" fmla="*/ 201240 h 200520"/>
            </a:gdLst>
            <a:ahLst/>
            <a:cxnLst/>
            <a:rect l="textAreaLeft" t="textAreaTop" r="textAreaRight" b="textAreaBottom"/>
            <a:pathLst>
              <a:path w="135509" h="201167">
                <a:moveTo>
                  <a:pt x="24257" y="135000"/>
                </a:moveTo>
                <a:lnTo>
                  <a:pt x="0" y="135000"/>
                </a:lnTo>
                <a:lnTo>
                  <a:pt x="0" y="156209"/>
                </a:lnTo>
                <a:lnTo>
                  <a:pt x="26924" y="192278"/>
                </a:lnTo>
                <a:lnTo>
                  <a:pt x="48006" y="201167"/>
                </a:lnTo>
                <a:lnTo>
                  <a:pt x="78359" y="201167"/>
                </a:lnTo>
                <a:lnTo>
                  <a:pt x="102488" y="195325"/>
                </a:lnTo>
                <a:lnTo>
                  <a:pt x="114554" y="186308"/>
                </a:lnTo>
                <a:lnTo>
                  <a:pt x="123571" y="177291"/>
                </a:lnTo>
                <a:lnTo>
                  <a:pt x="123907" y="176783"/>
                </a:lnTo>
                <a:lnTo>
                  <a:pt x="53975" y="176783"/>
                </a:lnTo>
                <a:lnTo>
                  <a:pt x="48006" y="173862"/>
                </a:lnTo>
                <a:lnTo>
                  <a:pt x="38988" y="170941"/>
                </a:lnTo>
                <a:lnTo>
                  <a:pt x="33020" y="164972"/>
                </a:lnTo>
                <a:lnTo>
                  <a:pt x="30099" y="159003"/>
                </a:lnTo>
                <a:lnTo>
                  <a:pt x="27178" y="149986"/>
                </a:lnTo>
                <a:lnTo>
                  <a:pt x="24257" y="147065"/>
                </a:lnTo>
                <a:lnTo>
                  <a:pt x="24257" y="135000"/>
                </a:lnTo>
                <a:close/>
              </a:path>
              <a:path w="135509" h="201167">
                <a:moveTo>
                  <a:pt x="119998" y="21335"/>
                </a:moveTo>
                <a:lnTo>
                  <a:pt x="66294" y="21335"/>
                </a:lnTo>
                <a:lnTo>
                  <a:pt x="72262" y="24256"/>
                </a:lnTo>
                <a:lnTo>
                  <a:pt x="84328" y="24256"/>
                </a:lnTo>
                <a:lnTo>
                  <a:pt x="87249" y="27178"/>
                </a:lnTo>
                <a:lnTo>
                  <a:pt x="90170" y="27178"/>
                </a:lnTo>
                <a:lnTo>
                  <a:pt x="93091" y="33146"/>
                </a:lnTo>
                <a:lnTo>
                  <a:pt x="98933" y="38988"/>
                </a:lnTo>
                <a:lnTo>
                  <a:pt x="99060" y="45084"/>
                </a:lnTo>
                <a:lnTo>
                  <a:pt x="101981" y="51053"/>
                </a:lnTo>
                <a:lnTo>
                  <a:pt x="99060" y="60070"/>
                </a:lnTo>
                <a:lnTo>
                  <a:pt x="99060" y="66039"/>
                </a:lnTo>
                <a:lnTo>
                  <a:pt x="96138" y="72008"/>
                </a:lnTo>
                <a:lnTo>
                  <a:pt x="90170" y="77978"/>
                </a:lnTo>
                <a:lnTo>
                  <a:pt x="87249" y="77978"/>
                </a:lnTo>
                <a:lnTo>
                  <a:pt x="84328" y="80898"/>
                </a:lnTo>
                <a:lnTo>
                  <a:pt x="78359" y="83819"/>
                </a:lnTo>
                <a:lnTo>
                  <a:pt x="50927" y="83819"/>
                </a:lnTo>
                <a:lnTo>
                  <a:pt x="50927" y="105028"/>
                </a:lnTo>
                <a:lnTo>
                  <a:pt x="78359" y="105028"/>
                </a:lnTo>
                <a:lnTo>
                  <a:pt x="87375" y="107950"/>
                </a:lnTo>
                <a:lnTo>
                  <a:pt x="93345" y="110870"/>
                </a:lnTo>
                <a:lnTo>
                  <a:pt x="105283" y="122808"/>
                </a:lnTo>
                <a:lnTo>
                  <a:pt x="108204" y="131825"/>
                </a:lnTo>
                <a:lnTo>
                  <a:pt x="108204" y="153034"/>
                </a:lnTo>
                <a:lnTo>
                  <a:pt x="105283" y="155943"/>
                </a:lnTo>
                <a:lnTo>
                  <a:pt x="102362" y="161925"/>
                </a:lnTo>
                <a:lnTo>
                  <a:pt x="90424" y="173862"/>
                </a:lnTo>
                <a:lnTo>
                  <a:pt x="81407" y="176783"/>
                </a:lnTo>
                <a:lnTo>
                  <a:pt x="123907" y="176783"/>
                </a:lnTo>
                <a:lnTo>
                  <a:pt x="129540" y="168275"/>
                </a:lnTo>
                <a:lnTo>
                  <a:pt x="135509" y="153161"/>
                </a:lnTo>
                <a:lnTo>
                  <a:pt x="135509" y="125729"/>
                </a:lnTo>
                <a:lnTo>
                  <a:pt x="129540" y="113664"/>
                </a:lnTo>
                <a:lnTo>
                  <a:pt x="123571" y="104647"/>
                </a:lnTo>
                <a:lnTo>
                  <a:pt x="114681" y="95757"/>
                </a:lnTo>
                <a:lnTo>
                  <a:pt x="108712" y="92836"/>
                </a:lnTo>
                <a:lnTo>
                  <a:pt x="105791" y="92836"/>
                </a:lnTo>
                <a:lnTo>
                  <a:pt x="102870" y="89915"/>
                </a:lnTo>
                <a:lnTo>
                  <a:pt x="111887" y="86994"/>
                </a:lnTo>
                <a:lnTo>
                  <a:pt x="114808" y="86994"/>
                </a:lnTo>
                <a:lnTo>
                  <a:pt x="120777" y="81025"/>
                </a:lnTo>
                <a:lnTo>
                  <a:pt x="126619" y="62991"/>
                </a:lnTo>
                <a:lnTo>
                  <a:pt x="129509" y="51053"/>
                </a:lnTo>
                <a:lnTo>
                  <a:pt x="129540" y="44957"/>
                </a:lnTo>
                <a:lnTo>
                  <a:pt x="126619" y="38988"/>
                </a:lnTo>
                <a:lnTo>
                  <a:pt x="123698" y="26923"/>
                </a:lnTo>
                <a:lnTo>
                  <a:pt x="119998" y="21335"/>
                </a:lnTo>
                <a:close/>
              </a:path>
              <a:path w="135509" h="201167">
                <a:moveTo>
                  <a:pt x="87757" y="0"/>
                </a:moveTo>
                <a:lnTo>
                  <a:pt x="51308" y="0"/>
                </a:lnTo>
                <a:lnTo>
                  <a:pt x="42291" y="2920"/>
                </a:lnTo>
                <a:lnTo>
                  <a:pt x="9271" y="35940"/>
                </a:lnTo>
                <a:lnTo>
                  <a:pt x="3429" y="53975"/>
                </a:lnTo>
                <a:lnTo>
                  <a:pt x="3429" y="62991"/>
                </a:lnTo>
                <a:lnTo>
                  <a:pt x="27686" y="62991"/>
                </a:lnTo>
                <a:lnTo>
                  <a:pt x="30607" y="60070"/>
                </a:lnTo>
                <a:lnTo>
                  <a:pt x="30607" y="47993"/>
                </a:lnTo>
                <a:lnTo>
                  <a:pt x="36449" y="36067"/>
                </a:lnTo>
                <a:lnTo>
                  <a:pt x="45338" y="27178"/>
                </a:lnTo>
                <a:lnTo>
                  <a:pt x="51308" y="24256"/>
                </a:lnTo>
                <a:lnTo>
                  <a:pt x="57277" y="24256"/>
                </a:lnTo>
                <a:lnTo>
                  <a:pt x="66294" y="21335"/>
                </a:lnTo>
                <a:lnTo>
                  <a:pt x="119998" y="21335"/>
                </a:lnTo>
                <a:lnTo>
                  <a:pt x="117729" y="17906"/>
                </a:lnTo>
                <a:lnTo>
                  <a:pt x="108712" y="8889"/>
                </a:lnTo>
                <a:lnTo>
                  <a:pt x="102743" y="5968"/>
                </a:lnTo>
                <a:lnTo>
                  <a:pt x="99822" y="5968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k object 64"/>
          <p:cNvSpPr/>
          <p:nvPr/>
        </p:nvSpPr>
        <p:spPr>
          <a:xfrm>
            <a:off x="457236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725" y="2921"/>
                </a:moveTo>
                <a:lnTo>
                  <a:pt x="42418" y="2921"/>
                </a:lnTo>
                <a:lnTo>
                  <a:pt x="30352" y="11938"/>
                </a:lnTo>
                <a:lnTo>
                  <a:pt x="15367" y="26924"/>
                </a:lnTo>
                <a:lnTo>
                  <a:pt x="12446" y="32893"/>
                </a:lnTo>
                <a:lnTo>
                  <a:pt x="9525" y="41910"/>
                </a:lnTo>
                <a:lnTo>
                  <a:pt x="3556" y="53975"/>
                </a:lnTo>
                <a:lnTo>
                  <a:pt x="635" y="75184"/>
                </a:lnTo>
                <a:lnTo>
                  <a:pt x="635" y="102616"/>
                </a:lnTo>
                <a:lnTo>
                  <a:pt x="0" y="102743"/>
                </a:lnTo>
                <a:lnTo>
                  <a:pt x="0" y="130175"/>
                </a:lnTo>
                <a:lnTo>
                  <a:pt x="2921" y="148336"/>
                </a:lnTo>
                <a:lnTo>
                  <a:pt x="11937" y="169545"/>
                </a:lnTo>
                <a:lnTo>
                  <a:pt x="29972" y="193675"/>
                </a:lnTo>
                <a:lnTo>
                  <a:pt x="42037" y="199644"/>
                </a:lnTo>
                <a:lnTo>
                  <a:pt x="54101" y="202565"/>
                </a:lnTo>
                <a:lnTo>
                  <a:pt x="81534" y="202565"/>
                </a:lnTo>
                <a:lnTo>
                  <a:pt x="93599" y="199644"/>
                </a:lnTo>
                <a:lnTo>
                  <a:pt x="105663" y="193675"/>
                </a:lnTo>
                <a:lnTo>
                  <a:pt x="115440" y="180594"/>
                </a:lnTo>
                <a:lnTo>
                  <a:pt x="66929" y="180594"/>
                </a:lnTo>
                <a:lnTo>
                  <a:pt x="57912" y="177673"/>
                </a:lnTo>
                <a:lnTo>
                  <a:pt x="51943" y="177673"/>
                </a:lnTo>
                <a:lnTo>
                  <a:pt x="40005" y="165735"/>
                </a:lnTo>
                <a:lnTo>
                  <a:pt x="34036" y="153670"/>
                </a:lnTo>
                <a:lnTo>
                  <a:pt x="28243" y="123698"/>
                </a:lnTo>
                <a:lnTo>
                  <a:pt x="28194" y="102616"/>
                </a:lnTo>
                <a:lnTo>
                  <a:pt x="28116" y="78105"/>
                </a:lnTo>
                <a:lnTo>
                  <a:pt x="33909" y="48133"/>
                </a:lnTo>
                <a:lnTo>
                  <a:pt x="45847" y="30099"/>
                </a:lnTo>
                <a:lnTo>
                  <a:pt x="57785" y="24257"/>
                </a:lnTo>
                <a:lnTo>
                  <a:pt x="118109" y="24257"/>
                </a:lnTo>
                <a:lnTo>
                  <a:pt x="105790" y="11938"/>
                </a:lnTo>
                <a:lnTo>
                  <a:pt x="93725" y="2921"/>
                </a:lnTo>
                <a:close/>
              </a:path>
              <a:path w="135509" h="202564">
                <a:moveTo>
                  <a:pt x="118109" y="24257"/>
                </a:moveTo>
                <a:lnTo>
                  <a:pt x="75946" y="24257"/>
                </a:lnTo>
                <a:lnTo>
                  <a:pt x="84962" y="27178"/>
                </a:lnTo>
                <a:lnTo>
                  <a:pt x="90932" y="30099"/>
                </a:lnTo>
                <a:lnTo>
                  <a:pt x="93852" y="33020"/>
                </a:lnTo>
                <a:lnTo>
                  <a:pt x="96774" y="38989"/>
                </a:lnTo>
                <a:lnTo>
                  <a:pt x="102743" y="48006"/>
                </a:lnTo>
                <a:lnTo>
                  <a:pt x="105663" y="63119"/>
                </a:lnTo>
                <a:lnTo>
                  <a:pt x="105663" y="72136"/>
                </a:lnTo>
                <a:lnTo>
                  <a:pt x="108585" y="78105"/>
                </a:lnTo>
                <a:lnTo>
                  <a:pt x="108585" y="123698"/>
                </a:lnTo>
                <a:lnTo>
                  <a:pt x="105663" y="129667"/>
                </a:lnTo>
                <a:lnTo>
                  <a:pt x="105663" y="138684"/>
                </a:lnTo>
                <a:lnTo>
                  <a:pt x="102743" y="153797"/>
                </a:lnTo>
                <a:lnTo>
                  <a:pt x="96774" y="165862"/>
                </a:lnTo>
                <a:lnTo>
                  <a:pt x="84962" y="177673"/>
                </a:lnTo>
                <a:lnTo>
                  <a:pt x="75946" y="177673"/>
                </a:lnTo>
                <a:lnTo>
                  <a:pt x="66929" y="180594"/>
                </a:lnTo>
                <a:lnTo>
                  <a:pt x="115440" y="180594"/>
                </a:lnTo>
                <a:lnTo>
                  <a:pt x="123698" y="169545"/>
                </a:lnTo>
                <a:lnTo>
                  <a:pt x="129667" y="148336"/>
                </a:lnTo>
                <a:lnTo>
                  <a:pt x="132587" y="130175"/>
                </a:lnTo>
                <a:lnTo>
                  <a:pt x="135509" y="102743"/>
                </a:lnTo>
                <a:lnTo>
                  <a:pt x="132570" y="75184"/>
                </a:lnTo>
                <a:lnTo>
                  <a:pt x="129667" y="54102"/>
                </a:lnTo>
                <a:lnTo>
                  <a:pt x="123698" y="32893"/>
                </a:lnTo>
                <a:lnTo>
                  <a:pt x="120776" y="26924"/>
                </a:lnTo>
                <a:lnTo>
                  <a:pt x="118109" y="24257"/>
                </a:lnTo>
                <a:close/>
              </a:path>
              <a:path w="135509" h="202564">
                <a:moveTo>
                  <a:pt x="28194" y="102235"/>
                </a:moveTo>
                <a:lnTo>
                  <a:pt x="28067" y="102616"/>
                </a:lnTo>
                <a:lnTo>
                  <a:pt x="28194" y="102235"/>
                </a:lnTo>
                <a:close/>
              </a:path>
              <a:path w="135509" h="202564">
                <a:moveTo>
                  <a:pt x="81787" y="0"/>
                </a:moveTo>
                <a:lnTo>
                  <a:pt x="54356" y="0"/>
                </a:lnTo>
                <a:lnTo>
                  <a:pt x="48387" y="2921"/>
                </a:lnTo>
                <a:lnTo>
                  <a:pt x="87757" y="2921"/>
                </a:lnTo>
                <a:lnTo>
                  <a:pt x="817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bk object 65"/>
          <p:cNvSpPr/>
          <p:nvPr/>
        </p:nvSpPr>
        <p:spPr>
          <a:xfrm>
            <a:off x="474084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bk object 66"/>
          <p:cNvSpPr/>
          <p:nvPr/>
        </p:nvSpPr>
        <p:spPr>
          <a:xfrm>
            <a:off x="4798800" y="629856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9" h="194817">
                <a:moveTo>
                  <a:pt x="112649" y="143002"/>
                </a:moveTo>
                <a:lnTo>
                  <a:pt x="85217" y="143002"/>
                </a:lnTo>
                <a:lnTo>
                  <a:pt x="85217" y="194818"/>
                </a:lnTo>
                <a:lnTo>
                  <a:pt x="112649" y="194818"/>
                </a:lnTo>
                <a:lnTo>
                  <a:pt x="112649" y="143002"/>
                </a:lnTo>
                <a:close/>
              </a:path>
              <a:path w="112649" h="194817">
                <a:moveTo>
                  <a:pt x="112649" y="0"/>
                </a:moveTo>
                <a:lnTo>
                  <a:pt x="85217" y="0"/>
                </a:lnTo>
                <a:lnTo>
                  <a:pt x="0" y="118745"/>
                </a:lnTo>
                <a:lnTo>
                  <a:pt x="0" y="143002"/>
                </a:lnTo>
                <a:lnTo>
                  <a:pt x="140081" y="143002"/>
                </a:lnTo>
                <a:lnTo>
                  <a:pt x="140081" y="121793"/>
                </a:lnTo>
                <a:lnTo>
                  <a:pt x="112649" y="121793"/>
                </a:lnTo>
                <a:lnTo>
                  <a:pt x="24130" y="121666"/>
                </a:lnTo>
                <a:lnTo>
                  <a:pt x="84963" y="33401"/>
                </a:lnTo>
                <a:lnTo>
                  <a:pt x="112649" y="33401"/>
                </a:lnTo>
                <a:lnTo>
                  <a:pt x="112649" y="0"/>
                </a:lnTo>
                <a:close/>
              </a:path>
              <a:path w="112649" h="194817">
                <a:moveTo>
                  <a:pt x="112649" y="33401"/>
                </a:moveTo>
                <a:lnTo>
                  <a:pt x="84963" y="33401"/>
                </a:lnTo>
                <a:lnTo>
                  <a:pt x="84963" y="121666"/>
                </a:lnTo>
                <a:lnTo>
                  <a:pt x="112649" y="121666"/>
                </a:lnTo>
                <a:lnTo>
                  <a:pt x="112649" y="334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bk object 67"/>
          <p:cNvSpPr/>
          <p:nvPr/>
        </p:nvSpPr>
        <p:spPr>
          <a:xfrm>
            <a:off x="5163480" y="6293520"/>
            <a:ext cx="135000" cy="201600"/>
          </a:xfrm>
          <a:custGeom>
            <a:avLst/>
            <a:gdLst>
              <a:gd name="textAreaLeft" fmla="*/ 0 w 135000"/>
              <a:gd name="textAreaRight" fmla="*/ 135720 w 13500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636" h="202437">
                <a:moveTo>
                  <a:pt x="93852" y="2920"/>
                </a:moveTo>
                <a:lnTo>
                  <a:pt x="42545" y="2920"/>
                </a:lnTo>
                <a:lnTo>
                  <a:pt x="30479" y="11937"/>
                </a:lnTo>
                <a:lnTo>
                  <a:pt x="15494" y="26911"/>
                </a:lnTo>
                <a:lnTo>
                  <a:pt x="15367" y="29971"/>
                </a:lnTo>
                <a:lnTo>
                  <a:pt x="12573" y="32765"/>
                </a:lnTo>
                <a:lnTo>
                  <a:pt x="9651" y="41782"/>
                </a:lnTo>
                <a:lnTo>
                  <a:pt x="6730" y="53847"/>
                </a:lnTo>
                <a:lnTo>
                  <a:pt x="762" y="75056"/>
                </a:lnTo>
                <a:lnTo>
                  <a:pt x="762" y="102488"/>
                </a:lnTo>
                <a:lnTo>
                  <a:pt x="0" y="102615"/>
                </a:lnTo>
                <a:lnTo>
                  <a:pt x="0" y="130047"/>
                </a:lnTo>
                <a:lnTo>
                  <a:pt x="5969" y="148208"/>
                </a:lnTo>
                <a:lnTo>
                  <a:pt x="11937" y="169417"/>
                </a:lnTo>
                <a:lnTo>
                  <a:pt x="29972" y="193547"/>
                </a:lnTo>
                <a:lnTo>
                  <a:pt x="42037" y="199516"/>
                </a:lnTo>
                <a:lnTo>
                  <a:pt x="54101" y="202437"/>
                </a:lnTo>
                <a:lnTo>
                  <a:pt x="81534" y="202437"/>
                </a:lnTo>
                <a:lnTo>
                  <a:pt x="93599" y="199516"/>
                </a:lnTo>
                <a:lnTo>
                  <a:pt x="105663" y="193547"/>
                </a:lnTo>
                <a:lnTo>
                  <a:pt x="115250" y="180720"/>
                </a:lnTo>
                <a:lnTo>
                  <a:pt x="67183" y="180720"/>
                </a:lnTo>
                <a:lnTo>
                  <a:pt x="61213" y="177799"/>
                </a:lnTo>
                <a:lnTo>
                  <a:pt x="52197" y="177799"/>
                </a:lnTo>
                <a:lnTo>
                  <a:pt x="40259" y="165861"/>
                </a:lnTo>
                <a:lnTo>
                  <a:pt x="34289" y="153796"/>
                </a:lnTo>
                <a:lnTo>
                  <a:pt x="28472" y="123697"/>
                </a:lnTo>
                <a:lnTo>
                  <a:pt x="28448" y="102488"/>
                </a:lnTo>
                <a:lnTo>
                  <a:pt x="34162" y="48005"/>
                </a:lnTo>
                <a:lnTo>
                  <a:pt x="61087" y="24129"/>
                </a:lnTo>
                <a:lnTo>
                  <a:pt x="118109" y="24129"/>
                </a:lnTo>
                <a:lnTo>
                  <a:pt x="105917" y="11937"/>
                </a:lnTo>
                <a:lnTo>
                  <a:pt x="93852" y="2920"/>
                </a:lnTo>
                <a:close/>
              </a:path>
              <a:path w="135636" h="202437">
                <a:moveTo>
                  <a:pt x="118109" y="24129"/>
                </a:moveTo>
                <a:lnTo>
                  <a:pt x="76200" y="24129"/>
                </a:lnTo>
                <a:lnTo>
                  <a:pt x="85216" y="27050"/>
                </a:lnTo>
                <a:lnTo>
                  <a:pt x="91186" y="29971"/>
                </a:lnTo>
                <a:lnTo>
                  <a:pt x="103124" y="48005"/>
                </a:lnTo>
                <a:lnTo>
                  <a:pt x="106045" y="57022"/>
                </a:lnTo>
                <a:lnTo>
                  <a:pt x="106045" y="62991"/>
                </a:lnTo>
                <a:lnTo>
                  <a:pt x="108965" y="78104"/>
                </a:lnTo>
                <a:lnTo>
                  <a:pt x="108965" y="123697"/>
                </a:lnTo>
                <a:lnTo>
                  <a:pt x="106045" y="138810"/>
                </a:lnTo>
                <a:lnTo>
                  <a:pt x="106045" y="147827"/>
                </a:lnTo>
                <a:lnTo>
                  <a:pt x="103124" y="153796"/>
                </a:lnTo>
                <a:lnTo>
                  <a:pt x="97154" y="165861"/>
                </a:lnTo>
                <a:lnTo>
                  <a:pt x="85216" y="177799"/>
                </a:lnTo>
                <a:lnTo>
                  <a:pt x="76200" y="177799"/>
                </a:lnTo>
                <a:lnTo>
                  <a:pt x="67183" y="180720"/>
                </a:lnTo>
                <a:lnTo>
                  <a:pt x="115250" y="180720"/>
                </a:lnTo>
                <a:lnTo>
                  <a:pt x="123698" y="169417"/>
                </a:lnTo>
                <a:lnTo>
                  <a:pt x="129666" y="148208"/>
                </a:lnTo>
                <a:lnTo>
                  <a:pt x="135636" y="130047"/>
                </a:lnTo>
                <a:lnTo>
                  <a:pt x="135600" y="75056"/>
                </a:lnTo>
                <a:lnTo>
                  <a:pt x="123698" y="32765"/>
                </a:lnTo>
                <a:lnTo>
                  <a:pt x="120776" y="26796"/>
                </a:lnTo>
                <a:lnTo>
                  <a:pt x="118109" y="24129"/>
                </a:lnTo>
                <a:close/>
              </a:path>
              <a:path w="135636" h="202437">
                <a:moveTo>
                  <a:pt x="28448" y="102361"/>
                </a:moveTo>
              </a:path>
              <a:path w="135636" h="202437">
                <a:moveTo>
                  <a:pt x="81914" y="0"/>
                </a:moveTo>
                <a:lnTo>
                  <a:pt x="54483" y="0"/>
                </a:lnTo>
                <a:lnTo>
                  <a:pt x="48513" y="2920"/>
                </a:lnTo>
                <a:lnTo>
                  <a:pt x="87884" y="2920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bk object 68"/>
          <p:cNvSpPr/>
          <p:nvPr/>
        </p:nvSpPr>
        <p:spPr>
          <a:xfrm>
            <a:off x="533196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bk object 69"/>
          <p:cNvSpPr/>
          <p:nvPr/>
        </p:nvSpPr>
        <p:spPr>
          <a:xfrm>
            <a:off x="5389920" y="6298560"/>
            <a:ext cx="138240" cy="195480"/>
          </a:xfrm>
          <a:custGeom>
            <a:avLst/>
            <a:gdLst>
              <a:gd name="textAreaLeft" fmla="*/ 0 w 138240"/>
              <a:gd name="textAreaRight" fmla="*/ 138960 w 138240"/>
              <a:gd name="textAreaTop" fmla="*/ 0 h 195480"/>
              <a:gd name="textAreaBottom" fmla="*/ 196200 h 195480"/>
            </a:gdLst>
            <a:ahLst/>
            <a:cxnLst/>
            <a:rect l="textAreaLeft" t="textAreaTop" r="textAreaRight" b="textAreaBottom"/>
            <a:pathLst>
              <a:path w="139064" h="196341">
                <a:moveTo>
                  <a:pt x="27432" y="142875"/>
                </a:moveTo>
                <a:lnTo>
                  <a:pt x="1270" y="142875"/>
                </a:lnTo>
                <a:lnTo>
                  <a:pt x="1311" y="148844"/>
                </a:lnTo>
                <a:lnTo>
                  <a:pt x="21971" y="181610"/>
                </a:lnTo>
                <a:lnTo>
                  <a:pt x="51955" y="196342"/>
                </a:lnTo>
                <a:lnTo>
                  <a:pt x="82296" y="196342"/>
                </a:lnTo>
                <a:lnTo>
                  <a:pt x="121412" y="175514"/>
                </a:lnTo>
                <a:lnTo>
                  <a:pt x="122903" y="172466"/>
                </a:lnTo>
                <a:lnTo>
                  <a:pt x="57023" y="172466"/>
                </a:lnTo>
                <a:lnTo>
                  <a:pt x="48006" y="169545"/>
                </a:lnTo>
                <a:lnTo>
                  <a:pt x="45085" y="169545"/>
                </a:lnTo>
                <a:lnTo>
                  <a:pt x="33274" y="157734"/>
                </a:lnTo>
                <a:lnTo>
                  <a:pt x="30352" y="151752"/>
                </a:lnTo>
                <a:lnTo>
                  <a:pt x="27432" y="148844"/>
                </a:lnTo>
                <a:lnTo>
                  <a:pt x="27432" y="142875"/>
                </a:lnTo>
                <a:close/>
              </a:path>
              <a:path w="139064" h="196341">
                <a:moveTo>
                  <a:pt x="123638" y="85852"/>
                </a:moveTo>
                <a:lnTo>
                  <a:pt x="75311" y="85852"/>
                </a:lnTo>
                <a:lnTo>
                  <a:pt x="78232" y="88773"/>
                </a:lnTo>
                <a:lnTo>
                  <a:pt x="84200" y="88773"/>
                </a:lnTo>
                <a:lnTo>
                  <a:pt x="90170" y="91694"/>
                </a:lnTo>
                <a:lnTo>
                  <a:pt x="102108" y="103632"/>
                </a:lnTo>
                <a:lnTo>
                  <a:pt x="108076" y="112649"/>
                </a:lnTo>
                <a:lnTo>
                  <a:pt x="108076" y="124714"/>
                </a:lnTo>
                <a:lnTo>
                  <a:pt x="110998" y="130683"/>
                </a:lnTo>
                <a:lnTo>
                  <a:pt x="108076" y="133604"/>
                </a:lnTo>
                <a:lnTo>
                  <a:pt x="107950" y="148844"/>
                </a:lnTo>
                <a:lnTo>
                  <a:pt x="90170" y="166624"/>
                </a:lnTo>
                <a:lnTo>
                  <a:pt x="84200" y="169545"/>
                </a:lnTo>
                <a:lnTo>
                  <a:pt x="75184" y="172466"/>
                </a:lnTo>
                <a:lnTo>
                  <a:pt x="122903" y="172466"/>
                </a:lnTo>
                <a:lnTo>
                  <a:pt x="124333" y="169545"/>
                </a:lnTo>
                <a:lnTo>
                  <a:pt x="133223" y="160655"/>
                </a:lnTo>
                <a:lnTo>
                  <a:pt x="133223" y="151638"/>
                </a:lnTo>
                <a:lnTo>
                  <a:pt x="136144" y="145669"/>
                </a:lnTo>
                <a:lnTo>
                  <a:pt x="139064" y="130556"/>
                </a:lnTo>
                <a:lnTo>
                  <a:pt x="136144" y="115443"/>
                </a:lnTo>
                <a:lnTo>
                  <a:pt x="133223" y="103378"/>
                </a:lnTo>
                <a:lnTo>
                  <a:pt x="127253" y="91313"/>
                </a:lnTo>
                <a:lnTo>
                  <a:pt x="123638" y="85852"/>
                </a:lnTo>
                <a:close/>
              </a:path>
              <a:path w="139064" h="196341">
                <a:moveTo>
                  <a:pt x="1270" y="142748"/>
                </a:moveTo>
                <a:lnTo>
                  <a:pt x="0" y="142875"/>
                </a:lnTo>
                <a:lnTo>
                  <a:pt x="1270" y="142875"/>
                </a:lnTo>
                <a:lnTo>
                  <a:pt x="1270" y="142748"/>
                </a:lnTo>
                <a:close/>
              </a:path>
              <a:path w="139064" h="196341">
                <a:moveTo>
                  <a:pt x="128155" y="0"/>
                </a:moveTo>
                <a:lnTo>
                  <a:pt x="21462" y="0"/>
                </a:lnTo>
                <a:lnTo>
                  <a:pt x="6350" y="103632"/>
                </a:lnTo>
                <a:lnTo>
                  <a:pt x="30607" y="103632"/>
                </a:lnTo>
                <a:lnTo>
                  <a:pt x="33527" y="97663"/>
                </a:lnTo>
                <a:lnTo>
                  <a:pt x="36449" y="97663"/>
                </a:lnTo>
                <a:lnTo>
                  <a:pt x="42430" y="91694"/>
                </a:lnTo>
                <a:lnTo>
                  <a:pt x="45338" y="91694"/>
                </a:lnTo>
                <a:lnTo>
                  <a:pt x="51308" y="88773"/>
                </a:lnTo>
                <a:lnTo>
                  <a:pt x="57276" y="88773"/>
                </a:lnTo>
                <a:lnTo>
                  <a:pt x="66294" y="85852"/>
                </a:lnTo>
                <a:lnTo>
                  <a:pt x="123638" y="85852"/>
                </a:lnTo>
                <a:lnTo>
                  <a:pt x="121285" y="82296"/>
                </a:lnTo>
                <a:lnTo>
                  <a:pt x="112958" y="76073"/>
                </a:lnTo>
                <a:lnTo>
                  <a:pt x="33909" y="76073"/>
                </a:lnTo>
                <a:lnTo>
                  <a:pt x="39877" y="21209"/>
                </a:lnTo>
                <a:lnTo>
                  <a:pt x="128155" y="21209"/>
                </a:lnTo>
                <a:lnTo>
                  <a:pt x="128155" y="0"/>
                </a:lnTo>
                <a:close/>
              </a:path>
              <a:path w="139064" h="196341">
                <a:moveTo>
                  <a:pt x="85089" y="64389"/>
                </a:moveTo>
                <a:lnTo>
                  <a:pt x="60833" y="64389"/>
                </a:lnTo>
                <a:lnTo>
                  <a:pt x="42799" y="70231"/>
                </a:lnTo>
                <a:lnTo>
                  <a:pt x="36830" y="73152"/>
                </a:lnTo>
                <a:lnTo>
                  <a:pt x="33909" y="76073"/>
                </a:lnTo>
                <a:lnTo>
                  <a:pt x="112958" y="76073"/>
                </a:lnTo>
                <a:lnTo>
                  <a:pt x="109220" y="73279"/>
                </a:lnTo>
                <a:lnTo>
                  <a:pt x="97155" y="67310"/>
                </a:lnTo>
                <a:lnTo>
                  <a:pt x="85089" y="643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bk object 70"/>
          <p:cNvSpPr/>
          <p:nvPr/>
        </p:nvSpPr>
        <p:spPr>
          <a:xfrm>
            <a:off x="575820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473" h="202564">
                <a:moveTo>
                  <a:pt x="93599" y="2921"/>
                </a:moveTo>
                <a:lnTo>
                  <a:pt x="42290" y="2921"/>
                </a:lnTo>
                <a:lnTo>
                  <a:pt x="30225" y="11938"/>
                </a:lnTo>
                <a:lnTo>
                  <a:pt x="15239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508" y="75184"/>
                </a:lnTo>
                <a:lnTo>
                  <a:pt x="508" y="102616"/>
                </a:lnTo>
                <a:lnTo>
                  <a:pt x="0" y="102870"/>
                </a:lnTo>
                <a:lnTo>
                  <a:pt x="0" y="130302"/>
                </a:lnTo>
                <a:lnTo>
                  <a:pt x="5969" y="148463"/>
                </a:lnTo>
                <a:lnTo>
                  <a:pt x="8889" y="160528"/>
                </a:lnTo>
                <a:lnTo>
                  <a:pt x="11811" y="169545"/>
                </a:lnTo>
                <a:lnTo>
                  <a:pt x="29845" y="193675"/>
                </a:lnTo>
                <a:lnTo>
                  <a:pt x="41910" y="199644"/>
                </a:lnTo>
                <a:lnTo>
                  <a:pt x="53975" y="202565"/>
                </a:lnTo>
                <a:lnTo>
                  <a:pt x="81407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5123" y="180848"/>
                </a:lnTo>
                <a:lnTo>
                  <a:pt x="66675" y="180848"/>
                </a:lnTo>
                <a:lnTo>
                  <a:pt x="60706" y="177927"/>
                </a:lnTo>
                <a:lnTo>
                  <a:pt x="51688" y="177927"/>
                </a:lnTo>
                <a:lnTo>
                  <a:pt x="39877" y="166116"/>
                </a:lnTo>
                <a:lnTo>
                  <a:pt x="33909" y="154038"/>
                </a:lnTo>
                <a:lnTo>
                  <a:pt x="28066" y="123825"/>
                </a:lnTo>
                <a:lnTo>
                  <a:pt x="27939" y="102616"/>
                </a:lnTo>
                <a:lnTo>
                  <a:pt x="27964" y="78232"/>
                </a:lnTo>
                <a:lnTo>
                  <a:pt x="33782" y="48133"/>
                </a:lnTo>
                <a:lnTo>
                  <a:pt x="45720" y="30099"/>
                </a:lnTo>
                <a:lnTo>
                  <a:pt x="48640" y="27178"/>
                </a:lnTo>
                <a:lnTo>
                  <a:pt x="51562" y="27178"/>
                </a:lnTo>
                <a:lnTo>
                  <a:pt x="60578" y="24257"/>
                </a:lnTo>
                <a:lnTo>
                  <a:pt x="117982" y="24257"/>
                </a:lnTo>
                <a:lnTo>
                  <a:pt x="105663" y="11938"/>
                </a:lnTo>
                <a:lnTo>
                  <a:pt x="93599" y="2921"/>
                </a:lnTo>
                <a:close/>
              </a:path>
              <a:path w="135473" h="202564">
                <a:moveTo>
                  <a:pt x="117982" y="24257"/>
                </a:moveTo>
                <a:lnTo>
                  <a:pt x="75691" y="24257"/>
                </a:lnTo>
                <a:lnTo>
                  <a:pt x="84709" y="27178"/>
                </a:lnTo>
                <a:lnTo>
                  <a:pt x="90677" y="30099"/>
                </a:lnTo>
                <a:lnTo>
                  <a:pt x="102615" y="48133"/>
                </a:lnTo>
                <a:lnTo>
                  <a:pt x="105537" y="57150"/>
                </a:lnTo>
                <a:lnTo>
                  <a:pt x="105537" y="63119"/>
                </a:lnTo>
                <a:lnTo>
                  <a:pt x="108458" y="78232"/>
                </a:lnTo>
                <a:lnTo>
                  <a:pt x="108458" y="123825"/>
                </a:lnTo>
                <a:lnTo>
                  <a:pt x="105537" y="138938"/>
                </a:lnTo>
                <a:lnTo>
                  <a:pt x="105537" y="147955"/>
                </a:lnTo>
                <a:lnTo>
                  <a:pt x="102559" y="154038"/>
                </a:lnTo>
                <a:lnTo>
                  <a:pt x="96647" y="165989"/>
                </a:lnTo>
                <a:lnTo>
                  <a:pt x="84709" y="177927"/>
                </a:lnTo>
                <a:lnTo>
                  <a:pt x="75691" y="177927"/>
                </a:lnTo>
                <a:lnTo>
                  <a:pt x="66675" y="180848"/>
                </a:lnTo>
                <a:lnTo>
                  <a:pt x="115123" y="180848"/>
                </a:lnTo>
                <a:lnTo>
                  <a:pt x="123571" y="169545"/>
                </a:lnTo>
                <a:lnTo>
                  <a:pt x="129539" y="148336"/>
                </a:lnTo>
                <a:lnTo>
                  <a:pt x="135467" y="130302"/>
                </a:lnTo>
                <a:lnTo>
                  <a:pt x="135473" y="75184"/>
                </a:lnTo>
                <a:lnTo>
                  <a:pt x="123571" y="32893"/>
                </a:lnTo>
                <a:lnTo>
                  <a:pt x="120650" y="26924"/>
                </a:lnTo>
                <a:lnTo>
                  <a:pt x="117982" y="24257"/>
                </a:lnTo>
                <a:close/>
              </a:path>
              <a:path w="135473" h="202564">
                <a:moveTo>
                  <a:pt x="81661" y="0"/>
                </a:moveTo>
                <a:lnTo>
                  <a:pt x="54228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k object 71"/>
          <p:cNvSpPr/>
          <p:nvPr/>
        </p:nvSpPr>
        <p:spPr>
          <a:xfrm>
            <a:off x="59263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bk object 72"/>
          <p:cNvSpPr/>
          <p:nvPr/>
        </p:nvSpPr>
        <p:spPr>
          <a:xfrm>
            <a:off x="5986800" y="6292440"/>
            <a:ext cx="137520" cy="20160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303" h="202311">
                <a:moveTo>
                  <a:pt x="90424" y="0"/>
                </a:moveTo>
                <a:lnTo>
                  <a:pt x="60071" y="0"/>
                </a:lnTo>
                <a:lnTo>
                  <a:pt x="48006" y="5969"/>
                </a:lnTo>
                <a:lnTo>
                  <a:pt x="32893" y="11925"/>
                </a:lnTo>
                <a:lnTo>
                  <a:pt x="14859" y="36068"/>
                </a:lnTo>
                <a:lnTo>
                  <a:pt x="5842" y="57277"/>
                </a:lnTo>
                <a:lnTo>
                  <a:pt x="2921" y="78486"/>
                </a:lnTo>
                <a:lnTo>
                  <a:pt x="0" y="90551"/>
                </a:lnTo>
                <a:lnTo>
                  <a:pt x="87" y="130810"/>
                </a:lnTo>
                <a:lnTo>
                  <a:pt x="2921" y="151384"/>
                </a:lnTo>
                <a:lnTo>
                  <a:pt x="11937" y="169545"/>
                </a:lnTo>
                <a:lnTo>
                  <a:pt x="14859" y="178562"/>
                </a:lnTo>
                <a:lnTo>
                  <a:pt x="20700" y="184404"/>
                </a:lnTo>
                <a:lnTo>
                  <a:pt x="32766" y="193421"/>
                </a:lnTo>
                <a:lnTo>
                  <a:pt x="44831" y="199390"/>
                </a:lnTo>
                <a:lnTo>
                  <a:pt x="56896" y="202311"/>
                </a:lnTo>
                <a:lnTo>
                  <a:pt x="84328" y="202311"/>
                </a:lnTo>
                <a:lnTo>
                  <a:pt x="96393" y="199390"/>
                </a:lnTo>
                <a:lnTo>
                  <a:pt x="108458" y="193421"/>
                </a:lnTo>
                <a:lnTo>
                  <a:pt x="120142" y="181737"/>
                </a:lnTo>
                <a:lnTo>
                  <a:pt x="59182" y="181737"/>
                </a:lnTo>
                <a:lnTo>
                  <a:pt x="50164" y="178816"/>
                </a:lnTo>
                <a:lnTo>
                  <a:pt x="44196" y="172847"/>
                </a:lnTo>
                <a:lnTo>
                  <a:pt x="38226" y="169926"/>
                </a:lnTo>
                <a:lnTo>
                  <a:pt x="38226" y="167005"/>
                </a:lnTo>
                <a:lnTo>
                  <a:pt x="32385" y="155067"/>
                </a:lnTo>
                <a:lnTo>
                  <a:pt x="29463" y="146050"/>
                </a:lnTo>
                <a:lnTo>
                  <a:pt x="29463" y="127889"/>
                </a:lnTo>
                <a:lnTo>
                  <a:pt x="32385" y="121920"/>
                </a:lnTo>
                <a:lnTo>
                  <a:pt x="35306" y="112903"/>
                </a:lnTo>
                <a:lnTo>
                  <a:pt x="41275" y="106934"/>
                </a:lnTo>
                <a:lnTo>
                  <a:pt x="47244" y="104000"/>
                </a:lnTo>
                <a:lnTo>
                  <a:pt x="53212" y="98044"/>
                </a:lnTo>
                <a:lnTo>
                  <a:pt x="127508" y="98044"/>
                </a:lnTo>
                <a:lnTo>
                  <a:pt x="123444" y="93980"/>
                </a:lnTo>
                <a:lnTo>
                  <a:pt x="27050" y="93980"/>
                </a:lnTo>
                <a:lnTo>
                  <a:pt x="29972" y="81915"/>
                </a:lnTo>
                <a:lnTo>
                  <a:pt x="29972" y="66802"/>
                </a:lnTo>
                <a:lnTo>
                  <a:pt x="32893" y="54737"/>
                </a:lnTo>
                <a:lnTo>
                  <a:pt x="38862" y="42672"/>
                </a:lnTo>
                <a:lnTo>
                  <a:pt x="53721" y="27800"/>
                </a:lnTo>
                <a:lnTo>
                  <a:pt x="59689" y="24892"/>
                </a:lnTo>
                <a:lnTo>
                  <a:pt x="65659" y="24892"/>
                </a:lnTo>
                <a:lnTo>
                  <a:pt x="74675" y="21971"/>
                </a:lnTo>
                <a:lnTo>
                  <a:pt x="125432" y="21971"/>
                </a:lnTo>
                <a:lnTo>
                  <a:pt x="123444" y="17907"/>
                </a:lnTo>
                <a:lnTo>
                  <a:pt x="114426" y="8890"/>
                </a:lnTo>
                <a:lnTo>
                  <a:pt x="102362" y="2921"/>
                </a:lnTo>
                <a:lnTo>
                  <a:pt x="96393" y="2921"/>
                </a:lnTo>
                <a:lnTo>
                  <a:pt x="90424" y="0"/>
                </a:lnTo>
                <a:close/>
              </a:path>
              <a:path w="138303" h="202311">
                <a:moveTo>
                  <a:pt x="127508" y="98044"/>
                </a:moveTo>
                <a:lnTo>
                  <a:pt x="80645" y="98044"/>
                </a:lnTo>
                <a:lnTo>
                  <a:pt x="92583" y="103886"/>
                </a:lnTo>
                <a:lnTo>
                  <a:pt x="104521" y="115824"/>
                </a:lnTo>
                <a:lnTo>
                  <a:pt x="107442" y="121793"/>
                </a:lnTo>
                <a:lnTo>
                  <a:pt x="107442" y="130810"/>
                </a:lnTo>
                <a:lnTo>
                  <a:pt x="110362" y="139827"/>
                </a:lnTo>
                <a:lnTo>
                  <a:pt x="110109" y="139954"/>
                </a:lnTo>
                <a:lnTo>
                  <a:pt x="107187" y="145923"/>
                </a:lnTo>
                <a:lnTo>
                  <a:pt x="107146" y="155067"/>
                </a:lnTo>
                <a:lnTo>
                  <a:pt x="104267" y="163957"/>
                </a:lnTo>
                <a:lnTo>
                  <a:pt x="98298" y="169926"/>
                </a:lnTo>
                <a:lnTo>
                  <a:pt x="92329" y="172847"/>
                </a:lnTo>
                <a:lnTo>
                  <a:pt x="86360" y="178816"/>
                </a:lnTo>
                <a:lnTo>
                  <a:pt x="80391" y="181737"/>
                </a:lnTo>
                <a:lnTo>
                  <a:pt x="120142" y="181737"/>
                </a:lnTo>
                <a:lnTo>
                  <a:pt x="126492" y="175387"/>
                </a:lnTo>
                <a:lnTo>
                  <a:pt x="132461" y="163322"/>
                </a:lnTo>
                <a:lnTo>
                  <a:pt x="138303" y="139192"/>
                </a:lnTo>
                <a:lnTo>
                  <a:pt x="135382" y="124079"/>
                </a:lnTo>
                <a:lnTo>
                  <a:pt x="135382" y="115062"/>
                </a:lnTo>
                <a:lnTo>
                  <a:pt x="129412" y="99949"/>
                </a:lnTo>
                <a:lnTo>
                  <a:pt x="127508" y="98044"/>
                </a:lnTo>
                <a:close/>
              </a:path>
              <a:path w="138303" h="202311">
                <a:moveTo>
                  <a:pt x="84328" y="73152"/>
                </a:moveTo>
                <a:lnTo>
                  <a:pt x="60071" y="73152"/>
                </a:lnTo>
                <a:lnTo>
                  <a:pt x="51054" y="76073"/>
                </a:lnTo>
                <a:lnTo>
                  <a:pt x="33020" y="88011"/>
                </a:lnTo>
                <a:lnTo>
                  <a:pt x="27050" y="93980"/>
                </a:lnTo>
                <a:lnTo>
                  <a:pt x="123444" y="93980"/>
                </a:lnTo>
                <a:lnTo>
                  <a:pt x="111379" y="81915"/>
                </a:lnTo>
                <a:lnTo>
                  <a:pt x="99441" y="76073"/>
                </a:lnTo>
                <a:lnTo>
                  <a:pt x="84328" y="73152"/>
                </a:lnTo>
                <a:close/>
              </a:path>
              <a:path w="138303" h="202311">
                <a:moveTo>
                  <a:pt x="125432" y="21971"/>
                </a:moveTo>
                <a:lnTo>
                  <a:pt x="74675" y="21971"/>
                </a:lnTo>
                <a:lnTo>
                  <a:pt x="83693" y="24892"/>
                </a:lnTo>
                <a:lnTo>
                  <a:pt x="89662" y="24892"/>
                </a:lnTo>
                <a:lnTo>
                  <a:pt x="95631" y="27800"/>
                </a:lnTo>
                <a:lnTo>
                  <a:pt x="101600" y="33782"/>
                </a:lnTo>
                <a:lnTo>
                  <a:pt x="107442" y="45720"/>
                </a:lnTo>
                <a:lnTo>
                  <a:pt x="107442" y="51689"/>
                </a:lnTo>
                <a:lnTo>
                  <a:pt x="110362" y="54610"/>
                </a:lnTo>
                <a:lnTo>
                  <a:pt x="134620" y="54610"/>
                </a:lnTo>
                <a:lnTo>
                  <a:pt x="135255" y="53848"/>
                </a:lnTo>
                <a:lnTo>
                  <a:pt x="135255" y="44831"/>
                </a:lnTo>
                <a:lnTo>
                  <a:pt x="132334" y="38862"/>
                </a:lnTo>
                <a:lnTo>
                  <a:pt x="132334" y="32893"/>
                </a:lnTo>
                <a:lnTo>
                  <a:pt x="126364" y="23876"/>
                </a:lnTo>
                <a:lnTo>
                  <a:pt x="125432" y="219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bk object 73"/>
          <p:cNvSpPr/>
          <p:nvPr/>
        </p:nvSpPr>
        <p:spPr>
          <a:xfrm>
            <a:off x="6350040" y="6293520"/>
            <a:ext cx="134280" cy="2016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4929" h="202437">
                <a:moveTo>
                  <a:pt x="93090" y="2920"/>
                </a:moveTo>
                <a:lnTo>
                  <a:pt x="41782" y="2920"/>
                </a:lnTo>
                <a:lnTo>
                  <a:pt x="29717" y="11937"/>
                </a:lnTo>
                <a:lnTo>
                  <a:pt x="14731" y="26911"/>
                </a:lnTo>
                <a:lnTo>
                  <a:pt x="11811" y="32892"/>
                </a:lnTo>
                <a:lnTo>
                  <a:pt x="8889" y="41909"/>
                </a:lnTo>
                <a:lnTo>
                  <a:pt x="5968" y="53974"/>
                </a:lnTo>
                <a:lnTo>
                  <a:pt x="3048" y="62991"/>
                </a:lnTo>
                <a:lnTo>
                  <a:pt x="126" y="75056"/>
                </a:lnTo>
                <a:lnTo>
                  <a:pt x="0" y="130428"/>
                </a:lnTo>
                <a:lnTo>
                  <a:pt x="5841" y="148462"/>
                </a:lnTo>
                <a:lnTo>
                  <a:pt x="8762" y="160527"/>
                </a:lnTo>
                <a:lnTo>
                  <a:pt x="11683" y="169544"/>
                </a:lnTo>
                <a:lnTo>
                  <a:pt x="14604" y="175513"/>
                </a:lnTo>
                <a:lnTo>
                  <a:pt x="20574" y="181482"/>
                </a:lnTo>
                <a:lnTo>
                  <a:pt x="29590" y="193547"/>
                </a:lnTo>
                <a:lnTo>
                  <a:pt x="47625" y="202437"/>
                </a:lnTo>
                <a:lnTo>
                  <a:pt x="81025" y="202437"/>
                </a:lnTo>
                <a:lnTo>
                  <a:pt x="93090" y="199516"/>
                </a:lnTo>
                <a:lnTo>
                  <a:pt x="105155" y="193547"/>
                </a:lnTo>
                <a:lnTo>
                  <a:pt x="114185" y="181482"/>
                </a:lnTo>
                <a:lnTo>
                  <a:pt x="114692" y="180974"/>
                </a:lnTo>
                <a:lnTo>
                  <a:pt x="69341" y="180974"/>
                </a:lnTo>
                <a:lnTo>
                  <a:pt x="60325" y="178053"/>
                </a:lnTo>
                <a:lnTo>
                  <a:pt x="51307" y="178053"/>
                </a:lnTo>
                <a:lnTo>
                  <a:pt x="39369" y="166115"/>
                </a:lnTo>
                <a:lnTo>
                  <a:pt x="33400" y="154050"/>
                </a:lnTo>
                <a:lnTo>
                  <a:pt x="27558" y="123824"/>
                </a:lnTo>
                <a:lnTo>
                  <a:pt x="27431" y="78231"/>
                </a:lnTo>
                <a:lnTo>
                  <a:pt x="33274" y="48005"/>
                </a:lnTo>
                <a:lnTo>
                  <a:pt x="45212" y="29971"/>
                </a:lnTo>
                <a:lnTo>
                  <a:pt x="51180" y="27050"/>
                </a:lnTo>
                <a:lnTo>
                  <a:pt x="60198" y="24129"/>
                </a:lnTo>
                <a:lnTo>
                  <a:pt x="117358" y="24129"/>
                </a:lnTo>
                <a:lnTo>
                  <a:pt x="105155" y="11937"/>
                </a:lnTo>
                <a:lnTo>
                  <a:pt x="93090" y="2920"/>
                </a:lnTo>
                <a:close/>
              </a:path>
              <a:path w="134929" h="202437">
                <a:moveTo>
                  <a:pt x="117358" y="24129"/>
                </a:moveTo>
                <a:lnTo>
                  <a:pt x="75311" y="24129"/>
                </a:lnTo>
                <a:lnTo>
                  <a:pt x="84327" y="27050"/>
                </a:lnTo>
                <a:lnTo>
                  <a:pt x="90296" y="29971"/>
                </a:lnTo>
                <a:lnTo>
                  <a:pt x="102235" y="48005"/>
                </a:lnTo>
                <a:lnTo>
                  <a:pt x="108076" y="78231"/>
                </a:lnTo>
                <a:lnTo>
                  <a:pt x="108076" y="123824"/>
                </a:lnTo>
                <a:lnTo>
                  <a:pt x="102235" y="154050"/>
                </a:lnTo>
                <a:lnTo>
                  <a:pt x="96265" y="166115"/>
                </a:lnTo>
                <a:lnTo>
                  <a:pt x="84327" y="178053"/>
                </a:lnTo>
                <a:lnTo>
                  <a:pt x="75311" y="178053"/>
                </a:lnTo>
                <a:lnTo>
                  <a:pt x="69341" y="180974"/>
                </a:lnTo>
                <a:lnTo>
                  <a:pt x="114692" y="180974"/>
                </a:lnTo>
                <a:lnTo>
                  <a:pt x="120141" y="175513"/>
                </a:lnTo>
                <a:lnTo>
                  <a:pt x="123062" y="169544"/>
                </a:lnTo>
                <a:lnTo>
                  <a:pt x="129031" y="148335"/>
                </a:lnTo>
                <a:lnTo>
                  <a:pt x="134917" y="130428"/>
                </a:lnTo>
                <a:lnTo>
                  <a:pt x="134929" y="75056"/>
                </a:lnTo>
                <a:lnTo>
                  <a:pt x="123062" y="32892"/>
                </a:lnTo>
                <a:lnTo>
                  <a:pt x="120141" y="26911"/>
                </a:lnTo>
                <a:lnTo>
                  <a:pt x="117358" y="24129"/>
                </a:lnTo>
                <a:close/>
              </a:path>
              <a:path w="134929" h="202437">
                <a:moveTo>
                  <a:pt x="81152" y="0"/>
                </a:moveTo>
                <a:lnTo>
                  <a:pt x="53720" y="0"/>
                </a:lnTo>
                <a:lnTo>
                  <a:pt x="47751" y="2920"/>
                </a:lnTo>
                <a:lnTo>
                  <a:pt x="87121" y="2920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bk object 74"/>
          <p:cNvSpPr/>
          <p:nvPr/>
        </p:nvSpPr>
        <p:spPr>
          <a:xfrm>
            <a:off x="65174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bk object 75"/>
          <p:cNvSpPr/>
          <p:nvPr/>
        </p:nvSpPr>
        <p:spPr>
          <a:xfrm>
            <a:off x="6577200" y="6300000"/>
            <a:ext cx="133200" cy="192960"/>
          </a:xfrm>
          <a:custGeom>
            <a:avLst/>
            <a:gdLst>
              <a:gd name="textAreaLeft" fmla="*/ 0 w 133200"/>
              <a:gd name="textAreaRight" fmla="*/ 133920 w 13320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133984" h="193675">
                <a:moveTo>
                  <a:pt x="133984" y="0"/>
                </a:moveTo>
                <a:lnTo>
                  <a:pt x="0" y="0"/>
                </a:lnTo>
                <a:lnTo>
                  <a:pt x="0" y="24256"/>
                </a:lnTo>
                <a:lnTo>
                  <a:pt x="106679" y="24256"/>
                </a:lnTo>
                <a:lnTo>
                  <a:pt x="94615" y="39369"/>
                </a:lnTo>
                <a:lnTo>
                  <a:pt x="91694" y="45338"/>
                </a:lnTo>
                <a:lnTo>
                  <a:pt x="76580" y="60451"/>
                </a:lnTo>
                <a:lnTo>
                  <a:pt x="70611" y="69468"/>
                </a:lnTo>
                <a:lnTo>
                  <a:pt x="67691" y="78485"/>
                </a:lnTo>
                <a:lnTo>
                  <a:pt x="55625" y="102730"/>
                </a:lnTo>
                <a:lnTo>
                  <a:pt x="43687" y="120776"/>
                </a:lnTo>
                <a:lnTo>
                  <a:pt x="37656" y="142240"/>
                </a:lnTo>
                <a:lnTo>
                  <a:pt x="31750" y="166230"/>
                </a:lnTo>
                <a:lnTo>
                  <a:pt x="31750" y="175259"/>
                </a:lnTo>
                <a:lnTo>
                  <a:pt x="28828" y="193420"/>
                </a:lnTo>
                <a:lnTo>
                  <a:pt x="28575" y="193675"/>
                </a:lnTo>
                <a:lnTo>
                  <a:pt x="56006" y="193675"/>
                </a:lnTo>
                <a:lnTo>
                  <a:pt x="58927" y="172465"/>
                </a:lnTo>
                <a:lnTo>
                  <a:pt x="61849" y="160400"/>
                </a:lnTo>
                <a:lnTo>
                  <a:pt x="67889" y="141985"/>
                </a:lnTo>
                <a:lnTo>
                  <a:pt x="73786" y="121031"/>
                </a:lnTo>
                <a:lnTo>
                  <a:pt x="82803" y="99822"/>
                </a:lnTo>
                <a:lnTo>
                  <a:pt x="91821" y="81660"/>
                </a:lnTo>
                <a:lnTo>
                  <a:pt x="103885" y="63500"/>
                </a:lnTo>
                <a:lnTo>
                  <a:pt x="112902" y="48387"/>
                </a:lnTo>
                <a:lnTo>
                  <a:pt x="121920" y="39369"/>
                </a:lnTo>
                <a:lnTo>
                  <a:pt x="133984" y="21209"/>
                </a:lnTo>
                <a:lnTo>
                  <a:pt x="13398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bk object 76"/>
          <p:cNvSpPr/>
          <p:nvPr/>
        </p:nvSpPr>
        <p:spPr>
          <a:xfrm>
            <a:off x="6941160" y="6293160"/>
            <a:ext cx="134280" cy="20124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127" h="201929">
                <a:moveTo>
                  <a:pt x="93345" y="2921"/>
                </a:moveTo>
                <a:lnTo>
                  <a:pt x="42037" y="2921"/>
                </a:lnTo>
                <a:lnTo>
                  <a:pt x="29972" y="11938"/>
                </a:lnTo>
                <a:lnTo>
                  <a:pt x="6223" y="53975"/>
                </a:lnTo>
                <a:lnTo>
                  <a:pt x="380" y="102616"/>
                </a:lnTo>
                <a:lnTo>
                  <a:pt x="40" y="102616"/>
                </a:lnTo>
                <a:lnTo>
                  <a:pt x="5842" y="147828"/>
                </a:lnTo>
                <a:lnTo>
                  <a:pt x="20700" y="180975"/>
                </a:lnTo>
                <a:lnTo>
                  <a:pt x="29718" y="193040"/>
                </a:lnTo>
                <a:lnTo>
                  <a:pt x="41782" y="199009"/>
                </a:lnTo>
                <a:lnTo>
                  <a:pt x="53848" y="201930"/>
                </a:lnTo>
                <a:lnTo>
                  <a:pt x="81279" y="201930"/>
                </a:lnTo>
                <a:lnTo>
                  <a:pt x="93345" y="199009"/>
                </a:lnTo>
                <a:lnTo>
                  <a:pt x="105410" y="193040"/>
                </a:lnTo>
                <a:lnTo>
                  <a:pt x="114332" y="181102"/>
                </a:lnTo>
                <a:lnTo>
                  <a:pt x="69596" y="181102"/>
                </a:lnTo>
                <a:lnTo>
                  <a:pt x="60578" y="178181"/>
                </a:lnTo>
                <a:lnTo>
                  <a:pt x="51562" y="178181"/>
                </a:lnTo>
                <a:lnTo>
                  <a:pt x="39624" y="166243"/>
                </a:lnTo>
                <a:lnTo>
                  <a:pt x="33654" y="154178"/>
                </a:lnTo>
                <a:lnTo>
                  <a:pt x="27813" y="123952"/>
                </a:lnTo>
                <a:lnTo>
                  <a:pt x="27686" y="102616"/>
                </a:lnTo>
                <a:lnTo>
                  <a:pt x="380" y="102616"/>
                </a:lnTo>
                <a:lnTo>
                  <a:pt x="0" y="102235"/>
                </a:lnTo>
                <a:lnTo>
                  <a:pt x="27686" y="102235"/>
                </a:lnTo>
                <a:lnTo>
                  <a:pt x="27686" y="78359"/>
                </a:lnTo>
                <a:lnTo>
                  <a:pt x="33527" y="48133"/>
                </a:lnTo>
                <a:lnTo>
                  <a:pt x="45466" y="30099"/>
                </a:lnTo>
                <a:lnTo>
                  <a:pt x="51435" y="27178"/>
                </a:lnTo>
                <a:lnTo>
                  <a:pt x="60451" y="24257"/>
                </a:lnTo>
                <a:lnTo>
                  <a:pt x="117728" y="24257"/>
                </a:lnTo>
                <a:lnTo>
                  <a:pt x="105410" y="11938"/>
                </a:lnTo>
                <a:lnTo>
                  <a:pt x="93345" y="2921"/>
                </a:lnTo>
                <a:close/>
              </a:path>
              <a:path w="135127" h="201929">
                <a:moveTo>
                  <a:pt x="117728" y="24257"/>
                </a:moveTo>
                <a:lnTo>
                  <a:pt x="78613" y="24257"/>
                </a:lnTo>
                <a:lnTo>
                  <a:pt x="90550" y="30099"/>
                </a:lnTo>
                <a:lnTo>
                  <a:pt x="102489" y="48133"/>
                </a:lnTo>
                <a:lnTo>
                  <a:pt x="108330" y="78359"/>
                </a:lnTo>
                <a:lnTo>
                  <a:pt x="108330" y="123952"/>
                </a:lnTo>
                <a:lnTo>
                  <a:pt x="102489" y="154178"/>
                </a:lnTo>
                <a:lnTo>
                  <a:pt x="96520" y="166243"/>
                </a:lnTo>
                <a:lnTo>
                  <a:pt x="84581" y="178181"/>
                </a:lnTo>
                <a:lnTo>
                  <a:pt x="78613" y="178181"/>
                </a:lnTo>
                <a:lnTo>
                  <a:pt x="69596" y="181102"/>
                </a:lnTo>
                <a:lnTo>
                  <a:pt x="114332" y="181102"/>
                </a:lnTo>
                <a:lnTo>
                  <a:pt x="114426" y="180975"/>
                </a:lnTo>
                <a:lnTo>
                  <a:pt x="120396" y="175006"/>
                </a:lnTo>
                <a:lnTo>
                  <a:pt x="123317" y="169037"/>
                </a:lnTo>
                <a:lnTo>
                  <a:pt x="129286" y="160020"/>
                </a:lnTo>
                <a:lnTo>
                  <a:pt x="132206" y="147955"/>
                </a:lnTo>
                <a:lnTo>
                  <a:pt x="132206" y="138938"/>
                </a:lnTo>
                <a:lnTo>
                  <a:pt x="135127" y="129921"/>
                </a:lnTo>
                <a:lnTo>
                  <a:pt x="135127" y="75057"/>
                </a:lnTo>
                <a:lnTo>
                  <a:pt x="132206" y="62992"/>
                </a:lnTo>
                <a:lnTo>
                  <a:pt x="132206" y="53975"/>
                </a:lnTo>
                <a:lnTo>
                  <a:pt x="129286" y="41910"/>
                </a:lnTo>
                <a:lnTo>
                  <a:pt x="123317" y="32893"/>
                </a:lnTo>
                <a:lnTo>
                  <a:pt x="120396" y="26924"/>
                </a:lnTo>
                <a:lnTo>
                  <a:pt x="117728" y="24257"/>
                </a:lnTo>
                <a:close/>
              </a:path>
              <a:path w="135127" h="201929">
                <a:moveTo>
                  <a:pt x="81406" y="0"/>
                </a:moveTo>
                <a:lnTo>
                  <a:pt x="53975" y="0"/>
                </a:lnTo>
                <a:lnTo>
                  <a:pt x="48005" y="2921"/>
                </a:lnTo>
                <a:lnTo>
                  <a:pt x="87375" y="2921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bk object 77"/>
          <p:cNvSpPr/>
          <p:nvPr/>
        </p:nvSpPr>
        <p:spPr>
          <a:xfrm>
            <a:off x="71089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bk object 78"/>
          <p:cNvSpPr/>
          <p:nvPr/>
        </p:nvSpPr>
        <p:spPr>
          <a:xfrm>
            <a:off x="7170480" y="6293880"/>
            <a:ext cx="134640" cy="199800"/>
          </a:xfrm>
          <a:custGeom>
            <a:avLst/>
            <a:gdLst>
              <a:gd name="textAreaLeft" fmla="*/ 0 w 134640"/>
              <a:gd name="textAreaRight" fmla="*/ 135360 w 134640"/>
              <a:gd name="textAreaTop" fmla="*/ 0 h 199800"/>
              <a:gd name="textAreaBottom" fmla="*/ 200520 h 199800"/>
            </a:gdLst>
            <a:ahLst/>
            <a:cxnLst/>
            <a:rect l="textAreaLeft" t="textAreaTop" r="textAreaRight" b="textAreaBottom"/>
            <a:pathLst>
              <a:path w="135254" h="200405">
                <a:moveTo>
                  <a:pt x="32493" y="89606"/>
                </a:moveTo>
                <a:lnTo>
                  <a:pt x="26669" y="92456"/>
                </a:lnTo>
                <a:lnTo>
                  <a:pt x="23749" y="95377"/>
                </a:lnTo>
                <a:lnTo>
                  <a:pt x="17779" y="98298"/>
                </a:lnTo>
                <a:lnTo>
                  <a:pt x="14858" y="101219"/>
                </a:lnTo>
                <a:lnTo>
                  <a:pt x="2920" y="119253"/>
                </a:lnTo>
                <a:lnTo>
                  <a:pt x="0" y="128270"/>
                </a:lnTo>
                <a:lnTo>
                  <a:pt x="0" y="140335"/>
                </a:lnTo>
                <a:lnTo>
                  <a:pt x="20827" y="188595"/>
                </a:lnTo>
                <a:lnTo>
                  <a:pt x="44957" y="197485"/>
                </a:lnTo>
                <a:lnTo>
                  <a:pt x="53975" y="200406"/>
                </a:lnTo>
                <a:lnTo>
                  <a:pt x="81406" y="200406"/>
                </a:lnTo>
                <a:lnTo>
                  <a:pt x="105536" y="194551"/>
                </a:lnTo>
                <a:lnTo>
                  <a:pt x="114553" y="188595"/>
                </a:lnTo>
                <a:lnTo>
                  <a:pt x="120523" y="182626"/>
                </a:lnTo>
                <a:lnTo>
                  <a:pt x="123071" y="177419"/>
                </a:lnTo>
                <a:lnTo>
                  <a:pt x="53593" y="177419"/>
                </a:lnTo>
                <a:lnTo>
                  <a:pt x="44576" y="174498"/>
                </a:lnTo>
                <a:lnTo>
                  <a:pt x="38734" y="168656"/>
                </a:lnTo>
                <a:lnTo>
                  <a:pt x="35813" y="162687"/>
                </a:lnTo>
                <a:lnTo>
                  <a:pt x="29844" y="156718"/>
                </a:lnTo>
                <a:lnTo>
                  <a:pt x="29844" y="150749"/>
                </a:lnTo>
                <a:lnTo>
                  <a:pt x="26924" y="141732"/>
                </a:lnTo>
                <a:lnTo>
                  <a:pt x="29844" y="132588"/>
                </a:lnTo>
                <a:lnTo>
                  <a:pt x="29844" y="123571"/>
                </a:lnTo>
                <a:lnTo>
                  <a:pt x="41655" y="111760"/>
                </a:lnTo>
                <a:lnTo>
                  <a:pt x="53593" y="105918"/>
                </a:lnTo>
                <a:lnTo>
                  <a:pt x="126386" y="105918"/>
                </a:lnTo>
                <a:lnTo>
                  <a:pt x="123443" y="101473"/>
                </a:lnTo>
                <a:lnTo>
                  <a:pt x="111505" y="95631"/>
                </a:lnTo>
                <a:lnTo>
                  <a:pt x="108584" y="92710"/>
                </a:lnTo>
                <a:lnTo>
                  <a:pt x="102615" y="89776"/>
                </a:lnTo>
                <a:lnTo>
                  <a:pt x="33019" y="89776"/>
                </a:lnTo>
                <a:lnTo>
                  <a:pt x="32493" y="89606"/>
                </a:lnTo>
                <a:close/>
              </a:path>
              <a:path w="135254" h="200405">
                <a:moveTo>
                  <a:pt x="126386" y="105918"/>
                </a:moveTo>
                <a:lnTo>
                  <a:pt x="81025" y="105918"/>
                </a:lnTo>
                <a:lnTo>
                  <a:pt x="90042" y="108826"/>
                </a:lnTo>
                <a:lnTo>
                  <a:pt x="96011" y="111760"/>
                </a:lnTo>
                <a:lnTo>
                  <a:pt x="101980" y="117729"/>
                </a:lnTo>
                <a:lnTo>
                  <a:pt x="104839" y="123571"/>
                </a:lnTo>
                <a:lnTo>
                  <a:pt x="104901" y="126619"/>
                </a:lnTo>
                <a:lnTo>
                  <a:pt x="107823" y="132588"/>
                </a:lnTo>
                <a:lnTo>
                  <a:pt x="107823" y="150749"/>
                </a:lnTo>
                <a:lnTo>
                  <a:pt x="104901" y="156718"/>
                </a:lnTo>
                <a:lnTo>
                  <a:pt x="104901" y="159626"/>
                </a:lnTo>
                <a:lnTo>
                  <a:pt x="90042" y="174498"/>
                </a:lnTo>
                <a:lnTo>
                  <a:pt x="81025" y="177419"/>
                </a:lnTo>
                <a:lnTo>
                  <a:pt x="123071" y="177419"/>
                </a:lnTo>
                <a:lnTo>
                  <a:pt x="126364" y="170688"/>
                </a:lnTo>
                <a:lnTo>
                  <a:pt x="132333" y="164719"/>
                </a:lnTo>
                <a:lnTo>
                  <a:pt x="132333" y="158750"/>
                </a:lnTo>
                <a:lnTo>
                  <a:pt x="135254" y="152781"/>
                </a:lnTo>
                <a:lnTo>
                  <a:pt x="135172" y="128270"/>
                </a:lnTo>
                <a:lnTo>
                  <a:pt x="129412" y="110490"/>
                </a:lnTo>
                <a:lnTo>
                  <a:pt x="126386" y="105918"/>
                </a:lnTo>
                <a:close/>
              </a:path>
              <a:path w="135254" h="200405">
                <a:moveTo>
                  <a:pt x="103364" y="89535"/>
                </a:moveTo>
                <a:lnTo>
                  <a:pt x="32638" y="89535"/>
                </a:lnTo>
                <a:lnTo>
                  <a:pt x="33019" y="89776"/>
                </a:lnTo>
                <a:lnTo>
                  <a:pt x="102615" y="89776"/>
                </a:lnTo>
                <a:lnTo>
                  <a:pt x="103364" y="89535"/>
                </a:lnTo>
                <a:close/>
              </a:path>
              <a:path w="135254" h="200405">
                <a:moveTo>
                  <a:pt x="78485" y="0"/>
                </a:moveTo>
                <a:lnTo>
                  <a:pt x="57276" y="0"/>
                </a:lnTo>
                <a:lnTo>
                  <a:pt x="48259" y="2921"/>
                </a:lnTo>
                <a:lnTo>
                  <a:pt x="36194" y="5842"/>
                </a:lnTo>
                <a:lnTo>
                  <a:pt x="18160" y="17780"/>
                </a:lnTo>
                <a:lnTo>
                  <a:pt x="12191" y="26797"/>
                </a:lnTo>
                <a:lnTo>
                  <a:pt x="6350" y="50927"/>
                </a:lnTo>
                <a:lnTo>
                  <a:pt x="15112" y="77978"/>
                </a:lnTo>
                <a:lnTo>
                  <a:pt x="24002" y="86868"/>
                </a:lnTo>
                <a:lnTo>
                  <a:pt x="32493" y="89606"/>
                </a:lnTo>
                <a:lnTo>
                  <a:pt x="32638" y="89535"/>
                </a:lnTo>
                <a:lnTo>
                  <a:pt x="103364" y="89535"/>
                </a:lnTo>
                <a:lnTo>
                  <a:pt x="111632" y="86868"/>
                </a:lnTo>
                <a:lnTo>
                  <a:pt x="115570" y="82931"/>
                </a:lnTo>
                <a:lnTo>
                  <a:pt x="59689" y="82931"/>
                </a:lnTo>
                <a:lnTo>
                  <a:pt x="59689" y="80010"/>
                </a:lnTo>
                <a:lnTo>
                  <a:pt x="56768" y="80010"/>
                </a:lnTo>
                <a:lnTo>
                  <a:pt x="38861" y="71247"/>
                </a:lnTo>
                <a:lnTo>
                  <a:pt x="35940" y="65278"/>
                </a:lnTo>
                <a:lnTo>
                  <a:pt x="35940" y="59309"/>
                </a:lnTo>
                <a:lnTo>
                  <a:pt x="33019" y="50292"/>
                </a:lnTo>
                <a:lnTo>
                  <a:pt x="35940" y="44196"/>
                </a:lnTo>
                <a:lnTo>
                  <a:pt x="35940" y="38227"/>
                </a:lnTo>
                <a:lnTo>
                  <a:pt x="38861" y="32258"/>
                </a:lnTo>
                <a:lnTo>
                  <a:pt x="44830" y="29337"/>
                </a:lnTo>
                <a:lnTo>
                  <a:pt x="50800" y="23368"/>
                </a:lnTo>
                <a:lnTo>
                  <a:pt x="56768" y="23368"/>
                </a:lnTo>
                <a:lnTo>
                  <a:pt x="59689" y="20447"/>
                </a:lnTo>
                <a:lnTo>
                  <a:pt x="119367" y="20447"/>
                </a:lnTo>
                <a:lnTo>
                  <a:pt x="117601" y="17780"/>
                </a:lnTo>
                <a:lnTo>
                  <a:pt x="111632" y="11811"/>
                </a:lnTo>
                <a:lnTo>
                  <a:pt x="102615" y="5842"/>
                </a:lnTo>
                <a:lnTo>
                  <a:pt x="78485" y="0"/>
                </a:lnTo>
                <a:close/>
              </a:path>
              <a:path w="135254" h="200405">
                <a:moveTo>
                  <a:pt x="119367" y="20447"/>
                </a:moveTo>
                <a:lnTo>
                  <a:pt x="74815" y="20447"/>
                </a:lnTo>
                <a:lnTo>
                  <a:pt x="80772" y="23368"/>
                </a:lnTo>
                <a:lnTo>
                  <a:pt x="86740" y="23368"/>
                </a:lnTo>
                <a:lnTo>
                  <a:pt x="89661" y="29337"/>
                </a:lnTo>
                <a:lnTo>
                  <a:pt x="95630" y="32258"/>
                </a:lnTo>
                <a:lnTo>
                  <a:pt x="101473" y="44196"/>
                </a:lnTo>
                <a:lnTo>
                  <a:pt x="101473" y="59309"/>
                </a:lnTo>
                <a:lnTo>
                  <a:pt x="95630" y="71247"/>
                </a:lnTo>
                <a:lnTo>
                  <a:pt x="92709" y="74168"/>
                </a:lnTo>
                <a:lnTo>
                  <a:pt x="74815" y="82931"/>
                </a:lnTo>
                <a:lnTo>
                  <a:pt x="115570" y="82931"/>
                </a:lnTo>
                <a:lnTo>
                  <a:pt x="120523" y="77978"/>
                </a:lnTo>
                <a:lnTo>
                  <a:pt x="126491" y="68961"/>
                </a:lnTo>
                <a:lnTo>
                  <a:pt x="129412" y="59944"/>
                </a:lnTo>
                <a:lnTo>
                  <a:pt x="129412" y="50927"/>
                </a:lnTo>
                <a:lnTo>
                  <a:pt x="123570" y="26797"/>
                </a:lnTo>
                <a:lnTo>
                  <a:pt x="119367" y="20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bk object 79"/>
          <p:cNvSpPr/>
          <p:nvPr/>
        </p:nvSpPr>
        <p:spPr>
          <a:xfrm>
            <a:off x="7531920" y="6293160"/>
            <a:ext cx="134640" cy="2012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394" h="202056">
                <a:moveTo>
                  <a:pt x="0" y="102235"/>
                </a:moveTo>
                <a:lnTo>
                  <a:pt x="5842" y="147828"/>
                </a:lnTo>
                <a:lnTo>
                  <a:pt x="29845" y="193167"/>
                </a:lnTo>
                <a:lnTo>
                  <a:pt x="53975" y="202057"/>
                </a:lnTo>
                <a:lnTo>
                  <a:pt x="81407" y="202057"/>
                </a:lnTo>
                <a:lnTo>
                  <a:pt x="93472" y="199136"/>
                </a:lnTo>
                <a:lnTo>
                  <a:pt x="105537" y="193167"/>
                </a:lnTo>
                <a:lnTo>
                  <a:pt x="117221" y="181483"/>
                </a:lnTo>
                <a:lnTo>
                  <a:pt x="69723" y="181483"/>
                </a:lnTo>
                <a:lnTo>
                  <a:pt x="60706" y="178562"/>
                </a:lnTo>
                <a:lnTo>
                  <a:pt x="51689" y="178562"/>
                </a:lnTo>
                <a:lnTo>
                  <a:pt x="39751" y="166624"/>
                </a:lnTo>
                <a:lnTo>
                  <a:pt x="36830" y="154559"/>
                </a:lnTo>
                <a:lnTo>
                  <a:pt x="33909" y="148590"/>
                </a:lnTo>
                <a:lnTo>
                  <a:pt x="30988" y="139573"/>
                </a:lnTo>
                <a:lnTo>
                  <a:pt x="30988" y="124460"/>
                </a:lnTo>
                <a:lnTo>
                  <a:pt x="28067" y="103238"/>
                </a:lnTo>
                <a:lnTo>
                  <a:pt x="27927" y="102616"/>
                </a:lnTo>
                <a:lnTo>
                  <a:pt x="635" y="102616"/>
                </a:lnTo>
                <a:lnTo>
                  <a:pt x="0" y="102235"/>
                </a:lnTo>
                <a:close/>
              </a:path>
              <a:path w="135394" h="202056">
                <a:moveTo>
                  <a:pt x="119407" y="24384"/>
                </a:moveTo>
                <a:lnTo>
                  <a:pt x="78740" y="24384"/>
                </a:lnTo>
                <a:lnTo>
                  <a:pt x="84709" y="27305"/>
                </a:lnTo>
                <a:lnTo>
                  <a:pt x="87630" y="27305"/>
                </a:lnTo>
                <a:lnTo>
                  <a:pt x="90551" y="30213"/>
                </a:lnTo>
                <a:lnTo>
                  <a:pt x="102489" y="48260"/>
                </a:lnTo>
                <a:lnTo>
                  <a:pt x="108407" y="63246"/>
                </a:lnTo>
                <a:lnTo>
                  <a:pt x="108458" y="139573"/>
                </a:lnTo>
                <a:lnTo>
                  <a:pt x="102489" y="154686"/>
                </a:lnTo>
                <a:lnTo>
                  <a:pt x="96520" y="166738"/>
                </a:lnTo>
                <a:lnTo>
                  <a:pt x="84709" y="178562"/>
                </a:lnTo>
                <a:lnTo>
                  <a:pt x="78740" y="178562"/>
                </a:lnTo>
                <a:lnTo>
                  <a:pt x="69723" y="181483"/>
                </a:lnTo>
                <a:lnTo>
                  <a:pt x="117221" y="181483"/>
                </a:lnTo>
                <a:lnTo>
                  <a:pt x="117602" y="181102"/>
                </a:lnTo>
                <a:lnTo>
                  <a:pt x="123571" y="169037"/>
                </a:lnTo>
                <a:lnTo>
                  <a:pt x="129540" y="160020"/>
                </a:lnTo>
                <a:lnTo>
                  <a:pt x="132461" y="147955"/>
                </a:lnTo>
                <a:lnTo>
                  <a:pt x="132461" y="138938"/>
                </a:lnTo>
                <a:lnTo>
                  <a:pt x="135394" y="129921"/>
                </a:lnTo>
                <a:lnTo>
                  <a:pt x="135394" y="75057"/>
                </a:lnTo>
                <a:lnTo>
                  <a:pt x="132553" y="63373"/>
                </a:lnTo>
                <a:lnTo>
                  <a:pt x="132461" y="53975"/>
                </a:lnTo>
                <a:lnTo>
                  <a:pt x="129540" y="41910"/>
                </a:lnTo>
                <a:lnTo>
                  <a:pt x="123571" y="32893"/>
                </a:lnTo>
                <a:lnTo>
                  <a:pt x="119407" y="24384"/>
                </a:lnTo>
                <a:close/>
              </a:path>
              <a:path w="135394" h="202056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8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56" y="75184"/>
                </a:lnTo>
                <a:lnTo>
                  <a:pt x="635" y="102616"/>
                </a:lnTo>
                <a:lnTo>
                  <a:pt x="27927" y="102616"/>
                </a:lnTo>
                <a:lnTo>
                  <a:pt x="30861" y="78359"/>
                </a:lnTo>
                <a:lnTo>
                  <a:pt x="30985" y="62992"/>
                </a:lnTo>
                <a:lnTo>
                  <a:pt x="33782" y="57277"/>
                </a:lnTo>
                <a:lnTo>
                  <a:pt x="39624" y="39243"/>
                </a:lnTo>
                <a:lnTo>
                  <a:pt x="45593" y="30213"/>
                </a:lnTo>
                <a:lnTo>
                  <a:pt x="51562" y="27305"/>
                </a:lnTo>
                <a:lnTo>
                  <a:pt x="60579" y="24384"/>
                </a:lnTo>
                <a:lnTo>
                  <a:pt x="119407" y="24384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394" h="202056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bk object 80"/>
          <p:cNvSpPr/>
          <p:nvPr/>
        </p:nvSpPr>
        <p:spPr>
          <a:xfrm>
            <a:off x="77000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65" h="33401">
                <a:moveTo>
                  <a:pt x="0" y="16700"/>
                </a:moveTo>
                <a:lnTo>
                  <a:pt x="30365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bk object 81"/>
          <p:cNvSpPr/>
          <p:nvPr/>
        </p:nvSpPr>
        <p:spPr>
          <a:xfrm>
            <a:off x="7761240" y="6293520"/>
            <a:ext cx="137880" cy="201240"/>
          </a:xfrm>
          <a:custGeom>
            <a:avLst/>
            <a:gdLst>
              <a:gd name="textAreaLeft" fmla="*/ 0 w 137880"/>
              <a:gd name="textAreaRight" fmla="*/ 138600 w 1378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8429" h="202056">
                <a:moveTo>
                  <a:pt x="27558" y="147954"/>
                </a:moveTo>
                <a:lnTo>
                  <a:pt x="126" y="147954"/>
                </a:lnTo>
                <a:lnTo>
                  <a:pt x="0" y="157225"/>
                </a:lnTo>
                <a:lnTo>
                  <a:pt x="2802" y="162940"/>
                </a:lnTo>
                <a:lnTo>
                  <a:pt x="2921" y="166115"/>
                </a:lnTo>
                <a:lnTo>
                  <a:pt x="32893" y="199135"/>
                </a:lnTo>
                <a:lnTo>
                  <a:pt x="44957" y="202056"/>
                </a:lnTo>
                <a:lnTo>
                  <a:pt x="78358" y="202056"/>
                </a:lnTo>
                <a:lnTo>
                  <a:pt x="90436" y="199135"/>
                </a:lnTo>
                <a:lnTo>
                  <a:pt x="114553" y="181101"/>
                </a:lnTo>
                <a:lnTo>
                  <a:pt x="114781" y="180720"/>
                </a:lnTo>
                <a:lnTo>
                  <a:pt x="54355" y="180720"/>
                </a:lnTo>
                <a:lnTo>
                  <a:pt x="48386" y="177799"/>
                </a:lnTo>
                <a:lnTo>
                  <a:pt x="39370" y="174878"/>
                </a:lnTo>
                <a:lnTo>
                  <a:pt x="33400" y="168909"/>
                </a:lnTo>
                <a:lnTo>
                  <a:pt x="30479" y="162940"/>
                </a:lnTo>
                <a:lnTo>
                  <a:pt x="27558" y="160007"/>
                </a:lnTo>
                <a:lnTo>
                  <a:pt x="27558" y="147954"/>
                </a:lnTo>
                <a:close/>
              </a:path>
              <a:path w="138429" h="202056">
                <a:moveTo>
                  <a:pt x="136073" y="108584"/>
                </a:moveTo>
                <a:lnTo>
                  <a:pt x="108203" y="108584"/>
                </a:lnTo>
                <a:lnTo>
                  <a:pt x="108203" y="126745"/>
                </a:lnTo>
                <a:lnTo>
                  <a:pt x="105282" y="138810"/>
                </a:lnTo>
                <a:lnTo>
                  <a:pt x="102361" y="147827"/>
                </a:lnTo>
                <a:lnTo>
                  <a:pt x="96393" y="159892"/>
                </a:lnTo>
                <a:lnTo>
                  <a:pt x="93472" y="168909"/>
                </a:lnTo>
                <a:lnTo>
                  <a:pt x="84454" y="174878"/>
                </a:lnTo>
                <a:lnTo>
                  <a:pt x="72516" y="180720"/>
                </a:lnTo>
                <a:lnTo>
                  <a:pt x="114781" y="180720"/>
                </a:lnTo>
                <a:lnTo>
                  <a:pt x="123571" y="165988"/>
                </a:lnTo>
                <a:lnTo>
                  <a:pt x="135508" y="123570"/>
                </a:lnTo>
                <a:lnTo>
                  <a:pt x="135533" y="111378"/>
                </a:lnTo>
                <a:lnTo>
                  <a:pt x="136073" y="108584"/>
                </a:lnTo>
                <a:close/>
              </a:path>
              <a:path w="138429" h="202056">
                <a:moveTo>
                  <a:pt x="81533" y="0"/>
                </a:moveTo>
                <a:lnTo>
                  <a:pt x="51180" y="0"/>
                </a:lnTo>
                <a:lnTo>
                  <a:pt x="39115" y="2920"/>
                </a:lnTo>
                <a:lnTo>
                  <a:pt x="27050" y="8889"/>
                </a:lnTo>
                <a:lnTo>
                  <a:pt x="9144" y="26796"/>
                </a:lnTo>
                <a:lnTo>
                  <a:pt x="3175" y="38861"/>
                </a:lnTo>
                <a:lnTo>
                  <a:pt x="253" y="50926"/>
                </a:lnTo>
                <a:lnTo>
                  <a:pt x="253" y="78358"/>
                </a:lnTo>
                <a:lnTo>
                  <a:pt x="27050" y="120395"/>
                </a:lnTo>
                <a:lnTo>
                  <a:pt x="45084" y="129285"/>
                </a:lnTo>
                <a:lnTo>
                  <a:pt x="78485" y="129285"/>
                </a:lnTo>
                <a:lnTo>
                  <a:pt x="87502" y="126364"/>
                </a:lnTo>
                <a:lnTo>
                  <a:pt x="96520" y="120395"/>
                </a:lnTo>
                <a:lnTo>
                  <a:pt x="99440" y="117474"/>
                </a:lnTo>
                <a:lnTo>
                  <a:pt x="102361" y="117474"/>
                </a:lnTo>
                <a:lnTo>
                  <a:pt x="105282" y="114553"/>
                </a:lnTo>
                <a:lnTo>
                  <a:pt x="108203" y="108584"/>
                </a:lnTo>
                <a:lnTo>
                  <a:pt x="136073" y="108584"/>
                </a:lnTo>
                <a:lnTo>
                  <a:pt x="136196" y="107949"/>
                </a:lnTo>
                <a:lnTo>
                  <a:pt x="66166" y="107949"/>
                </a:lnTo>
                <a:lnTo>
                  <a:pt x="48132" y="102107"/>
                </a:lnTo>
                <a:lnTo>
                  <a:pt x="36195" y="96265"/>
                </a:lnTo>
                <a:lnTo>
                  <a:pt x="33286" y="90296"/>
                </a:lnTo>
                <a:lnTo>
                  <a:pt x="30352" y="81279"/>
                </a:lnTo>
                <a:lnTo>
                  <a:pt x="27419" y="75310"/>
                </a:lnTo>
                <a:lnTo>
                  <a:pt x="27419" y="56768"/>
                </a:lnTo>
                <a:lnTo>
                  <a:pt x="30352" y="47751"/>
                </a:lnTo>
                <a:lnTo>
                  <a:pt x="33161" y="42036"/>
                </a:lnTo>
                <a:lnTo>
                  <a:pt x="33286" y="38861"/>
                </a:lnTo>
                <a:lnTo>
                  <a:pt x="48005" y="24129"/>
                </a:lnTo>
                <a:lnTo>
                  <a:pt x="57023" y="24129"/>
                </a:lnTo>
                <a:lnTo>
                  <a:pt x="66039" y="21208"/>
                </a:lnTo>
                <a:lnTo>
                  <a:pt x="117982" y="21208"/>
                </a:lnTo>
                <a:lnTo>
                  <a:pt x="105663" y="8889"/>
                </a:lnTo>
                <a:lnTo>
                  <a:pt x="93611" y="2920"/>
                </a:lnTo>
                <a:lnTo>
                  <a:pt x="81533" y="0"/>
                </a:lnTo>
                <a:close/>
              </a:path>
              <a:path w="138429" h="202056">
                <a:moveTo>
                  <a:pt x="117982" y="21208"/>
                </a:moveTo>
                <a:lnTo>
                  <a:pt x="66039" y="21208"/>
                </a:lnTo>
                <a:lnTo>
                  <a:pt x="75044" y="24129"/>
                </a:lnTo>
                <a:lnTo>
                  <a:pt x="84086" y="24129"/>
                </a:lnTo>
                <a:lnTo>
                  <a:pt x="101980" y="42036"/>
                </a:lnTo>
                <a:lnTo>
                  <a:pt x="104777" y="47751"/>
                </a:lnTo>
                <a:lnTo>
                  <a:pt x="104901" y="78358"/>
                </a:lnTo>
                <a:lnTo>
                  <a:pt x="101980" y="81279"/>
                </a:lnTo>
                <a:lnTo>
                  <a:pt x="99059" y="90296"/>
                </a:lnTo>
                <a:lnTo>
                  <a:pt x="99059" y="93217"/>
                </a:lnTo>
                <a:lnTo>
                  <a:pt x="96138" y="96138"/>
                </a:lnTo>
                <a:lnTo>
                  <a:pt x="90170" y="99059"/>
                </a:lnTo>
                <a:lnTo>
                  <a:pt x="81152" y="105028"/>
                </a:lnTo>
                <a:lnTo>
                  <a:pt x="75183" y="105028"/>
                </a:lnTo>
                <a:lnTo>
                  <a:pt x="66166" y="107949"/>
                </a:lnTo>
                <a:lnTo>
                  <a:pt x="136196" y="107949"/>
                </a:lnTo>
                <a:lnTo>
                  <a:pt x="138429" y="96392"/>
                </a:lnTo>
                <a:lnTo>
                  <a:pt x="135508" y="72135"/>
                </a:lnTo>
                <a:lnTo>
                  <a:pt x="132587" y="50926"/>
                </a:lnTo>
                <a:lnTo>
                  <a:pt x="123571" y="32765"/>
                </a:lnTo>
                <a:lnTo>
                  <a:pt x="123571" y="29832"/>
                </a:lnTo>
                <a:lnTo>
                  <a:pt x="120650" y="23875"/>
                </a:lnTo>
                <a:lnTo>
                  <a:pt x="117982" y="2120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k object 82"/>
          <p:cNvSpPr/>
          <p:nvPr/>
        </p:nvSpPr>
        <p:spPr>
          <a:xfrm>
            <a:off x="81424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5" h="201041">
                <a:moveTo>
                  <a:pt x="72135" y="0"/>
                </a:moveTo>
                <a:lnTo>
                  <a:pt x="53975" y="0"/>
                </a:lnTo>
                <a:lnTo>
                  <a:pt x="51053" y="2920"/>
                </a:lnTo>
                <a:lnTo>
                  <a:pt x="51053" y="8889"/>
                </a:lnTo>
                <a:lnTo>
                  <a:pt x="45211" y="20827"/>
                </a:lnTo>
                <a:lnTo>
                  <a:pt x="36207" y="26784"/>
                </a:lnTo>
                <a:lnTo>
                  <a:pt x="30225" y="32765"/>
                </a:lnTo>
                <a:lnTo>
                  <a:pt x="21208" y="35686"/>
                </a:lnTo>
                <a:lnTo>
                  <a:pt x="0" y="35686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4"/>
                </a:lnTo>
                <a:lnTo>
                  <a:pt x="44703" y="201040"/>
                </a:lnTo>
                <a:lnTo>
                  <a:pt x="72135" y="201040"/>
                </a:lnTo>
                <a:lnTo>
                  <a:pt x="72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bk object 83"/>
          <p:cNvSpPr/>
          <p:nvPr/>
        </p:nvSpPr>
        <p:spPr>
          <a:xfrm>
            <a:off x="827028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bk object 84"/>
          <p:cNvSpPr/>
          <p:nvPr/>
        </p:nvSpPr>
        <p:spPr>
          <a:xfrm>
            <a:off x="833076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8" h="202564">
                <a:moveTo>
                  <a:pt x="93598" y="2920"/>
                </a:moveTo>
                <a:lnTo>
                  <a:pt x="42290" y="2920"/>
                </a:lnTo>
                <a:lnTo>
                  <a:pt x="30225" y="11937"/>
                </a:lnTo>
                <a:lnTo>
                  <a:pt x="18287" y="23875"/>
                </a:lnTo>
                <a:lnTo>
                  <a:pt x="18287" y="26784"/>
                </a:lnTo>
                <a:lnTo>
                  <a:pt x="12318" y="32765"/>
                </a:lnTo>
                <a:lnTo>
                  <a:pt x="12318" y="38734"/>
                </a:lnTo>
                <a:lnTo>
                  <a:pt x="9397" y="41655"/>
                </a:lnTo>
                <a:lnTo>
                  <a:pt x="6476" y="53720"/>
                </a:lnTo>
                <a:lnTo>
                  <a:pt x="3527" y="75310"/>
                </a:lnTo>
                <a:lnTo>
                  <a:pt x="634" y="102361"/>
                </a:lnTo>
                <a:lnTo>
                  <a:pt x="0" y="102742"/>
                </a:lnTo>
                <a:lnTo>
                  <a:pt x="5841" y="148335"/>
                </a:lnTo>
                <a:lnTo>
                  <a:pt x="29844" y="193674"/>
                </a:lnTo>
                <a:lnTo>
                  <a:pt x="53975" y="202564"/>
                </a:lnTo>
                <a:lnTo>
                  <a:pt x="81406" y="202564"/>
                </a:lnTo>
                <a:lnTo>
                  <a:pt x="93471" y="199643"/>
                </a:lnTo>
                <a:lnTo>
                  <a:pt x="105536" y="193674"/>
                </a:lnTo>
                <a:lnTo>
                  <a:pt x="117601" y="181609"/>
                </a:lnTo>
                <a:lnTo>
                  <a:pt x="117727" y="181355"/>
                </a:lnTo>
                <a:lnTo>
                  <a:pt x="69722" y="181355"/>
                </a:lnTo>
                <a:lnTo>
                  <a:pt x="60718" y="178434"/>
                </a:lnTo>
                <a:lnTo>
                  <a:pt x="54736" y="178434"/>
                </a:lnTo>
                <a:lnTo>
                  <a:pt x="45719" y="172465"/>
                </a:lnTo>
                <a:lnTo>
                  <a:pt x="39750" y="166484"/>
                </a:lnTo>
                <a:lnTo>
                  <a:pt x="36829" y="154431"/>
                </a:lnTo>
                <a:lnTo>
                  <a:pt x="33908" y="148462"/>
                </a:lnTo>
                <a:lnTo>
                  <a:pt x="30987" y="139445"/>
                </a:lnTo>
                <a:lnTo>
                  <a:pt x="30987" y="124332"/>
                </a:lnTo>
                <a:lnTo>
                  <a:pt x="28066" y="103123"/>
                </a:lnTo>
                <a:lnTo>
                  <a:pt x="27939" y="102361"/>
                </a:lnTo>
                <a:lnTo>
                  <a:pt x="30860" y="78104"/>
                </a:lnTo>
                <a:lnTo>
                  <a:pt x="30860" y="62991"/>
                </a:lnTo>
                <a:lnTo>
                  <a:pt x="33781" y="57022"/>
                </a:lnTo>
                <a:lnTo>
                  <a:pt x="39623" y="38988"/>
                </a:lnTo>
                <a:lnTo>
                  <a:pt x="45592" y="29959"/>
                </a:lnTo>
                <a:lnTo>
                  <a:pt x="54609" y="27050"/>
                </a:lnTo>
                <a:lnTo>
                  <a:pt x="60578" y="24129"/>
                </a:lnTo>
                <a:lnTo>
                  <a:pt x="119282" y="24129"/>
                </a:lnTo>
                <a:lnTo>
                  <a:pt x="117728" y="20954"/>
                </a:lnTo>
                <a:lnTo>
                  <a:pt x="93598" y="2920"/>
                </a:lnTo>
                <a:close/>
              </a:path>
              <a:path w="135508" h="202564">
                <a:moveTo>
                  <a:pt x="119282" y="24129"/>
                </a:moveTo>
                <a:lnTo>
                  <a:pt x="78739" y="24129"/>
                </a:lnTo>
                <a:lnTo>
                  <a:pt x="90677" y="29959"/>
                </a:lnTo>
                <a:lnTo>
                  <a:pt x="102615" y="48005"/>
                </a:lnTo>
                <a:lnTo>
                  <a:pt x="108534" y="62991"/>
                </a:lnTo>
                <a:lnTo>
                  <a:pt x="108534" y="139445"/>
                </a:lnTo>
                <a:lnTo>
                  <a:pt x="102615" y="154431"/>
                </a:lnTo>
                <a:lnTo>
                  <a:pt x="96646" y="166484"/>
                </a:lnTo>
                <a:lnTo>
                  <a:pt x="84708" y="178434"/>
                </a:lnTo>
                <a:lnTo>
                  <a:pt x="78739" y="178434"/>
                </a:lnTo>
                <a:lnTo>
                  <a:pt x="69722" y="181355"/>
                </a:lnTo>
                <a:lnTo>
                  <a:pt x="117727" y="181355"/>
                </a:lnTo>
                <a:lnTo>
                  <a:pt x="123570" y="169544"/>
                </a:lnTo>
                <a:lnTo>
                  <a:pt x="132587" y="148335"/>
                </a:lnTo>
                <a:lnTo>
                  <a:pt x="135508" y="130174"/>
                </a:lnTo>
                <a:lnTo>
                  <a:pt x="135456" y="74929"/>
                </a:lnTo>
                <a:lnTo>
                  <a:pt x="132587" y="54101"/>
                </a:lnTo>
                <a:lnTo>
                  <a:pt x="123508" y="32765"/>
                </a:lnTo>
                <a:lnTo>
                  <a:pt x="119282" y="24129"/>
                </a:lnTo>
                <a:close/>
              </a:path>
              <a:path w="135508" h="202564">
                <a:moveTo>
                  <a:pt x="81660" y="0"/>
                </a:moveTo>
                <a:lnTo>
                  <a:pt x="54228" y="0"/>
                </a:lnTo>
                <a:lnTo>
                  <a:pt x="48259" y="2920"/>
                </a:lnTo>
                <a:lnTo>
                  <a:pt x="87629" y="2920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bk object 85"/>
          <p:cNvSpPr/>
          <p:nvPr/>
        </p:nvSpPr>
        <p:spPr>
          <a:xfrm>
            <a:off x="2387520" y="5539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k object 86"/>
          <p:cNvSpPr/>
          <p:nvPr/>
        </p:nvSpPr>
        <p:spPr>
          <a:xfrm>
            <a:off x="2448360" y="5533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bk object 87"/>
          <p:cNvSpPr/>
          <p:nvPr/>
        </p:nvSpPr>
        <p:spPr>
          <a:xfrm>
            <a:off x="2506320" y="552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bk object 88"/>
          <p:cNvSpPr/>
          <p:nvPr/>
        </p:nvSpPr>
        <p:spPr>
          <a:xfrm>
            <a:off x="2567520" y="5524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bk object 89"/>
          <p:cNvSpPr/>
          <p:nvPr/>
        </p:nvSpPr>
        <p:spPr>
          <a:xfrm>
            <a:off x="2625120" y="551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k object 90"/>
          <p:cNvSpPr/>
          <p:nvPr/>
        </p:nvSpPr>
        <p:spPr>
          <a:xfrm>
            <a:off x="2683440" y="5511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bk object 91"/>
          <p:cNvSpPr/>
          <p:nvPr/>
        </p:nvSpPr>
        <p:spPr>
          <a:xfrm>
            <a:off x="2744280" y="5505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bk object 92"/>
          <p:cNvSpPr/>
          <p:nvPr/>
        </p:nvSpPr>
        <p:spPr>
          <a:xfrm>
            <a:off x="2802240" y="5502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bk object 93"/>
          <p:cNvSpPr/>
          <p:nvPr/>
        </p:nvSpPr>
        <p:spPr>
          <a:xfrm>
            <a:off x="2863080" y="5496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k object 94"/>
          <p:cNvSpPr/>
          <p:nvPr/>
        </p:nvSpPr>
        <p:spPr>
          <a:xfrm>
            <a:off x="2921040" y="5490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bk object 95"/>
          <p:cNvSpPr/>
          <p:nvPr/>
        </p:nvSpPr>
        <p:spPr>
          <a:xfrm>
            <a:off x="2981880" y="5484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bk object 96"/>
          <p:cNvSpPr/>
          <p:nvPr/>
        </p:nvSpPr>
        <p:spPr>
          <a:xfrm>
            <a:off x="3039840" y="5478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bk object 97"/>
          <p:cNvSpPr/>
          <p:nvPr/>
        </p:nvSpPr>
        <p:spPr>
          <a:xfrm>
            <a:off x="3097800" y="5472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k object 98"/>
          <p:cNvSpPr/>
          <p:nvPr/>
        </p:nvSpPr>
        <p:spPr>
          <a:xfrm>
            <a:off x="3158640" y="5466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bk object 99"/>
          <p:cNvSpPr/>
          <p:nvPr/>
        </p:nvSpPr>
        <p:spPr>
          <a:xfrm>
            <a:off x="3216600" y="5460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bk object 100"/>
          <p:cNvSpPr/>
          <p:nvPr/>
        </p:nvSpPr>
        <p:spPr>
          <a:xfrm>
            <a:off x="3277440" y="545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bk object 101"/>
          <p:cNvSpPr/>
          <p:nvPr/>
        </p:nvSpPr>
        <p:spPr>
          <a:xfrm>
            <a:off x="3335400" y="544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k object 102"/>
          <p:cNvSpPr/>
          <p:nvPr/>
        </p:nvSpPr>
        <p:spPr>
          <a:xfrm>
            <a:off x="3393360" y="5441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k object 103"/>
          <p:cNvSpPr/>
          <p:nvPr/>
        </p:nvSpPr>
        <p:spPr>
          <a:xfrm>
            <a:off x="3454560" y="5432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k object 104"/>
          <p:cNvSpPr/>
          <p:nvPr/>
        </p:nvSpPr>
        <p:spPr>
          <a:xfrm>
            <a:off x="3512520" y="5426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bk object 105"/>
          <p:cNvSpPr/>
          <p:nvPr/>
        </p:nvSpPr>
        <p:spPr>
          <a:xfrm>
            <a:off x="3573360" y="5420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bk object 106"/>
          <p:cNvSpPr/>
          <p:nvPr/>
        </p:nvSpPr>
        <p:spPr>
          <a:xfrm>
            <a:off x="3630960" y="5411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bk object 107"/>
          <p:cNvSpPr/>
          <p:nvPr/>
        </p:nvSpPr>
        <p:spPr>
          <a:xfrm>
            <a:off x="3692160" y="5405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bk object 108"/>
          <p:cNvSpPr/>
          <p:nvPr/>
        </p:nvSpPr>
        <p:spPr>
          <a:xfrm>
            <a:off x="3750120" y="539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bk object 109"/>
          <p:cNvSpPr/>
          <p:nvPr/>
        </p:nvSpPr>
        <p:spPr>
          <a:xfrm>
            <a:off x="3808080" y="539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k object 110"/>
          <p:cNvSpPr/>
          <p:nvPr/>
        </p:nvSpPr>
        <p:spPr>
          <a:xfrm>
            <a:off x="3868920" y="5380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k object 111"/>
          <p:cNvSpPr/>
          <p:nvPr/>
        </p:nvSpPr>
        <p:spPr>
          <a:xfrm>
            <a:off x="3926880" y="5374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k object 112"/>
          <p:cNvSpPr/>
          <p:nvPr/>
        </p:nvSpPr>
        <p:spPr>
          <a:xfrm>
            <a:off x="3987720" y="536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k object 113"/>
          <p:cNvSpPr/>
          <p:nvPr/>
        </p:nvSpPr>
        <p:spPr>
          <a:xfrm>
            <a:off x="4045680" y="5356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k object 114"/>
          <p:cNvSpPr/>
          <p:nvPr/>
        </p:nvSpPr>
        <p:spPr>
          <a:xfrm>
            <a:off x="4103640" y="534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bk object 115"/>
          <p:cNvSpPr/>
          <p:nvPr/>
        </p:nvSpPr>
        <p:spPr>
          <a:xfrm>
            <a:off x="4164480" y="533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bk object 116"/>
          <p:cNvSpPr/>
          <p:nvPr/>
        </p:nvSpPr>
        <p:spPr>
          <a:xfrm>
            <a:off x="4222440" y="5329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bk object 117"/>
          <p:cNvSpPr/>
          <p:nvPr/>
        </p:nvSpPr>
        <p:spPr>
          <a:xfrm>
            <a:off x="4283640" y="5320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k object 118"/>
          <p:cNvSpPr/>
          <p:nvPr/>
        </p:nvSpPr>
        <p:spPr>
          <a:xfrm>
            <a:off x="4341600" y="5311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bk object 119"/>
          <p:cNvSpPr/>
          <p:nvPr/>
        </p:nvSpPr>
        <p:spPr>
          <a:xfrm>
            <a:off x="4402080" y="530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bk object 120"/>
          <p:cNvSpPr/>
          <p:nvPr/>
        </p:nvSpPr>
        <p:spPr>
          <a:xfrm>
            <a:off x="4460040" y="5289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bk object 121"/>
          <p:cNvSpPr/>
          <p:nvPr/>
        </p:nvSpPr>
        <p:spPr>
          <a:xfrm>
            <a:off x="4518000" y="5280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k object 122"/>
          <p:cNvSpPr/>
          <p:nvPr/>
        </p:nvSpPr>
        <p:spPr>
          <a:xfrm>
            <a:off x="4579200" y="526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bk object 123"/>
          <p:cNvSpPr/>
          <p:nvPr/>
        </p:nvSpPr>
        <p:spPr>
          <a:xfrm>
            <a:off x="4637160" y="525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bk object 124"/>
          <p:cNvSpPr/>
          <p:nvPr/>
        </p:nvSpPr>
        <p:spPr>
          <a:xfrm>
            <a:off x="4698000" y="5247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bk object 125"/>
          <p:cNvSpPr/>
          <p:nvPr/>
        </p:nvSpPr>
        <p:spPr>
          <a:xfrm>
            <a:off x="4755960" y="5234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k object 126"/>
          <p:cNvSpPr/>
          <p:nvPr/>
        </p:nvSpPr>
        <p:spPr>
          <a:xfrm>
            <a:off x="4816800" y="522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bk object 127"/>
          <p:cNvSpPr/>
          <p:nvPr/>
        </p:nvSpPr>
        <p:spPr>
          <a:xfrm>
            <a:off x="4874760" y="521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bk object 128"/>
          <p:cNvSpPr/>
          <p:nvPr/>
        </p:nvSpPr>
        <p:spPr>
          <a:xfrm>
            <a:off x="4932720" y="5198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bk object 129"/>
          <p:cNvSpPr/>
          <p:nvPr/>
        </p:nvSpPr>
        <p:spPr>
          <a:xfrm>
            <a:off x="4993560" y="518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k object 130"/>
          <p:cNvSpPr/>
          <p:nvPr/>
        </p:nvSpPr>
        <p:spPr>
          <a:xfrm>
            <a:off x="5051520" y="517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bk object 131"/>
          <p:cNvSpPr/>
          <p:nvPr/>
        </p:nvSpPr>
        <p:spPr>
          <a:xfrm>
            <a:off x="5112720" y="5158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bk object 132"/>
          <p:cNvSpPr/>
          <p:nvPr/>
        </p:nvSpPr>
        <p:spPr>
          <a:xfrm>
            <a:off x="5170320" y="51433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bk object 133"/>
          <p:cNvSpPr/>
          <p:nvPr/>
        </p:nvSpPr>
        <p:spPr>
          <a:xfrm>
            <a:off x="5228280" y="5127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k object 134"/>
          <p:cNvSpPr/>
          <p:nvPr/>
        </p:nvSpPr>
        <p:spPr>
          <a:xfrm>
            <a:off x="5289120" y="5112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bk object 135"/>
          <p:cNvSpPr/>
          <p:nvPr/>
        </p:nvSpPr>
        <p:spPr>
          <a:xfrm>
            <a:off x="5347080" y="5097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bk object 136"/>
          <p:cNvSpPr/>
          <p:nvPr/>
        </p:nvSpPr>
        <p:spPr>
          <a:xfrm>
            <a:off x="5407920" y="507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bk object 137"/>
          <p:cNvSpPr/>
          <p:nvPr/>
        </p:nvSpPr>
        <p:spPr>
          <a:xfrm>
            <a:off x="5465880" y="5064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bk object 138"/>
          <p:cNvSpPr/>
          <p:nvPr/>
        </p:nvSpPr>
        <p:spPr>
          <a:xfrm>
            <a:off x="5527080" y="5045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bk object 139"/>
          <p:cNvSpPr/>
          <p:nvPr/>
        </p:nvSpPr>
        <p:spPr>
          <a:xfrm>
            <a:off x="5585040" y="5027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bk object 140"/>
          <p:cNvSpPr/>
          <p:nvPr/>
        </p:nvSpPr>
        <p:spPr>
          <a:xfrm>
            <a:off x="5642640" y="5009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k object 141"/>
          <p:cNvSpPr/>
          <p:nvPr/>
        </p:nvSpPr>
        <p:spPr>
          <a:xfrm>
            <a:off x="5703840" y="4991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bk object 142"/>
          <p:cNvSpPr/>
          <p:nvPr/>
        </p:nvSpPr>
        <p:spPr>
          <a:xfrm>
            <a:off x="5761800" y="4969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bk object 143"/>
          <p:cNvSpPr/>
          <p:nvPr/>
        </p:nvSpPr>
        <p:spPr>
          <a:xfrm>
            <a:off x="5822640" y="494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bk object 144"/>
          <p:cNvSpPr/>
          <p:nvPr/>
        </p:nvSpPr>
        <p:spPr>
          <a:xfrm>
            <a:off x="5880600" y="492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k object 145"/>
          <p:cNvSpPr/>
          <p:nvPr/>
        </p:nvSpPr>
        <p:spPr>
          <a:xfrm>
            <a:off x="5938560" y="4905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bk object 146"/>
          <p:cNvSpPr/>
          <p:nvPr/>
        </p:nvSpPr>
        <p:spPr>
          <a:xfrm>
            <a:off x="5999400" y="4880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bk object 147"/>
          <p:cNvSpPr/>
          <p:nvPr/>
        </p:nvSpPr>
        <p:spPr>
          <a:xfrm>
            <a:off x="6057360" y="4856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bk object 148"/>
          <p:cNvSpPr/>
          <p:nvPr/>
        </p:nvSpPr>
        <p:spPr>
          <a:xfrm>
            <a:off x="6118200" y="4832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k object 149"/>
          <p:cNvSpPr/>
          <p:nvPr/>
        </p:nvSpPr>
        <p:spPr>
          <a:xfrm>
            <a:off x="6176160" y="4804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bk object 150"/>
          <p:cNvSpPr/>
          <p:nvPr/>
        </p:nvSpPr>
        <p:spPr>
          <a:xfrm>
            <a:off x="6237360" y="4777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bk object 151"/>
          <p:cNvSpPr/>
          <p:nvPr/>
        </p:nvSpPr>
        <p:spPr>
          <a:xfrm>
            <a:off x="6295320" y="4750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bk object 152"/>
          <p:cNvSpPr/>
          <p:nvPr/>
        </p:nvSpPr>
        <p:spPr>
          <a:xfrm>
            <a:off x="6353280" y="4719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k object 153"/>
          <p:cNvSpPr/>
          <p:nvPr/>
        </p:nvSpPr>
        <p:spPr>
          <a:xfrm>
            <a:off x="6413760" y="468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bk object 154"/>
          <p:cNvSpPr/>
          <p:nvPr/>
        </p:nvSpPr>
        <p:spPr>
          <a:xfrm>
            <a:off x="6471720" y="4655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bk object 155"/>
          <p:cNvSpPr/>
          <p:nvPr/>
        </p:nvSpPr>
        <p:spPr>
          <a:xfrm>
            <a:off x="6532920" y="4619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bk object 156"/>
          <p:cNvSpPr/>
          <p:nvPr/>
        </p:nvSpPr>
        <p:spPr>
          <a:xfrm>
            <a:off x="6590880" y="4582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k object 157"/>
          <p:cNvSpPr/>
          <p:nvPr/>
        </p:nvSpPr>
        <p:spPr>
          <a:xfrm>
            <a:off x="6651720" y="4545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bk object 158"/>
          <p:cNvSpPr/>
          <p:nvPr/>
        </p:nvSpPr>
        <p:spPr>
          <a:xfrm>
            <a:off x="6709680" y="450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bk object 159"/>
          <p:cNvSpPr/>
          <p:nvPr/>
        </p:nvSpPr>
        <p:spPr>
          <a:xfrm>
            <a:off x="6767640" y="4463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bk object 160"/>
          <p:cNvSpPr/>
          <p:nvPr/>
        </p:nvSpPr>
        <p:spPr>
          <a:xfrm>
            <a:off x="6828480" y="4417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k object 161"/>
          <p:cNvSpPr/>
          <p:nvPr/>
        </p:nvSpPr>
        <p:spPr>
          <a:xfrm>
            <a:off x="6886440" y="4372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bk object 162"/>
          <p:cNvSpPr/>
          <p:nvPr/>
        </p:nvSpPr>
        <p:spPr>
          <a:xfrm>
            <a:off x="6947280" y="4320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bk object 163"/>
          <p:cNvSpPr/>
          <p:nvPr/>
        </p:nvSpPr>
        <p:spPr>
          <a:xfrm>
            <a:off x="7005240" y="426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bk object 164"/>
          <p:cNvSpPr/>
          <p:nvPr/>
        </p:nvSpPr>
        <p:spPr>
          <a:xfrm>
            <a:off x="7063200" y="4210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bk object 165"/>
          <p:cNvSpPr/>
          <p:nvPr/>
        </p:nvSpPr>
        <p:spPr>
          <a:xfrm>
            <a:off x="7124040" y="4152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bk object 166"/>
          <p:cNvSpPr/>
          <p:nvPr/>
        </p:nvSpPr>
        <p:spPr>
          <a:xfrm>
            <a:off x="7182000" y="408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bk object 167"/>
          <p:cNvSpPr/>
          <p:nvPr/>
        </p:nvSpPr>
        <p:spPr>
          <a:xfrm>
            <a:off x="7242840" y="4018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k object 168"/>
          <p:cNvSpPr/>
          <p:nvPr/>
        </p:nvSpPr>
        <p:spPr>
          <a:xfrm>
            <a:off x="7300800" y="3945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bk object 169"/>
          <p:cNvSpPr/>
          <p:nvPr/>
        </p:nvSpPr>
        <p:spPr>
          <a:xfrm>
            <a:off x="7362000" y="386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bk object 170"/>
          <p:cNvSpPr/>
          <p:nvPr/>
        </p:nvSpPr>
        <p:spPr>
          <a:xfrm>
            <a:off x="7419960" y="3783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bk object 171"/>
          <p:cNvSpPr/>
          <p:nvPr/>
        </p:nvSpPr>
        <p:spPr>
          <a:xfrm>
            <a:off x="7477560" y="369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k object 172"/>
          <p:cNvSpPr/>
          <p:nvPr/>
        </p:nvSpPr>
        <p:spPr>
          <a:xfrm>
            <a:off x="7538760" y="359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bk object 173"/>
          <p:cNvSpPr/>
          <p:nvPr/>
        </p:nvSpPr>
        <p:spPr>
          <a:xfrm>
            <a:off x="7596720" y="3485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bk object 174"/>
          <p:cNvSpPr/>
          <p:nvPr/>
        </p:nvSpPr>
        <p:spPr>
          <a:xfrm>
            <a:off x="7657560" y="3366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bk object 175"/>
          <p:cNvSpPr/>
          <p:nvPr/>
        </p:nvSpPr>
        <p:spPr>
          <a:xfrm>
            <a:off x="7715520" y="323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k object 176"/>
          <p:cNvSpPr/>
          <p:nvPr/>
        </p:nvSpPr>
        <p:spPr>
          <a:xfrm>
            <a:off x="7773480" y="3098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bk object 177"/>
          <p:cNvSpPr/>
          <p:nvPr/>
        </p:nvSpPr>
        <p:spPr>
          <a:xfrm>
            <a:off x="7834320" y="2942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bk object 178"/>
          <p:cNvSpPr/>
          <p:nvPr/>
        </p:nvSpPr>
        <p:spPr>
          <a:xfrm>
            <a:off x="7892280" y="2768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bk object 179"/>
          <p:cNvSpPr/>
          <p:nvPr/>
        </p:nvSpPr>
        <p:spPr>
          <a:xfrm>
            <a:off x="7953480" y="2576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k object 180"/>
          <p:cNvSpPr/>
          <p:nvPr/>
        </p:nvSpPr>
        <p:spPr>
          <a:xfrm>
            <a:off x="8011080" y="2357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08">
                <a:moveTo>
                  <a:pt x="0" y="0"/>
                </a:moveTo>
                <a:lnTo>
                  <a:pt x="2908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bk object 181"/>
          <p:cNvSpPr/>
          <p:nvPr/>
        </p:nvSpPr>
        <p:spPr>
          <a:xfrm>
            <a:off x="8071920" y="211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bk object 182"/>
          <p:cNvSpPr/>
          <p:nvPr/>
        </p:nvSpPr>
        <p:spPr>
          <a:xfrm>
            <a:off x="8129880" y="1830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bk object 183"/>
          <p:cNvSpPr/>
          <p:nvPr/>
        </p:nvSpPr>
        <p:spPr>
          <a:xfrm>
            <a:off x="8187840" y="150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k object 184"/>
          <p:cNvSpPr/>
          <p:nvPr/>
        </p:nvSpPr>
        <p:spPr>
          <a:xfrm>
            <a:off x="8248680" y="1128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bk object 185"/>
          <p:cNvSpPr/>
          <p:nvPr/>
        </p:nvSpPr>
        <p:spPr>
          <a:xfrm>
            <a:off x="8306640" y="68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bk object 186"/>
          <p:cNvSpPr/>
          <p:nvPr/>
        </p:nvSpPr>
        <p:spPr>
          <a:xfrm>
            <a:off x="2387520" y="695160"/>
            <a:ext cx="5905800" cy="4843440"/>
          </a:xfrm>
          <a:custGeom>
            <a:avLst/>
            <a:gdLst>
              <a:gd name="textAreaLeft" fmla="*/ 0 w 5905800"/>
              <a:gd name="textAreaRight" fmla="*/ 5906520 w 5905800"/>
              <a:gd name="textAreaTop" fmla="*/ 0 h 4843440"/>
              <a:gd name="textAreaBottom" fmla="*/ 4844160 h 4843440"/>
            </a:gdLst>
            <a:ahLst/>
            <a:cxnLst/>
            <a:rect l="textAreaLeft" t="textAreaTop" r="textAreaRight" b="textAreaBottom"/>
            <a:pathLst>
              <a:path w="5906515" h="4844288">
                <a:moveTo>
                  <a:pt x="0" y="4844288"/>
                </a:moveTo>
                <a:lnTo>
                  <a:pt x="60832" y="4838319"/>
                </a:lnTo>
                <a:lnTo>
                  <a:pt x="118617" y="4832350"/>
                </a:lnTo>
                <a:lnTo>
                  <a:pt x="179450" y="4829429"/>
                </a:lnTo>
                <a:lnTo>
                  <a:pt x="237235" y="4823459"/>
                </a:lnTo>
                <a:lnTo>
                  <a:pt x="295020" y="4817491"/>
                </a:lnTo>
                <a:lnTo>
                  <a:pt x="355853" y="4811521"/>
                </a:lnTo>
                <a:lnTo>
                  <a:pt x="413638" y="4808601"/>
                </a:lnTo>
                <a:lnTo>
                  <a:pt x="474471" y="4802632"/>
                </a:lnTo>
                <a:lnTo>
                  <a:pt x="532256" y="4796663"/>
                </a:lnTo>
                <a:lnTo>
                  <a:pt x="593089" y="4790694"/>
                </a:lnTo>
                <a:lnTo>
                  <a:pt x="650874" y="4784725"/>
                </a:lnTo>
                <a:lnTo>
                  <a:pt x="708659" y="4778756"/>
                </a:lnTo>
                <a:lnTo>
                  <a:pt x="769492" y="4772786"/>
                </a:lnTo>
                <a:lnTo>
                  <a:pt x="827277" y="4766818"/>
                </a:lnTo>
                <a:lnTo>
                  <a:pt x="888110" y="4760849"/>
                </a:lnTo>
                <a:lnTo>
                  <a:pt x="1003680" y="4748910"/>
                </a:lnTo>
                <a:lnTo>
                  <a:pt x="1064513" y="4739894"/>
                </a:lnTo>
                <a:lnTo>
                  <a:pt x="1122298" y="4733925"/>
                </a:lnTo>
                <a:lnTo>
                  <a:pt x="1183131" y="4727956"/>
                </a:lnTo>
                <a:lnTo>
                  <a:pt x="1240916" y="4718938"/>
                </a:lnTo>
                <a:lnTo>
                  <a:pt x="1301749" y="4712970"/>
                </a:lnTo>
                <a:lnTo>
                  <a:pt x="1359534" y="4703953"/>
                </a:lnTo>
                <a:lnTo>
                  <a:pt x="1417319" y="4697983"/>
                </a:lnTo>
                <a:lnTo>
                  <a:pt x="1478152" y="4688967"/>
                </a:lnTo>
                <a:lnTo>
                  <a:pt x="1535937" y="4682998"/>
                </a:lnTo>
                <a:lnTo>
                  <a:pt x="1596770" y="4673981"/>
                </a:lnTo>
                <a:lnTo>
                  <a:pt x="1654555" y="4664963"/>
                </a:lnTo>
                <a:lnTo>
                  <a:pt x="1712340" y="4655947"/>
                </a:lnTo>
                <a:lnTo>
                  <a:pt x="1773173" y="4646930"/>
                </a:lnTo>
                <a:lnTo>
                  <a:pt x="1830958" y="4637912"/>
                </a:lnTo>
                <a:lnTo>
                  <a:pt x="1891791" y="4628896"/>
                </a:lnTo>
                <a:lnTo>
                  <a:pt x="1949576" y="4619879"/>
                </a:lnTo>
                <a:lnTo>
                  <a:pt x="2010409" y="4610861"/>
                </a:lnTo>
                <a:lnTo>
                  <a:pt x="2068194" y="4598797"/>
                </a:lnTo>
                <a:lnTo>
                  <a:pt x="2125979" y="4589780"/>
                </a:lnTo>
                <a:lnTo>
                  <a:pt x="2186812" y="4577715"/>
                </a:lnTo>
                <a:lnTo>
                  <a:pt x="2244597" y="4568698"/>
                </a:lnTo>
                <a:lnTo>
                  <a:pt x="2305430" y="4556633"/>
                </a:lnTo>
                <a:lnTo>
                  <a:pt x="2363215" y="4544568"/>
                </a:lnTo>
                <a:lnTo>
                  <a:pt x="2424048" y="4532503"/>
                </a:lnTo>
                <a:lnTo>
                  <a:pt x="2481833" y="4520437"/>
                </a:lnTo>
                <a:lnTo>
                  <a:pt x="2539618" y="4508373"/>
                </a:lnTo>
                <a:lnTo>
                  <a:pt x="2600451" y="4496308"/>
                </a:lnTo>
                <a:lnTo>
                  <a:pt x="2658236" y="4481195"/>
                </a:lnTo>
                <a:lnTo>
                  <a:pt x="2719069" y="4469130"/>
                </a:lnTo>
                <a:lnTo>
                  <a:pt x="2776854" y="4454017"/>
                </a:lnTo>
                <a:lnTo>
                  <a:pt x="2834639" y="4438904"/>
                </a:lnTo>
                <a:lnTo>
                  <a:pt x="2895472" y="4423791"/>
                </a:lnTo>
                <a:lnTo>
                  <a:pt x="2953257" y="4408678"/>
                </a:lnTo>
                <a:lnTo>
                  <a:pt x="3014090" y="4390517"/>
                </a:lnTo>
                <a:lnTo>
                  <a:pt x="3071875" y="4375404"/>
                </a:lnTo>
                <a:lnTo>
                  <a:pt x="3132708" y="4357243"/>
                </a:lnTo>
                <a:lnTo>
                  <a:pt x="3190493" y="4339082"/>
                </a:lnTo>
                <a:lnTo>
                  <a:pt x="3248278" y="4320921"/>
                </a:lnTo>
                <a:lnTo>
                  <a:pt x="3309111" y="4302759"/>
                </a:lnTo>
                <a:lnTo>
                  <a:pt x="3366896" y="4281551"/>
                </a:lnTo>
                <a:lnTo>
                  <a:pt x="3427729" y="4260342"/>
                </a:lnTo>
                <a:lnTo>
                  <a:pt x="3543299" y="4217924"/>
                </a:lnTo>
                <a:lnTo>
                  <a:pt x="3604132" y="4193666"/>
                </a:lnTo>
                <a:lnTo>
                  <a:pt x="3661917" y="4169409"/>
                </a:lnTo>
                <a:lnTo>
                  <a:pt x="3722750" y="4145153"/>
                </a:lnTo>
                <a:lnTo>
                  <a:pt x="3780535" y="4117721"/>
                </a:lnTo>
                <a:lnTo>
                  <a:pt x="3841368" y="4090288"/>
                </a:lnTo>
                <a:lnTo>
                  <a:pt x="3899153" y="4062856"/>
                </a:lnTo>
                <a:lnTo>
                  <a:pt x="3956938" y="4032504"/>
                </a:lnTo>
                <a:lnTo>
                  <a:pt x="4017771" y="3999103"/>
                </a:lnTo>
                <a:lnTo>
                  <a:pt x="4075556" y="3968750"/>
                </a:lnTo>
                <a:lnTo>
                  <a:pt x="4136389" y="3932301"/>
                </a:lnTo>
                <a:lnTo>
                  <a:pt x="4194174" y="3895852"/>
                </a:lnTo>
                <a:lnTo>
                  <a:pt x="4255007" y="3859403"/>
                </a:lnTo>
                <a:lnTo>
                  <a:pt x="4312792" y="3819779"/>
                </a:lnTo>
                <a:lnTo>
                  <a:pt x="4370577" y="3777221"/>
                </a:lnTo>
                <a:lnTo>
                  <a:pt x="4431410" y="3731641"/>
                </a:lnTo>
                <a:lnTo>
                  <a:pt x="4489195" y="3686048"/>
                </a:lnTo>
                <a:lnTo>
                  <a:pt x="4550028" y="3634231"/>
                </a:lnTo>
                <a:lnTo>
                  <a:pt x="4607812" y="3582416"/>
                </a:lnTo>
                <a:lnTo>
                  <a:pt x="4665598" y="3524630"/>
                </a:lnTo>
                <a:lnTo>
                  <a:pt x="4726431" y="3466846"/>
                </a:lnTo>
                <a:lnTo>
                  <a:pt x="4784216" y="3402837"/>
                </a:lnTo>
                <a:lnTo>
                  <a:pt x="4845049" y="3332860"/>
                </a:lnTo>
                <a:lnTo>
                  <a:pt x="4902834" y="3259835"/>
                </a:lnTo>
                <a:lnTo>
                  <a:pt x="4963667" y="3180587"/>
                </a:lnTo>
                <a:lnTo>
                  <a:pt x="5021452" y="3098418"/>
                </a:lnTo>
                <a:lnTo>
                  <a:pt x="5079237" y="3007105"/>
                </a:lnTo>
                <a:lnTo>
                  <a:pt x="5140070" y="2906649"/>
                </a:lnTo>
                <a:lnTo>
                  <a:pt x="5197855" y="2799968"/>
                </a:lnTo>
                <a:lnTo>
                  <a:pt x="5258687" y="2681224"/>
                </a:lnTo>
                <a:lnTo>
                  <a:pt x="5316473" y="2553207"/>
                </a:lnTo>
                <a:lnTo>
                  <a:pt x="5374258" y="2413127"/>
                </a:lnTo>
                <a:lnTo>
                  <a:pt x="5435091" y="2257679"/>
                </a:lnTo>
                <a:lnTo>
                  <a:pt x="5492875" y="2084069"/>
                </a:lnTo>
                <a:lnTo>
                  <a:pt x="5553709" y="1892172"/>
                </a:lnTo>
                <a:lnTo>
                  <a:pt x="5611494" y="1672716"/>
                </a:lnTo>
                <a:lnTo>
                  <a:pt x="5672327" y="1425955"/>
                </a:lnTo>
                <a:lnTo>
                  <a:pt x="5730112" y="1145666"/>
                </a:lnTo>
                <a:lnTo>
                  <a:pt x="5787897" y="822705"/>
                </a:lnTo>
                <a:lnTo>
                  <a:pt x="5848730" y="444880"/>
                </a:lnTo>
                <a:lnTo>
                  <a:pt x="5906515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bk object 187"/>
          <p:cNvSpPr/>
          <p:nvPr/>
        </p:nvSpPr>
        <p:spPr>
          <a:xfrm>
            <a:off x="3711600" y="1895040"/>
            <a:ext cx="2564640" cy="659520"/>
          </a:xfrm>
          <a:custGeom>
            <a:avLst/>
            <a:gdLst>
              <a:gd name="textAreaLeft" fmla="*/ 0 w 2564640"/>
              <a:gd name="textAreaRight" fmla="*/ 2565360 w 2564640"/>
              <a:gd name="textAreaTop" fmla="*/ 0 h 659520"/>
              <a:gd name="textAreaBottom" fmla="*/ 660240 h 659520"/>
            </a:gdLst>
            <a:ahLst/>
            <a:cxnLst/>
            <a:rect l="textAreaLeft" t="textAreaTop" r="textAreaRight" b="textAreaBottom"/>
            <a:pathLst>
              <a:path w="2565400" h="660400">
                <a:moveTo>
                  <a:pt x="0" y="660400"/>
                </a:moveTo>
                <a:lnTo>
                  <a:pt x="2565400" y="660400"/>
                </a:lnTo>
                <a:lnTo>
                  <a:pt x="2565400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12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61F9705-5889-4F40-9C66-F2C11886F55A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EBD7EAC-8FD1-4434-9C95-79BE485A3A12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1840" cy="12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9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1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3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5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9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4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5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6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9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1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9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3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5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1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6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7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8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1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8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efault 9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280" y="6045200"/>
            <a:ext cx="984885" cy="721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ltGray">
          <a:xfrm>
            <a:off x="614681" y="2975822"/>
            <a:ext cx="354489" cy="537951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ltGray">
          <a:xfrm>
            <a:off x="908051" y="2975822"/>
            <a:ext cx="361474" cy="537951"/>
          </a:xfrm>
          <a:prstGeom prst="rect">
            <a:avLst/>
          </a:prstGeom>
          <a:gradFill rotWithShape="0">
            <a:gsLst>
              <a:gs pos="0">
                <a:schemeClr val="tx2"/>
              </a:gs>
              <a:gs pos="100000">
                <a:schemeClr val="tx2">
                  <a:gamma/>
                  <a:tint val="18039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ltGray">
          <a:xfrm>
            <a:off x="623412" y="3454401"/>
            <a:ext cx="464503" cy="53795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ltGray">
          <a:xfrm>
            <a:off x="1030288" y="3454401"/>
            <a:ext cx="405130" cy="537951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tint val="5882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ltGray">
          <a:xfrm>
            <a:off x="167640" y="3371639"/>
            <a:ext cx="616427" cy="478578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866140" y="2763521"/>
            <a:ext cx="34925" cy="119284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640">
              <a:solidFill>
                <a:srgbClr val="000000"/>
              </a:solidFill>
              <a:latin typeface="Times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gray">
          <a:xfrm flipV="1">
            <a:off x="347505" y="3700887"/>
            <a:ext cx="9551988" cy="52175"/>
          </a:xfrm>
          <a:prstGeom prst="rect">
            <a:avLst/>
          </a:prstGeom>
          <a:gradFill rotWithShape="0">
            <a:gsLst>
              <a:gs pos="0">
                <a:srgbClr val="993300"/>
              </a:gs>
              <a:gs pos="100000">
                <a:srgbClr val="993300">
                  <a:gamma/>
                  <a:tint val="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22020" y="2504440"/>
            <a:ext cx="8382000" cy="1209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7300" y="4404360"/>
            <a:ext cx="8382000" cy="103632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rgbClr val="99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884920" y="7426960"/>
            <a:ext cx="1173480" cy="34544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2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6B2523-B202-4455-A791-BC323CF0F6B7}" type="datetime5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22-Sep-26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2760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D04945-98E7-4F4E-8264-B65AB2DFD5C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918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87"/>
            <a:ext cx="8549640" cy="154368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75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920" indent="0">
              <a:buNone/>
              <a:defRPr sz="1980"/>
            </a:lvl2pPr>
            <a:lvl3pPr marL="1005840" indent="0">
              <a:buNone/>
              <a:defRPr sz="1760"/>
            </a:lvl3pPr>
            <a:lvl4pPr marL="1508760" indent="0">
              <a:buNone/>
              <a:defRPr sz="1540"/>
            </a:lvl4pPr>
            <a:lvl5pPr marL="2011680" indent="0">
              <a:buNone/>
              <a:defRPr sz="1540"/>
            </a:lvl5pPr>
            <a:lvl6pPr marL="2514600" indent="0">
              <a:buNone/>
              <a:defRPr sz="1540"/>
            </a:lvl6pPr>
            <a:lvl7pPr marL="3017520" indent="0">
              <a:buNone/>
              <a:defRPr sz="1540"/>
            </a:lvl7pPr>
            <a:lvl8pPr marL="3520440" indent="0">
              <a:buNone/>
              <a:defRPr sz="1540"/>
            </a:lvl8pPr>
            <a:lvl9pPr marL="4023360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E4B9D2-C7EE-4847-B4C7-8983AED71AF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1301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554481"/>
            <a:ext cx="4631055" cy="5395701"/>
          </a:xfrm>
        </p:spPr>
        <p:txBody>
          <a:bodyPr/>
          <a:lstStyle>
            <a:lvl1pPr>
              <a:defRPr sz="3080"/>
            </a:lvl1pPr>
            <a:lvl2pPr>
              <a:defRPr sz="2640"/>
            </a:lvl2pPr>
            <a:lvl3pPr>
              <a:defRPr sz="2200"/>
            </a:lvl3pPr>
            <a:lvl4pPr>
              <a:defRPr sz="1980"/>
            </a:lvl4pPr>
            <a:lvl5pPr>
              <a:defRPr sz="1980"/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7795" y="1554481"/>
            <a:ext cx="4632802" cy="5395701"/>
          </a:xfrm>
        </p:spPr>
        <p:txBody>
          <a:bodyPr/>
          <a:lstStyle>
            <a:lvl1pPr>
              <a:defRPr sz="3080"/>
            </a:lvl1pPr>
            <a:lvl2pPr>
              <a:defRPr sz="2640"/>
            </a:lvl2pPr>
            <a:lvl3pPr>
              <a:defRPr sz="2200"/>
            </a:lvl3pPr>
            <a:lvl4pPr>
              <a:defRPr sz="1980"/>
            </a:lvl4pPr>
            <a:lvl5pPr>
              <a:defRPr sz="1980"/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9C873E-808B-4B5C-A94D-3FCC0DFCC6A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9350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1256"/>
            <a:ext cx="90525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739795"/>
            <a:ext cx="4444207" cy="72506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" y="2464859"/>
            <a:ext cx="4444207" cy="4478126"/>
          </a:xfrm>
        </p:spPr>
        <p:txBody>
          <a:bodyPr/>
          <a:lstStyle>
            <a:lvl1pPr>
              <a:defRPr sz="2640"/>
            </a:lvl1pPr>
            <a:lvl2pPr>
              <a:defRPr sz="2200"/>
            </a:lvl2pPr>
            <a:lvl3pPr>
              <a:defRPr sz="1980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9528" y="1739795"/>
            <a:ext cx="4445953" cy="72506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9528" y="2464859"/>
            <a:ext cx="4445953" cy="4478126"/>
          </a:xfrm>
        </p:spPr>
        <p:txBody>
          <a:bodyPr/>
          <a:lstStyle>
            <a:lvl1pPr>
              <a:defRPr sz="2640"/>
            </a:lvl1pPr>
            <a:lvl2pPr>
              <a:defRPr sz="2200"/>
            </a:lvl2pPr>
            <a:lvl3pPr>
              <a:defRPr sz="1980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5B741E-80A9-4140-BA79-B43B34F7F4A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4655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7F9C1F-4CC7-42D6-9096-E4D5E3DEA4F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4140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F38ED8-B353-4C18-944B-911C2D14F11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8968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1" y="309457"/>
            <a:ext cx="3309144" cy="1316990"/>
          </a:xfrm>
        </p:spPr>
        <p:txBody>
          <a:bodyPr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555" y="309457"/>
            <a:ext cx="5622925" cy="6633528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1" y="1626447"/>
            <a:ext cx="3309144" cy="5316538"/>
          </a:xfrm>
        </p:spPr>
        <p:txBody>
          <a:bodyPr/>
          <a:lstStyle>
            <a:lvl1pPr marL="0" indent="0">
              <a:buNone/>
              <a:defRPr sz="1540"/>
            </a:lvl1pPr>
            <a:lvl2pPr marL="502920" indent="0">
              <a:buNone/>
              <a:defRPr sz="1320"/>
            </a:lvl2pPr>
            <a:lvl3pPr marL="1005840" indent="0">
              <a:buNone/>
              <a:defRPr sz="1100"/>
            </a:lvl3pPr>
            <a:lvl4pPr marL="1508760" indent="0">
              <a:buNone/>
              <a:defRPr sz="990"/>
            </a:lvl4pPr>
            <a:lvl5pPr marL="2011680" indent="0">
              <a:buNone/>
              <a:defRPr sz="990"/>
            </a:lvl5pPr>
            <a:lvl6pPr marL="2514600" indent="0">
              <a:buNone/>
              <a:defRPr sz="990"/>
            </a:lvl6pPr>
            <a:lvl7pPr marL="3017520" indent="0">
              <a:buNone/>
              <a:defRPr sz="990"/>
            </a:lvl7pPr>
            <a:lvl8pPr marL="3520440" indent="0">
              <a:buNone/>
              <a:defRPr sz="990"/>
            </a:lvl8pPr>
            <a:lvl9pPr marL="4023360" indent="0">
              <a:buNone/>
              <a:defRPr sz="99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CD025F-1AF3-4C49-980F-217267B2E3F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1714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517" y="5440680"/>
            <a:ext cx="6035040" cy="642303"/>
          </a:xfrm>
        </p:spPr>
        <p:txBody>
          <a:bodyPr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517" y="694478"/>
            <a:ext cx="6035040" cy="4663440"/>
          </a:xfrm>
        </p:spPr>
        <p:txBody>
          <a:bodyPr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517" y="6082983"/>
            <a:ext cx="6035040" cy="912177"/>
          </a:xfrm>
        </p:spPr>
        <p:txBody>
          <a:bodyPr/>
          <a:lstStyle>
            <a:lvl1pPr marL="0" indent="0">
              <a:buNone/>
              <a:defRPr sz="1540"/>
            </a:lvl1pPr>
            <a:lvl2pPr marL="502920" indent="0">
              <a:buNone/>
              <a:defRPr sz="1320"/>
            </a:lvl2pPr>
            <a:lvl3pPr marL="1005840" indent="0">
              <a:buNone/>
              <a:defRPr sz="1100"/>
            </a:lvl3pPr>
            <a:lvl4pPr marL="1508760" indent="0">
              <a:buNone/>
              <a:defRPr sz="990"/>
            </a:lvl4pPr>
            <a:lvl5pPr marL="2011680" indent="0">
              <a:buNone/>
              <a:defRPr sz="990"/>
            </a:lvl5pPr>
            <a:lvl6pPr marL="2514600" indent="0">
              <a:buNone/>
              <a:defRPr sz="990"/>
            </a:lvl6pPr>
            <a:lvl7pPr marL="3017520" indent="0">
              <a:buNone/>
              <a:defRPr sz="990"/>
            </a:lvl7pPr>
            <a:lvl8pPr marL="3520440" indent="0">
              <a:buNone/>
              <a:defRPr sz="990"/>
            </a:lvl8pPr>
            <a:lvl9pPr marL="4023360" indent="0">
              <a:buNone/>
              <a:defRPr sz="99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47BFF6-2074-4CAC-A86F-F87C039EAC9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0754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BDC35E-C3F9-45BD-A1FA-5BF881B0472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110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0308" y="259081"/>
            <a:ext cx="2373154" cy="66911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9100" y="259081"/>
            <a:ext cx="6953568" cy="66911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EAB0E2-6631-4B31-A09F-ABDAA1EC552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22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ltGray">
          <a:xfrm>
            <a:off x="586741" y="295064"/>
            <a:ext cx="354489" cy="537951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ltGray">
          <a:xfrm>
            <a:off x="880111" y="295064"/>
            <a:ext cx="361474" cy="537951"/>
          </a:xfrm>
          <a:prstGeom prst="rect">
            <a:avLst/>
          </a:prstGeom>
          <a:gradFill rotWithShape="0">
            <a:gsLst>
              <a:gs pos="0">
                <a:schemeClr val="tx2"/>
              </a:gs>
              <a:gs pos="100000">
                <a:schemeClr val="tx2">
                  <a:gamma/>
                  <a:tint val="18039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ltGray">
          <a:xfrm>
            <a:off x="595472" y="773642"/>
            <a:ext cx="464503" cy="537951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ltGray">
          <a:xfrm>
            <a:off x="1005840" y="777241"/>
            <a:ext cx="405130" cy="537951"/>
          </a:xfrm>
          <a:prstGeom prst="rect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tint val="5882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ltGray">
          <a:xfrm>
            <a:off x="139700" y="690881"/>
            <a:ext cx="616427" cy="478578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gray">
          <a:xfrm>
            <a:off x="838200" y="172721"/>
            <a:ext cx="34925" cy="119284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gray">
          <a:xfrm flipV="1">
            <a:off x="506413" y="1122680"/>
            <a:ext cx="9551988" cy="52176"/>
          </a:xfrm>
          <a:prstGeom prst="rect">
            <a:avLst/>
          </a:prstGeom>
          <a:gradFill rotWithShape="0">
            <a:gsLst>
              <a:gs pos="0">
                <a:srgbClr val="993300"/>
              </a:gs>
              <a:gs pos="100000">
                <a:srgbClr val="993300">
                  <a:gamma/>
                  <a:tint val="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sz="2640">
              <a:solidFill>
                <a:srgbClr val="993300"/>
              </a:solidFill>
              <a:latin typeface="Arial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341120" y="259080"/>
            <a:ext cx="8572342" cy="94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49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9100" y="1554481"/>
            <a:ext cx="9431497" cy="5395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49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62900" y="7254240"/>
            <a:ext cx="2095500" cy="518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40"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F4EC5F-8756-4305-BD27-6075633D258A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90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0" grpId="0" build="p" bldLvl="5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49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49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49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49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49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Times New Roman" pitchFamily="18" charset="0"/>
        </a:defRPr>
      </a:lvl5pPr>
      <a:lvl6pPr marL="502920" algn="l" rtl="0" fontAlgn="base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Times New Roman" pitchFamily="18" charset="0"/>
        </a:defRPr>
      </a:lvl6pPr>
      <a:lvl7pPr marL="1005840" algn="l" rtl="0" fontAlgn="base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Times New Roman" pitchFamily="18" charset="0"/>
        </a:defRPr>
      </a:lvl7pPr>
      <a:lvl8pPr marL="1508760" algn="l" rtl="0" fontAlgn="base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Times New Roman" pitchFamily="18" charset="0"/>
        </a:defRPr>
      </a:lvl8pPr>
      <a:lvl9pPr marL="2011680" algn="l" rtl="0" fontAlgn="base">
        <a:spcBef>
          <a:spcPct val="0"/>
        </a:spcBef>
        <a:spcAft>
          <a:spcPct val="0"/>
        </a:spcAft>
        <a:defRPr sz="4400">
          <a:solidFill>
            <a:srgbClr val="993300"/>
          </a:solidFill>
          <a:latin typeface="Times New Roman" pitchFamily="18" charset="0"/>
        </a:defRPr>
      </a:lvl9pPr>
    </p:titleStyle>
    <p:bodyStyle>
      <a:lvl1pPr marL="377190" indent="-37719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080">
          <a:solidFill>
            <a:schemeClr val="tx1"/>
          </a:solidFill>
          <a:latin typeface="+mn-lt"/>
          <a:ea typeface="+mn-ea"/>
          <a:cs typeface="+mn-cs"/>
        </a:defRPr>
      </a:lvl1pPr>
      <a:lvl2pPr marL="817245" indent="-31432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640">
          <a:solidFill>
            <a:schemeClr val="tx1"/>
          </a:solidFill>
          <a:latin typeface="+mn-lt"/>
        </a:defRPr>
      </a:lvl2pPr>
      <a:lvl3pPr marL="1257300" indent="-25146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760220" indent="-25146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4pPr>
      <a:lvl5pPr marL="2263140" indent="-25146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</a:defRPr>
      </a:lvl5pPr>
      <a:lvl6pPr marL="2766060" indent="-2514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6pPr>
      <a:lvl7pPr marL="3268980" indent="-2514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7pPr>
      <a:lvl8pPr marL="3771900" indent="-2514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8pPr>
      <a:lvl9pPr marL="4274820" indent="-25146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AutoShape 3"/>
          <p:cNvSpPr/>
          <p:nvPr/>
        </p:nvSpPr>
        <p:spPr>
          <a:xfrm>
            <a:off x="481680" y="1829520"/>
            <a:ext cx="8643270" cy="135183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 smtClean="0">
                <a:solidFill>
                  <a:schemeClr val="lt1"/>
                </a:solidFill>
                <a:effectLst/>
                <a:uFillTx/>
                <a:latin typeface="Arial"/>
              </a:rPr>
              <a:t>Computer Languages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Language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501530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Means of communication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Arbitrary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Must be agreement between parties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Codified as grammar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Atom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353797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Smallest particle or atom is a word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Subatomic particles exis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t:</a:t>
            </a: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 syllables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phonemes, and graphemes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We will restrict ourselves to words</a:t>
            </a:r>
            <a:endParaRPr lang="en-US" sz="32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596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Words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550774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Word associates a concept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In natural language, we have types of words:</a:t>
            </a:r>
          </a:p>
          <a:p>
            <a:pPr lvl="1">
              <a:buClr>
                <a:srgbClr val="000000"/>
              </a:buClr>
              <a:buSzPct val="45000"/>
            </a:pP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Nouns</a:t>
            </a:r>
          </a:p>
          <a:p>
            <a:pPr lvl="1">
              <a:buClr>
                <a:srgbClr val="000000"/>
              </a:buClr>
              <a:buSzPct val="45000"/>
            </a:pP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Verbs</a:t>
            </a:r>
          </a:p>
          <a:p>
            <a:pPr lvl="1">
              <a:buClr>
                <a:srgbClr val="000000"/>
              </a:buClr>
              <a:buSzPct val="45000"/>
            </a:pP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Adverbs</a:t>
            </a:r>
          </a:p>
          <a:p>
            <a:pPr lvl="1">
              <a:buClr>
                <a:srgbClr val="000000"/>
              </a:buClr>
              <a:buSzPct val="45000"/>
            </a:pP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Adjectives</a:t>
            </a:r>
          </a:p>
          <a:p>
            <a:pPr lvl="1">
              <a:buClr>
                <a:srgbClr val="000000"/>
              </a:buClr>
              <a:buSzPct val="45000"/>
            </a:pP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Pronouns</a:t>
            </a:r>
          </a:p>
          <a:p>
            <a:pPr lvl="1">
              <a:buClr>
                <a:srgbClr val="000000"/>
              </a:buClr>
              <a:buSzPct val="45000"/>
            </a:pP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Prepositions</a:t>
            </a:r>
          </a:p>
          <a:p>
            <a:pPr lvl="1">
              <a:buClr>
                <a:srgbClr val="000000"/>
              </a:buClr>
              <a:buSzPct val="45000"/>
            </a:pP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Conjunctions</a:t>
            </a:r>
          </a:p>
          <a:p>
            <a:pPr lvl="1">
              <a:buClr>
                <a:srgbClr val="000000"/>
              </a:buClr>
              <a:buSzPct val="45000"/>
            </a:pP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Interjections</a:t>
            </a:r>
            <a:endParaRPr lang="en-US" sz="28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000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Types of Words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396886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Nouns: 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	Name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a person, place, thing, or idea (e.g., dog, city, happiness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).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Pronouns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: </a:t>
            </a:r>
            <a:endParaRPr lang="en-US" sz="14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Take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the place of a noun to avoid repeating it (e.g., he, she, they, it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).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Verbs: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Show an action or a state of being (e.g., run, is, eat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).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Adjectives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: </a:t>
            </a:r>
            <a:endParaRPr lang="en-US" sz="14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Describe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or modify a noun or a pronoun (e.g., big, happy, red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).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Adverbs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: </a:t>
            </a:r>
            <a:endParaRPr lang="en-US" sz="14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Describe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or modify a verb, an adjective, or another adverb, often telling how, when, or where (e.g., 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	quickly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, very, yesterday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).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Prepositions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: </a:t>
            </a:r>
            <a:endParaRPr lang="en-US" sz="14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Show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the relationship of time, place, or position between words (e.g., in, on, under, before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).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Conjunctions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: </a:t>
            </a:r>
            <a:endParaRPr lang="en-US" sz="14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Connect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words, phrases, or clauses together (e.g., and, but, because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).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Interjections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: </a:t>
            </a:r>
            <a:endParaRPr lang="en-US" sz="14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Express 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strong emotion or sudden feeling (e.g., wow, ouch, hey</a:t>
            </a:r>
            <a:r>
              <a:rPr lang="en-US" sz="1400" dirty="0" smtClean="0">
                <a:solidFill>
                  <a:srgbClr val="000000"/>
                </a:solidFill>
                <a:latin typeface="Arial"/>
              </a:rPr>
              <a:t>).</a:t>
            </a:r>
          </a:p>
          <a:p>
            <a:pPr>
              <a:buClr>
                <a:srgbClr val="000000"/>
              </a:buClr>
              <a:buSzPct val="45000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139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Combining Words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25" y="2241989"/>
            <a:ext cx="8997840" cy="403041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An ordered set of words creates a statement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With a set of words S, almost infinite (factorial) number of combinations.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Some combinations have meaning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Most don’t</a:t>
            </a:r>
            <a:endParaRPr lang="en-US" sz="32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92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Combining Statements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25" y="2241989"/>
            <a:ext cx="8997840" cy="501530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An ordered set of statements creates a conversation or program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Extremely large set of possible conversations (programs).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Some conversations (programs) have meaning or usefulness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Most don’t</a:t>
            </a:r>
            <a:endParaRPr lang="en-US" sz="32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62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Language Hierarchy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25" y="2241989"/>
            <a:ext cx="8997840" cy="156820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Program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Statement[s]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32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	Word[s]</a:t>
            </a:r>
            <a:endParaRPr lang="en-US" sz="32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669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Syntax versus Semantics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304553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Correct syntax follows the language rules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Correct semantics is the correct meaning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Correctness requires syntax and semantics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567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smtClean="0">
                <a:solidFill>
                  <a:schemeClr val="lt1"/>
                </a:solidFill>
                <a:latin typeface="Arial"/>
              </a:rPr>
              <a:t>Context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304553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The situation, setting, or environment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The surrounding that helps explain a word or statement 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700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Context Free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673125" y="2241989"/>
            <a:ext cx="8997840" cy="45228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The situation, setting, or environment does not alter the meaning of a word or statement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My </a:t>
            </a:r>
            <a:r>
              <a:rPr lang="en-US" sz="3200" dirty="0" smtClean="0">
                <a:solidFill>
                  <a:srgbClr val="FF0000"/>
                </a:solidFill>
                <a:latin typeface="Arial"/>
              </a:rPr>
              <a:t>name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 is Bill.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What is your </a:t>
            </a:r>
            <a:r>
              <a:rPr lang="en-US" sz="3200" dirty="0" smtClean="0">
                <a:solidFill>
                  <a:srgbClr val="FF0000"/>
                </a:solidFill>
                <a:latin typeface="Arial"/>
              </a:rPr>
              <a:t>name?</a:t>
            </a:r>
            <a:endParaRPr lang="en-US" sz="32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706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Context Sensitive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673125" y="2241989"/>
            <a:ext cx="8997840" cy="550774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The situation, setting, or environment alters the meaning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Lance Armstrong wanted the Tour de France </a:t>
            </a:r>
            <a:r>
              <a:rPr lang="en-US" sz="3200" dirty="0" smtClean="0">
                <a:solidFill>
                  <a:srgbClr val="FF0000"/>
                </a:solidFill>
                <a:latin typeface="Arial"/>
              </a:rPr>
              <a:t>record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 wins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Please press the </a:t>
            </a:r>
            <a:r>
              <a:rPr lang="en-US" sz="3200" dirty="0" smtClean="0">
                <a:solidFill>
                  <a:srgbClr val="FF0000"/>
                </a:solidFill>
                <a:latin typeface="Arial"/>
              </a:rPr>
              <a:t>record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 button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Meaning changes based the word environment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433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Keywords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45228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Reserved word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Only has one use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Context free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Only has one meaning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Examples: if procedure module else while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212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Symbols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654074" y="1841939"/>
            <a:ext cx="9404325" cy="5507746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Abstraction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Creates an association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May change or mutate an association (mutable)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Function of time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Known as a variable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Example : </a:t>
            </a:r>
            <a:r>
              <a:rPr lang="en-US" sz="3200" dirty="0" smtClean="0">
                <a:solidFill>
                  <a:srgbClr val="000000"/>
                </a:solidFill>
                <a:latin typeface="Symbol" panose="05050102010706020507" pitchFamily="18" charset="2"/>
              </a:rPr>
              <a:t>a </a:t>
            </a:r>
            <a:r>
              <a:rPr lang="en-US" sz="3200" dirty="0" smtClean="0">
                <a:solidFill>
                  <a:srgbClr val="0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</a:t>
            </a:r>
            <a:r>
              <a:rPr lang="en-US" sz="3200" dirty="0" smtClean="0">
                <a:solidFill>
                  <a:srgbClr val="000000"/>
                </a:solidFill>
                <a:latin typeface="Symbol" panose="05050102010706020507" pitchFamily="18" charset="2"/>
              </a:rPr>
              <a:t> 1           a </a:t>
            </a:r>
            <a:r>
              <a:rPr lang="en-US" sz="3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symbol or variable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33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Reducing Complexity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403041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Using keywords and allowing only one possible context (context free) makes the language simpler and easier to understand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Most programming languages are almost context free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C, C++, and Rust are almost context free</a:t>
            </a:r>
            <a:endParaRPr lang="en-U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23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Formal Language Specification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206064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We can use another language to describe our language of interest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One such description is BNF</a:t>
            </a:r>
            <a:endParaRPr lang="en-US" sz="32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622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Metalanguages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380" y="1958340"/>
            <a:ext cx="8968740" cy="4526280"/>
          </a:xfrm>
        </p:spPr>
        <p:txBody>
          <a:bodyPr/>
          <a:lstStyle/>
          <a:p>
            <a:pPr eaLnBrk="1" hangingPunct="1"/>
            <a:r>
              <a:rPr lang="en-US" dirty="0" smtClean="0"/>
              <a:t>A </a:t>
            </a:r>
            <a:r>
              <a:rPr lang="en-US" i="1" dirty="0" err="1" smtClean="0"/>
              <a:t>metalanguage</a:t>
            </a:r>
            <a:r>
              <a:rPr lang="en-US" dirty="0" smtClean="0"/>
              <a:t> is a language used to talk about a language (usually a different one)</a:t>
            </a:r>
          </a:p>
          <a:p>
            <a:pPr eaLnBrk="1" hangingPunct="1"/>
            <a:r>
              <a:rPr lang="en-US" dirty="0" smtClean="0"/>
              <a:t>We can use English as its own </a:t>
            </a:r>
            <a:r>
              <a:rPr lang="en-US" dirty="0" err="1" smtClean="0"/>
              <a:t>metalanguage</a:t>
            </a:r>
            <a:r>
              <a:rPr lang="en-US" dirty="0" smtClean="0"/>
              <a:t> (e.g. describing English grammar in English)</a:t>
            </a:r>
          </a:p>
          <a:p>
            <a:pPr eaLnBrk="1" hangingPunct="1"/>
            <a:r>
              <a:rPr lang="en-US" dirty="0" smtClean="0"/>
              <a:t>It is essential to distinguish between the </a:t>
            </a:r>
            <a:r>
              <a:rPr lang="en-US" dirty="0" err="1" smtClean="0"/>
              <a:t>metalanguage</a:t>
            </a:r>
            <a:r>
              <a:rPr lang="en-US" dirty="0" smtClean="0"/>
              <a:t> terms and the object language terms</a:t>
            </a:r>
          </a:p>
        </p:txBody>
      </p:sp>
    </p:spTree>
    <p:extLst>
      <p:ext uri="{BB962C8B-B14F-4D97-AF65-F5344CB8AC3E}">
        <p14:creationId xmlns:p14="http://schemas.microsoft.com/office/powerpoint/2010/main" val="384187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BNF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0560" y="2042160"/>
            <a:ext cx="8801100" cy="452628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BNF stands for either Backus-Naur Form or Backus Normal Form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BNF is a </a:t>
            </a:r>
            <a:r>
              <a:rPr lang="en-US" dirty="0" err="1" smtClean="0"/>
              <a:t>metalanguage</a:t>
            </a:r>
            <a:r>
              <a:rPr lang="en-US" dirty="0" smtClean="0"/>
              <a:t> used to describe the grammar of a programming language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BNF is formal and precise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BNF is a notation for </a:t>
            </a:r>
            <a:r>
              <a:rPr lang="en-US" dirty="0" smtClean="0">
                <a:solidFill>
                  <a:schemeClr val="tx2"/>
                </a:solidFill>
              </a:rPr>
              <a:t>context-free grammars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BNF is essential in compiler construction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There are many dialects of BNF in use, but…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…the differences are almost always minor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3815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BNF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omic Sans MS" panose="030F0702030302020204" pitchFamily="66" charset="0"/>
              </a:rPr>
              <a:t>&lt; &gt;</a:t>
            </a:r>
            <a:r>
              <a:rPr lang="en-US" dirty="0" smtClean="0"/>
              <a:t> indicate a </a:t>
            </a:r>
            <a:r>
              <a:rPr lang="en-US" i="1" dirty="0" smtClean="0"/>
              <a:t>nonterminal</a:t>
            </a:r>
            <a:r>
              <a:rPr lang="en-US" dirty="0" smtClean="0"/>
              <a:t> that needs to be further expanded, e.g. </a:t>
            </a:r>
            <a:r>
              <a:rPr lang="en-US" dirty="0" smtClean="0">
                <a:latin typeface="Comic Sans MS" panose="030F0702030302020204" pitchFamily="66" charset="0"/>
              </a:rPr>
              <a:t>&lt;variable&gt;</a:t>
            </a:r>
          </a:p>
          <a:p>
            <a:pPr eaLnBrk="1" hangingPunct="1"/>
            <a:r>
              <a:rPr lang="en-US" dirty="0" smtClean="0"/>
              <a:t>Symbols not enclosed in</a:t>
            </a:r>
            <a:r>
              <a:rPr lang="en-US" dirty="0" smtClean="0">
                <a:latin typeface="Comic Sans MS" panose="030F0702030302020204" pitchFamily="66" charset="0"/>
              </a:rPr>
              <a:t> &lt; &gt; </a:t>
            </a:r>
            <a:r>
              <a:rPr lang="en-US" dirty="0" smtClean="0"/>
              <a:t>are </a:t>
            </a:r>
            <a:r>
              <a:rPr lang="en-US" i="1" dirty="0" smtClean="0"/>
              <a:t>terminals or keywords;</a:t>
            </a:r>
            <a:r>
              <a:rPr lang="en-US" dirty="0" smtClean="0"/>
              <a:t> they represent themselves, e.g. </a:t>
            </a:r>
            <a:r>
              <a:rPr lang="en-US" dirty="0" smtClean="0">
                <a:latin typeface="Comic Sans MS" panose="030F0702030302020204" pitchFamily="66" charset="0"/>
              </a:rPr>
              <a:t>if</a:t>
            </a:r>
            <a:r>
              <a:rPr lang="en-US" dirty="0" smtClean="0"/>
              <a:t>, </a:t>
            </a:r>
            <a:r>
              <a:rPr lang="en-US" dirty="0" smtClean="0">
                <a:latin typeface="Comic Sans MS" panose="030F0702030302020204" pitchFamily="66" charset="0"/>
              </a:rPr>
              <a:t>while</a:t>
            </a:r>
            <a:r>
              <a:rPr lang="en-US" dirty="0" smtClean="0"/>
              <a:t>, </a:t>
            </a:r>
            <a:r>
              <a:rPr lang="en-US" dirty="0" smtClean="0">
                <a:latin typeface="Comic Sans MS" panose="030F0702030302020204" pitchFamily="66" charset="0"/>
              </a:rPr>
              <a:t>(</a:t>
            </a:r>
          </a:p>
          <a:p>
            <a:pPr eaLnBrk="1" hangingPunct="1"/>
            <a:r>
              <a:rPr lang="en-US" dirty="0" smtClean="0"/>
              <a:t>The symbol</a:t>
            </a:r>
            <a:r>
              <a:rPr lang="en-US" dirty="0" smtClean="0">
                <a:latin typeface="Comic Sans MS" panose="030F0702030302020204" pitchFamily="66" charset="0"/>
              </a:rPr>
              <a:t> ::= </a:t>
            </a:r>
            <a:r>
              <a:rPr lang="en-US" dirty="0" smtClean="0"/>
              <a:t>means </a:t>
            </a:r>
            <a:r>
              <a:rPr lang="en-US" i="1" dirty="0" smtClean="0"/>
              <a:t>is defined as</a:t>
            </a:r>
          </a:p>
          <a:p>
            <a:pPr eaLnBrk="1" hangingPunct="1"/>
            <a:r>
              <a:rPr lang="en-US" dirty="0" smtClean="0"/>
              <a:t>The symbol</a:t>
            </a:r>
            <a:r>
              <a:rPr lang="en-US" dirty="0" smtClean="0">
                <a:latin typeface="Comic Sans MS" panose="030F0702030302020204" pitchFamily="66" charset="0"/>
              </a:rPr>
              <a:t>  |  </a:t>
            </a:r>
            <a:r>
              <a:rPr lang="en-US" dirty="0" smtClean="0"/>
              <a:t>means </a:t>
            </a:r>
            <a:r>
              <a:rPr lang="en-US" i="1" dirty="0" smtClean="0"/>
              <a:t>or;</a:t>
            </a:r>
            <a:r>
              <a:rPr lang="en-US" dirty="0" smtClean="0"/>
              <a:t> it separates alternatives, e.g. </a:t>
            </a:r>
            <a:r>
              <a:rPr lang="en-US" dirty="0" smtClean="0">
                <a:latin typeface="Comic Sans MS" panose="030F0702030302020204" pitchFamily="66" charset="0"/>
              </a:rPr>
              <a:t>&lt;</a:t>
            </a:r>
            <a:r>
              <a:rPr lang="en-US" dirty="0" err="1" smtClean="0">
                <a:latin typeface="Comic Sans MS" panose="030F0702030302020204" pitchFamily="66" charset="0"/>
              </a:rPr>
              <a:t>addop</a:t>
            </a:r>
            <a:r>
              <a:rPr lang="en-US" dirty="0" smtClean="0">
                <a:latin typeface="Comic Sans MS" panose="030F0702030302020204" pitchFamily="66" charset="0"/>
              </a:rPr>
              <a:t>&gt; ::= + | -</a:t>
            </a:r>
            <a:br>
              <a:rPr lang="en-US" dirty="0" smtClean="0">
                <a:latin typeface="Comic Sans MS" panose="030F0702030302020204" pitchFamily="66" charset="0"/>
              </a:rPr>
            </a:br>
            <a:endParaRPr lang="en-US" dirty="0" smtClean="0">
              <a:latin typeface="Comic Sans MS" panose="030F0702030302020204" pitchFamily="66" charset="0"/>
            </a:endParaRPr>
          </a:p>
          <a:p>
            <a:pPr eaLnBrk="1" hangingPunct="1"/>
            <a:r>
              <a:rPr lang="en-US" dirty="0" smtClean="0"/>
              <a:t>This is </a:t>
            </a:r>
            <a:r>
              <a:rPr lang="en-US" i="1" dirty="0" smtClean="0"/>
              <a:t>all there is</a:t>
            </a:r>
            <a:r>
              <a:rPr lang="en-US" dirty="0" smtClean="0"/>
              <a:t> to “plain” BNF; but we will discuss </a:t>
            </a:r>
            <a:r>
              <a:rPr lang="en-US" i="1" dirty="0" smtClean="0"/>
              <a:t>extended</a:t>
            </a:r>
            <a:r>
              <a:rPr lang="en-US" dirty="0" smtClean="0"/>
              <a:t> BNF (</a:t>
            </a:r>
            <a:r>
              <a:rPr lang="en-US" dirty="0" smtClean="0">
                <a:solidFill>
                  <a:schemeClr val="tx2"/>
                </a:solidFill>
              </a:rPr>
              <a:t>EBNF</a:t>
            </a:r>
            <a:r>
              <a:rPr lang="en-US" dirty="0" smtClean="0"/>
              <a:t>) later in this lecture</a:t>
            </a:r>
          </a:p>
        </p:txBody>
      </p:sp>
    </p:spTree>
    <p:extLst>
      <p:ext uri="{BB962C8B-B14F-4D97-AF65-F5344CB8AC3E}">
        <p14:creationId xmlns:p14="http://schemas.microsoft.com/office/powerpoint/2010/main" val="217105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BNF uses recursion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omic Sans MS" panose="030F0702030302020204" pitchFamily="66" charset="0"/>
              </a:rPr>
              <a:t>&lt;integer&gt; ::= &lt;digit&gt; | &lt;integer&gt; &lt;digit&gt;</a:t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en-US" dirty="0" smtClean="0">
                <a:latin typeface="Comic Sans MS" panose="030F0702030302020204" pitchFamily="66" charset="0"/>
              </a:rPr>
              <a:t>     </a:t>
            </a:r>
            <a:r>
              <a:rPr lang="en-US" i="1" dirty="0" smtClean="0"/>
              <a:t>or</a:t>
            </a:r>
            <a:r>
              <a:rPr lang="en-US" dirty="0" smtClean="0">
                <a:latin typeface="Comic Sans MS" panose="030F0702030302020204" pitchFamily="66" charset="0"/>
              </a:rPr>
              <a:t/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en-US" dirty="0" smtClean="0">
                <a:latin typeface="Comic Sans MS" panose="030F0702030302020204" pitchFamily="66" charset="0"/>
              </a:rPr>
              <a:t>&lt;integer&gt; ::= &lt;digit&gt; | &lt;digit&gt; &lt;integer&gt;</a:t>
            </a:r>
            <a:br>
              <a:rPr lang="en-US" dirty="0" smtClean="0">
                <a:latin typeface="Comic Sans MS" panose="030F0702030302020204" pitchFamily="66" charset="0"/>
              </a:rPr>
            </a:br>
            <a:endParaRPr lang="en-US" dirty="0" smtClean="0">
              <a:latin typeface="Comic Sans MS" panose="030F0702030302020204" pitchFamily="66" charset="0"/>
            </a:endParaRPr>
          </a:p>
          <a:p>
            <a:pPr eaLnBrk="1" hangingPunct="1"/>
            <a:r>
              <a:rPr lang="en-US" dirty="0" smtClean="0"/>
              <a:t>Recursion is all that is needed (at least, in a formal sense)</a:t>
            </a:r>
            <a:endParaRPr lang="en-US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64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Recursion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Recursion is the process where a concept, function, or process depends on or calls a simpler version of itself to solve a </a:t>
            </a:r>
            <a:r>
              <a:rPr lang="en-US" dirty="0" smtClean="0"/>
              <a:t>problem</a:t>
            </a:r>
            <a:endParaRPr lang="en-US" dirty="0" smtClean="0">
              <a:latin typeface="Comic Sans MS" panose="030F0702030302020204" pitchFamily="66" charset="0"/>
            </a:endParaRPr>
          </a:p>
          <a:p>
            <a:pPr eaLnBrk="1" hangingPunct="1"/>
            <a:r>
              <a:rPr lang="en-US" dirty="0" smtClean="0"/>
              <a:t>A recursive solution or definition requires two main parts to work properly without running forever</a:t>
            </a:r>
          </a:p>
          <a:p>
            <a:pPr lvl="1" eaLnBrk="1" hangingPunct="1"/>
            <a:r>
              <a:rPr lang="en-US" b="1" dirty="0"/>
              <a:t>Base case:</a:t>
            </a:r>
            <a:r>
              <a:rPr lang="en-US" dirty="0"/>
              <a:t> The simplest scenario or stopping condition that ends the recursion and returns a direct </a:t>
            </a:r>
            <a:r>
              <a:rPr lang="en-US" dirty="0" smtClean="0"/>
              <a:t>answer</a:t>
            </a:r>
          </a:p>
          <a:p>
            <a:pPr lvl="1" eaLnBrk="1" hangingPunct="1"/>
            <a:r>
              <a:rPr lang="en-US" b="1" dirty="0"/>
              <a:t>Recursive case:</a:t>
            </a:r>
            <a:r>
              <a:rPr lang="en-US" dirty="0"/>
              <a:t> The step where the process breaks the problem down and calls or applies itself to a smaller piece of the original problem</a:t>
            </a:r>
            <a:r>
              <a:rPr lang="en-US" dirty="0" smtClean="0"/>
              <a:t>. </a:t>
            </a:r>
            <a:endParaRPr lang="en-US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32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</a:t>
            </a:r>
            <a:r>
              <a:rPr lang="en-US" dirty="0" smtClean="0"/>
              <a:t>ecursion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omic Sans MS" panose="030F0702030302020204" pitchFamily="66" charset="0"/>
              </a:rPr>
              <a:t>&lt;integer&gt; ::= &lt;digit&gt;</a:t>
            </a:r>
          </a:p>
          <a:p>
            <a:pPr lvl="1" eaLnBrk="1" hangingPunct="1"/>
            <a:r>
              <a:rPr lang="en-US" sz="4000" dirty="0" smtClean="0"/>
              <a:t>Base case</a:t>
            </a:r>
          </a:p>
        </p:txBody>
      </p:sp>
    </p:spTree>
    <p:extLst>
      <p:ext uri="{BB962C8B-B14F-4D97-AF65-F5344CB8AC3E}">
        <p14:creationId xmlns:p14="http://schemas.microsoft.com/office/powerpoint/2010/main" val="292225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BNF uses recursion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omic Sans MS" panose="030F0702030302020204" pitchFamily="66" charset="0"/>
              </a:rPr>
              <a:t>&lt;integer&gt; ::= &lt;integer&gt; &lt;digit&gt;</a:t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en-US" dirty="0" smtClean="0">
                <a:latin typeface="Comic Sans MS" panose="030F0702030302020204" pitchFamily="66" charset="0"/>
              </a:rPr>
              <a:t>     </a:t>
            </a:r>
            <a:r>
              <a:rPr lang="en-US" i="1" dirty="0" smtClean="0"/>
              <a:t>or</a:t>
            </a:r>
            <a:r>
              <a:rPr lang="en-US" dirty="0" smtClean="0">
                <a:latin typeface="Comic Sans MS" panose="030F0702030302020204" pitchFamily="66" charset="0"/>
              </a:rPr>
              <a:t/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en-US" dirty="0" smtClean="0">
                <a:latin typeface="Comic Sans MS" panose="030F0702030302020204" pitchFamily="66" charset="0"/>
              </a:rPr>
              <a:t>&lt;integer&gt; ::= &lt;digit&gt; &lt;integer&gt;</a:t>
            </a:r>
            <a:br>
              <a:rPr lang="en-US" dirty="0" smtClean="0">
                <a:latin typeface="Comic Sans MS" panose="030F0702030302020204" pitchFamily="66" charset="0"/>
              </a:rPr>
            </a:br>
            <a:endParaRPr lang="en-US" dirty="0" smtClean="0">
              <a:latin typeface="Comic Sans MS" panose="030F0702030302020204" pitchFamily="66" charset="0"/>
            </a:endParaRPr>
          </a:p>
          <a:p>
            <a:pPr lvl="1" eaLnBrk="1" hangingPunct="1"/>
            <a:r>
              <a:rPr lang="en-US" sz="3600" dirty="0" smtClean="0"/>
              <a:t>Recursion case</a:t>
            </a:r>
            <a:endParaRPr lang="en-US" sz="3600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98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BNF uses recursion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omic Sans MS" panose="030F0702030302020204" pitchFamily="66" charset="0"/>
              </a:rPr>
              <a:t>&lt;integer&gt; ::= &lt;digit&gt; | &lt;integer&gt; &lt;digit&gt;</a:t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en-US" dirty="0" smtClean="0">
                <a:latin typeface="Comic Sans MS" panose="030F0702030302020204" pitchFamily="66" charset="0"/>
              </a:rPr>
              <a:t>     </a:t>
            </a:r>
            <a:r>
              <a:rPr lang="en-US" i="1" dirty="0" smtClean="0"/>
              <a:t>or</a:t>
            </a:r>
            <a:r>
              <a:rPr lang="en-US" dirty="0" smtClean="0">
                <a:latin typeface="Comic Sans MS" panose="030F0702030302020204" pitchFamily="66" charset="0"/>
              </a:rPr>
              <a:t/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en-US" dirty="0" smtClean="0">
                <a:latin typeface="Comic Sans MS" panose="030F0702030302020204" pitchFamily="66" charset="0"/>
              </a:rPr>
              <a:t>&lt;integer&gt; ::= &lt;digit&gt; | &lt;digit&gt; &lt;integer&gt;</a:t>
            </a:r>
            <a:br>
              <a:rPr lang="en-US" dirty="0" smtClean="0">
                <a:latin typeface="Comic Sans MS" panose="030F0702030302020204" pitchFamily="66" charset="0"/>
              </a:rPr>
            </a:br>
            <a:endParaRPr lang="en-US" dirty="0" smtClean="0">
              <a:latin typeface="Comic Sans MS" panose="030F0702030302020204" pitchFamily="66" charset="0"/>
            </a:endParaRPr>
          </a:p>
          <a:p>
            <a:pPr eaLnBrk="1" hangingPunct="1"/>
            <a:r>
              <a:rPr lang="en-US" dirty="0" smtClean="0"/>
              <a:t>Recursion is all that is needed (at least, in a formal sense)</a:t>
            </a:r>
          </a:p>
          <a:p>
            <a:pPr eaLnBrk="1" hangingPunct="1"/>
            <a:r>
              <a:rPr lang="en-US" dirty="0" smtClean="0"/>
              <a:t>"Extended BNF" allows repetition as well as recursion</a:t>
            </a:r>
          </a:p>
          <a:p>
            <a:pPr eaLnBrk="1" hangingPunct="1"/>
            <a:r>
              <a:rPr lang="en-US" dirty="0" smtClean="0"/>
              <a:t>Repetition is usually better when using BNF to construct a compiler</a:t>
            </a:r>
            <a:endParaRPr lang="en-US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4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BNF Examples I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mic Sans MS" panose="030F0702030302020204" pitchFamily="66" charset="0"/>
              </a:rPr>
              <a:t>&lt;digit&gt; ::=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   0 | 1 | 2 | 3 | 4 | 5 | 6 | 7 | 8 | 9</a:t>
            </a:r>
            <a:br>
              <a:rPr lang="en-US" smtClean="0">
                <a:latin typeface="Comic Sans MS" panose="030F0702030302020204" pitchFamily="66" charset="0"/>
              </a:rPr>
            </a:br>
            <a:endParaRPr lang="en-US" smtClean="0">
              <a:latin typeface="Comic Sans MS" panose="030F0702030302020204" pitchFamily="66" charset="0"/>
            </a:endParaRPr>
          </a:p>
          <a:p>
            <a:pPr eaLnBrk="1" hangingPunct="1"/>
            <a:r>
              <a:rPr lang="en-US" smtClean="0">
                <a:latin typeface="Comic Sans MS" panose="030F0702030302020204" pitchFamily="66" charset="0"/>
              </a:rPr>
              <a:t>&lt;if statement&gt; ::=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   if ( &lt;condition&gt; ) &lt;statement&gt;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if ( &lt;condition&gt; ) &lt;statement&gt;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   else &lt;statement&gt;</a:t>
            </a:r>
          </a:p>
        </p:txBody>
      </p:sp>
    </p:spTree>
    <p:extLst>
      <p:ext uri="{BB962C8B-B14F-4D97-AF65-F5344CB8AC3E}">
        <p14:creationId xmlns:p14="http://schemas.microsoft.com/office/powerpoint/2010/main" val="67012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BNF Examples II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mic Sans MS" panose="030F0702030302020204" pitchFamily="66" charset="0"/>
              </a:rPr>
              <a:t>&lt;unsigned integer&gt; ::=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  &lt;digit&gt; | &lt;unsigned integer&gt; &lt;digit&gt;</a:t>
            </a:r>
            <a:br>
              <a:rPr lang="en-US" smtClean="0">
                <a:latin typeface="Comic Sans MS" panose="030F0702030302020204" pitchFamily="66" charset="0"/>
              </a:rPr>
            </a:br>
            <a:endParaRPr lang="en-US" smtClean="0">
              <a:latin typeface="Comic Sans MS" panose="030F0702030302020204" pitchFamily="66" charset="0"/>
            </a:endParaRPr>
          </a:p>
          <a:p>
            <a:pPr eaLnBrk="1" hangingPunct="1"/>
            <a:r>
              <a:rPr lang="en-US" smtClean="0">
                <a:latin typeface="Comic Sans MS" panose="030F0702030302020204" pitchFamily="66" charset="0"/>
              </a:rPr>
              <a:t>&lt;integer&gt; ::=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   &lt;unsigned integer&gt;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+ &lt;unsigned integer&gt;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- &lt;unsigned integer&gt;</a:t>
            </a:r>
          </a:p>
        </p:txBody>
      </p:sp>
    </p:spTree>
    <p:extLst>
      <p:ext uri="{BB962C8B-B14F-4D97-AF65-F5344CB8AC3E}">
        <p14:creationId xmlns:p14="http://schemas.microsoft.com/office/powerpoint/2010/main" val="252182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BNF Examples III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0560" y="1958340"/>
            <a:ext cx="8801100" cy="4526280"/>
          </a:xfrm>
        </p:spPr>
        <p:txBody>
          <a:bodyPr/>
          <a:lstStyle/>
          <a:p>
            <a:pPr eaLnBrk="1" hangingPunct="1"/>
            <a:r>
              <a:rPr lang="en-US" smtClean="0">
                <a:latin typeface="Comic Sans MS" panose="030F0702030302020204" pitchFamily="66" charset="0"/>
              </a:rPr>
              <a:t>&lt;identifier&gt; ::=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   &lt;letter&gt;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&lt;identifier&gt; &lt;letter&gt;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&lt;identifier&gt; &lt;digit&gt;</a:t>
            </a:r>
          </a:p>
          <a:p>
            <a:pPr eaLnBrk="1" hangingPunct="1"/>
            <a:r>
              <a:rPr lang="en-US" smtClean="0">
                <a:latin typeface="Comic Sans MS" panose="030F0702030302020204" pitchFamily="66" charset="0"/>
              </a:rPr>
              <a:t>&lt;block&gt; ::= { &lt;statement list&gt; }</a:t>
            </a:r>
          </a:p>
          <a:p>
            <a:pPr eaLnBrk="1" hangingPunct="1"/>
            <a:r>
              <a:rPr lang="en-US" smtClean="0">
                <a:latin typeface="Comic Sans MS" panose="030F0702030302020204" pitchFamily="66" charset="0"/>
              </a:rPr>
              <a:t>&lt;statement list&gt; ::=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   &lt;statement&gt;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&lt;statement list&gt; &lt;statement&gt;</a:t>
            </a:r>
          </a:p>
        </p:txBody>
      </p:sp>
    </p:spTree>
    <p:extLst>
      <p:ext uri="{BB962C8B-B14F-4D97-AF65-F5344CB8AC3E}">
        <p14:creationId xmlns:p14="http://schemas.microsoft.com/office/powerpoint/2010/main" val="76370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BNF Examples IV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Comic Sans MS" panose="030F0702030302020204" pitchFamily="66" charset="0"/>
              </a:rPr>
              <a:t>&lt;statement&gt; ::=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   &lt;block&gt;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&lt;assignment statement&gt;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&lt;break statement&gt;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&lt;continue statement&gt;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&lt;do statement&gt;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&lt;for loop&gt;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&lt;goto statement&gt;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&lt;if statement&gt;</a:t>
            </a:r>
            <a:br>
              <a:rPr lang="en-US" smtClean="0">
                <a:latin typeface="Comic Sans MS" panose="030F0702030302020204" pitchFamily="66" charset="0"/>
              </a:rPr>
            </a:br>
            <a:r>
              <a:rPr lang="en-US" smtClean="0">
                <a:latin typeface="Comic Sans MS" panose="030F0702030302020204" pitchFamily="66" charset="0"/>
              </a:rPr>
              <a:t>     |  . . .</a:t>
            </a:r>
          </a:p>
        </p:txBody>
      </p:sp>
    </p:spTree>
    <p:extLst>
      <p:ext uri="{BB962C8B-B14F-4D97-AF65-F5344CB8AC3E}">
        <p14:creationId xmlns:p14="http://schemas.microsoft.com/office/powerpoint/2010/main" val="61200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Extended BNF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0560" y="1874520"/>
            <a:ext cx="9052560" cy="5364480"/>
          </a:xfrm>
        </p:spPr>
        <p:txBody>
          <a:bodyPr/>
          <a:lstStyle/>
          <a:p>
            <a:pPr eaLnBrk="1" hangingPunct="1"/>
            <a:r>
              <a:rPr lang="en-US" dirty="0" smtClean="0"/>
              <a:t>The following are pretty standard:</a:t>
            </a:r>
          </a:p>
          <a:p>
            <a:pPr lvl="1" eaLnBrk="1" hangingPunct="1"/>
            <a:r>
              <a:rPr lang="en-US" dirty="0" smtClean="0">
                <a:latin typeface="Comic Sans MS" panose="030F0702030302020204" pitchFamily="66" charset="0"/>
              </a:rPr>
              <a:t>[ ]</a:t>
            </a:r>
            <a:r>
              <a:rPr lang="en-US" dirty="0" smtClean="0"/>
              <a:t>  enclose an optional part of the rule</a:t>
            </a:r>
          </a:p>
          <a:p>
            <a:pPr lvl="2" eaLnBrk="1" hangingPunct="1"/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>
                <a:latin typeface="Comic Sans MS" panose="030F0702030302020204" pitchFamily="66" charset="0"/>
              </a:rPr>
              <a:t>&lt;if statement&gt; ::=</a:t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en-US" dirty="0" smtClean="0">
                <a:latin typeface="Comic Sans MS" panose="030F0702030302020204" pitchFamily="66" charset="0"/>
              </a:rPr>
              <a:t>        if ( &lt;condition&gt; ) &lt;statement&gt; </a:t>
            </a:r>
            <a:r>
              <a:rPr lang="en-US" dirty="0" smtClean="0">
                <a:solidFill>
                  <a:schemeClr val="tx2"/>
                </a:solidFill>
                <a:latin typeface="Comic Sans MS" panose="030F0702030302020204" pitchFamily="66" charset="0"/>
              </a:rPr>
              <a:t>[</a:t>
            </a:r>
            <a:r>
              <a:rPr lang="en-US" dirty="0" smtClean="0">
                <a:latin typeface="Comic Sans MS" panose="030F0702030302020204" pitchFamily="66" charset="0"/>
              </a:rPr>
              <a:t> else &lt;statement&gt; </a:t>
            </a:r>
            <a:r>
              <a:rPr lang="en-US" dirty="0" smtClean="0">
                <a:solidFill>
                  <a:schemeClr val="tx2"/>
                </a:solidFill>
                <a:latin typeface="Comic Sans MS" panose="030F0702030302020204" pitchFamily="66" charset="0"/>
              </a:rPr>
              <a:t>]</a:t>
            </a:r>
          </a:p>
          <a:p>
            <a:pPr lvl="2" eaLnBrk="1" hangingPunct="1"/>
            <a:endParaRPr lang="en-US" dirty="0" smtClean="0"/>
          </a:p>
          <a:p>
            <a:pPr lvl="1" eaLnBrk="1" hangingPunct="1"/>
            <a:r>
              <a:rPr lang="en-US" dirty="0" smtClean="0">
                <a:latin typeface="Comic Sans MS" panose="030F0702030302020204" pitchFamily="66" charset="0"/>
              </a:rPr>
              <a:t>{ }</a:t>
            </a:r>
            <a:r>
              <a:rPr lang="en-US" dirty="0" smtClean="0"/>
              <a:t>  mean the enclosed can be repeated any number of times (including zero)</a:t>
            </a:r>
          </a:p>
          <a:p>
            <a:pPr lvl="2" eaLnBrk="1" hangingPunct="1"/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>
                <a:latin typeface="Comic Sans MS" panose="030F0702030302020204" pitchFamily="66" charset="0"/>
              </a:rPr>
              <a:t>&lt;parameter list&gt; ::= ( )</a:t>
            </a:r>
            <a:br>
              <a:rPr lang="en-US" dirty="0" smtClean="0">
                <a:latin typeface="Comic Sans MS" panose="030F0702030302020204" pitchFamily="66" charset="0"/>
              </a:rPr>
            </a:br>
            <a:r>
              <a:rPr lang="en-US" dirty="0" smtClean="0">
                <a:latin typeface="Comic Sans MS" panose="030F0702030302020204" pitchFamily="66" charset="0"/>
              </a:rPr>
              <a:t>                          |   ( </a:t>
            </a:r>
            <a:r>
              <a:rPr lang="en-US" dirty="0" smtClean="0">
                <a:solidFill>
                  <a:schemeClr val="tx2"/>
                </a:solidFill>
                <a:latin typeface="Comic Sans MS" panose="030F0702030302020204" pitchFamily="66" charset="0"/>
              </a:rPr>
              <a:t>{</a:t>
            </a:r>
            <a:r>
              <a:rPr lang="en-US" dirty="0" smtClean="0">
                <a:latin typeface="Comic Sans MS" panose="030F0702030302020204" pitchFamily="66" charset="0"/>
              </a:rPr>
              <a:t> &lt;parameter&gt; , </a:t>
            </a:r>
            <a:r>
              <a:rPr lang="en-US" dirty="0" smtClean="0">
                <a:solidFill>
                  <a:schemeClr val="tx2"/>
                </a:solidFill>
                <a:latin typeface="Comic Sans MS" panose="030F0702030302020204" pitchFamily="66" charset="0"/>
              </a:rPr>
              <a:t>}</a:t>
            </a:r>
            <a:r>
              <a:rPr lang="en-US" dirty="0" smtClean="0">
                <a:latin typeface="Comic Sans MS" panose="030F0702030302020204" pitchFamily="66" charset="0"/>
              </a:rPr>
              <a:t> &lt;parameter&gt; )</a:t>
            </a:r>
          </a:p>
        </p:txBody>
      </p:sp>
    </p:spTree>
    <p:extLst>
      <p:ext uri="{BB962C8B-B14F-4D97-AF65-F5344CB8AC3E}">
        <p14:creationId xmlns:p14="http://schemas.microsoft.com/office/powerpoint/2010/main" val="171787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Variations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623061"/>
            <a:ext cx="9136380" cy="5237004"/>
          </a:xfrm>
        </p:spPr>
        <p:txBody>
          <a:bodyPr/>
          <a:lstStyle/>
          <a:p>
            <a:pPr eaLnBrk="1" hangingPunct="1"/>
            <a:r>
              <a:rPr lang="en-US" smtClean="0"/>
              <a:t>The preceding notation is the original and most common notation</a:t>
            </a:r>
          </a:p>
          <a:p>
            <a:pPr lvl="1" eaLnBrk="1" hangingPunct="1"/>
            <a:r>
              <a:rPr lang="en-US" smtClean="0"/>
              <a:t>BNF was designed before we had boldface, color, more than one font, etc.</a:t>
            </a:r>
          </a:p>
          <a:p>
            <a:pPr lvl="1" eaLnBrk="1" hangingPunct="1"/>
            <a:r>
              <a:rPr lang="en-US" smtClean="0"/>
              <a:t>A typical modern variation might:</a:t>
            </a:r>
          </a:p>
          <a:p>
            <a:pPr lvl="1" eaLnBrk="1" hangingPunct="1"/>
            <a:r>
              <a:rPr lang="en-US" smtClean="0"/>
              <a:t> Use boldface to indicate multi-character terminals</a:t>
            </a:r>
          </a:p>
          <a:p>
            <a:pPr lvl="1" eaLnBrk="1" hangingPunct="1"/>
            <a:r>
              <a:rPr lang="en-US" smtClean="0"/>
              <a:t>Quote single-character terminals (because boldface isn’t so obvious in this case)</a:t>
            </a:r>
          </a:p>
          <a:p>
            <a:pPr eaLnBrk="1" hangingPunct="1"/>
            <a:r>
              <a:rPr lang="en-US" smtClean="0"/>
              <a:t>Example:</a:t>
            </a:r>
          </a:p>
          <a:p>
            <a:pPr lvl="1" eaLnBrk="1" hangingPunct="1"/>
            <a:r>
              <a:rPr lang="en-US" sz="2200" i="1">
                <a:latin typeface="Trebuchet MS" panose="020B0603020202020204" pitchFamily="34" charset="0"/>
              </a:rPr>
              <a:t>if_statement</a:t>
            </a:r>
            <a:r>
              <a:rPr lang="en-US" sz="2200">
                <a:latin typeface="Trebuchet MS" panose="020B0603020202020204" pitchFamily="34" charset="0"/>
              </a:rPr>
              <a:t> ::=</a:t>
            </a:r>
            <a:br>
              <a:rPr lang="en-US" sz="2200">
                <a:latin typeface="Trebuchet MS" panose="020B0603020202020204" pitchFamily="34" charset="0"/>
              </a:rPr>
            </a:br>
            <a:r>
              <a:rPr lang="en-US" sz="2200">
                <a:latin typeface="Trebuchet MS" panose="020B0603020202020204" pitchFamily="34" charset="0"/>
              </a:rPr>
              <a:t>        </a:t>
            </a:r>
            <a:r>
              <a:rPr lang="en-US" sz="2200" b="1">
                <a:latin typeface="Trebuchet MS" panose="020B0603020202020204" pitchFamily="34" charset="0"/>
              </a:rPr>
              <a:t>if</a:t>
            </a:r>
            <a:r>
              <a:rPr lang="en-US" sz="2200">
                <a:latin typeface="Trebuchet MS" panose="020B0603020202020204" pitchFamily="34" charset="0"/>
              </a:rPr>
              <a:t> "(" </a:t>
            </a:r>
            <a:r>
              <a:rPr lang="en-US" sz="2200" i="1">
                <a:latin typeface="Trebuchet MS" panose="020B0603020202020204" pitchFamily="34" charset="0"/>
              </a:rPr>
              <a:t>condition</a:t>
            </a:r>
            <a:r>
              <a:rPr lang="en-US" sz="2200">
                <a:latin typeface="Trebuchet MS" panose="020B0603020202020204" pitchFamily="34" charset="0"/>
              </a:rPr>
              <a:t> ")" </a:t>
            </a:r>
            <a:r>
              <a:rPr lang="en-US" sz="2200" i="1">
                <a:latin typeface="Trebuchet MS" panose="020B0603020202020204" pitchFamily="34" charset="0"/>
              </a:rPr>
              <a:t>statement</a:t>
            </a:r>
            <a:r>
              <a:rPr lang="en-US" sz="2200">
                <a:latin typeface="Trebuchet MS" panose="020B0603020202020204" pitchFamily="34" charset="0"/>
              </a:rPr>
              <a:t> [ </a:t>
            </a:r>
            <a:r>
              <a:rPr lang="en-US" sz="2200" b="1">
                <a:latin typeface="Trebuchet MS" panose="020B0603020202020204" pitchFamily="34" charset="0"/>
              </a:rPr>
              <a:t>else</a:t>
            </a:r>
            <a:r>
              <a:rPr lang="en-US" sz="2200">
                <a:latin typeface="Trebuchet MS" panose="020B0603020202020204" pitchFamily="34" charset="0"/>
              </a:rPr>
              <a:t> </a:t>
            </a:r>
            <a:r>
              <a:rPr lang="en-US" sz="2200" i="1">
                <a:latin typeface="Trebuchet MS" panose="020B0603020202020204" pitchFamily="34" charset="0"/>
              </a:rPr>
              <a:t>statement</a:t>
            </a:r>
            <a:r>
              <a:rPr lang="en-US" sz="2200">
                <a:latin typeface="Trebuchet MS" panose="020B0603020202020204" pitchFamily="34" charset="0"/>
              </a:rPr>
              <a:t> ]</a:t>
            </a:r>
          </a:p>
        </p:txBody>
      </p:sp>
    </p:spTree>
    <p:extLst>
      <p:ext uri="{BB962C8B-B14F-4D97-AF65-F5344CB8AC3E}">
        <p14:creationId xmlns:p14="http://schemas.microsoft.com/office/powerpoint/2010/main" val="86110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Limitations of BNF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No easy way to impose length limitations, such as maximum length of variable names</a:t>
            </a:r>
          </a:p>
          <a:p>
            <a:pPr eaLnBrk="1" hangingPunct="1"/>
            <a:r>
              <a:rPr lang="en-US" dirty="0" smtClean="0"/>
              <a:t>No easy way to describe ranges, such as 1 to 31</a:t>
            </a:r>
          </a:p>
          <a:p>
            <a:pPr eaLnBrk="1" hangingPunct="1"/>
            <a:r>
              <a:rPr lang="en-US" dirty="0" smtClean="0"/>
              <a:t>No way </a:t>
            </a:r>
            <a:r>
              <a:rPr lang="en-US" i="1" dirty="0" smtClean="0"/>
              <a:t>at all</a:t>
            </a:r>
            <a:r>
              <a:rPr lang="en-US" dirty="0" smtClean="0"/>
              <a:t> to impose distributed requirements, such as, a variable must be declared before it is used</a:t>
            </a:r>
          </a:p>
          <a:p>
            <a:pPr eaLnBrk="1" hangingPunct="1"/>
            <a:r>
              <a:rPr lang="en-US" dirty="0" smtClean="0"/>
              <a:t>Describes </a:t>
            </a:r>
            <a:r>
              <a:rPr lang="en-US" b="1" i="1" dirty="0" smtClean="0"/>
              <a:t>only syntax, not semantics</a:t>
            </a:r>
          </a:p>
          <a:p>
            <a:pPr eaLnBrk="1" hangingPunct="1"/>
            <a:r>
              <a:rPr lang="en-US" dirty="0" smtClean="0"/>
              <a:t>Nothing clearly better has been devised</a:t>
            </a:r>
          </a:p>
        </p:txBody>
      </p:sp>
    </p:spTree>
    <p:extLst>
      <p:ext uri="{BB962C8B-B14F-4D97-AF65-F5344CB8AC3E}">
        <p14:creationId xmlns:p14="http://schemas.microsoft.com/office/powerpoint/2010/main" val="246221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Classifying Computer Languages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25" y="2241989"/>
            <a:ext cx="8997840" cy="353797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Hardware (binary) level: assembly languages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High Level (text) level: human written languages translated to binary code</a:t>
            </a:r>
            <a:endParaRPr lang="en-US" sz="320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975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Translation to Binary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25" y="2241989"/>
            <a:ext cx="8997840" cy="45228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Compiled language: all statements at once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3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C, C++, Rust</a:t>
            </a: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Interpreted language</a:t>
            </a:r>
            <a:r>
              <a:rPr lang="en-US" sz="3200" smtClean="0">
                <a:solidFill>
                  <a:srgbClr val="000000"/>
                </a:solidFill>
                <a:latin typeface="Arial"/>
              </a:rPr>
              <a:t>: a statement 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at a time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32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Python, Bash, </a:t>
            </a: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Tcl</a:t>
            </a: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68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Types of Computer Languages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156264"/>
            <a:ext cx="8997840" cy="452286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b="1" dirty="0" smtClean="0">
                <a:latin typeface="Google Sans"/>
              </a:rPr>
              <a:t>Procedural Programming</a:t>
            </a:r>
            <a:endParaRPr lang="en-US" sz="3600" dirty="0">
              <a:latin typeface="Googl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b="1" dirty="0" smtClean="0">
                <a:latin typeface="Google Sans"/>
              </a:rPr>
              <a:t>Object-Oriented </a:t>
            </a:r>
            <a:r>
              <a:rPr lang="en-US" sz="3600" b="1" dirty="0">
                <a:latin typeface="Google Sans"/>
              </a:rPr>
              <a:t>Programming (</a:t>
            </a:r>
            <a:r>
              <a:rPr lang="en-US" sz="3600" b="1" dirty="0" smtClean="0">
                <a:latin typeface="Google Sans"/>
              </a:rPr>
              <a:t>OOP)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b="1" dirty="0" smtClean="0">
                <a:latin typeface="Google Sans"/>
              </a:rPr>
              <a:t>Functional Programming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b="1" dirty="0" smtClean="0">
                <a:latin typeface="Google Sans"/>
              </a:rPr>
              <a:t>Scripting Languages</a:t>
            </a:r>
            <a:endParaRPr lang="en-US" sz="3600" dirty="0">
              <a:latin typeface="Googl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b="1" dirty="0" smtClean="0">
                <a:latin typeface="Google Sans"/>
              </a:rPr>
              <a:t>Logic Programming</a:t>
            </a:r>
            <a:endParaRPr lang="en-US" sz="3600" dirty="0">
              <a:latin typeface="Googl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400" dirty="0">
              <a:latin typeface="Arial" panose="020B0604020202020204" pitchFamily="34" charset="0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597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Types of Computer Languages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415353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 smtClean="0">
                <a:latin typeface="Google Sans"/>
              </a:rPr>
              <a:t>Procedural Programming:</a:t>
            </a:r>
            <a:endParaRPr lang="en-US" sz="4000" dirty="0" smtClean="0">
              <a:latin typeface="Google Sans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Follows </a:t>
            </a:r>
            <a:r>
              <a:rPr lang="en-US" sz="3200" dirty="0">
                <a:latin typeface="Google Sans"/>
              </a:rPr>
              <a:t>a strict, top-down sequence of statements or commands to achieve an </a:t>
            </a:r>
            <a:r>
              <a:rPr lang="en-US" sz="3200" dirty="0" smtClean="0">
                <a:latin typeface="Google Sans"/>
              </a:rPr>
              <a:t>output.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Organized </a:t>
            </a:r>
            <a:r>
              <a:rPr lang="en-US" sz="3200" dirty="0">
                <a:latin typeface="Google Sans"/>
              </a:rPr>
              <a:t>around modules known as functions or </a:t>
            </a:r>
            <a:r>
              <a:rPr lang="en-US" sz="3200" dirty="0" smtClean="0">
                <a:latin typeface="Google Sans"/>
              </a:rPr>
              <a:t>procedures.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Examples</a:t>
            </a:r>
            <a:r>
              <a:rPr lang="en-US" sz="3200" dirty="0">
                <a:latin typeface="Google Sans"/>
              </a:rPr>
              <a:t>: C, Pascal, and BASIC. </a:t>
            </a:r>
          </a:p>
          <a:p>
            <a:pPr lvl="4"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467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Types of Computer Languages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415950" y="2232464"/>
            <a:ext cx="9451950" cy="4338195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 smtClean="0">
                <a:latin typeface="Google Sans"/>
              </a:rPr>
              <a:t>Object-Oriented </a:t>
            </a:r>
            <a:r>
              <a:rPr lang="en-US" sz="4000" b="1" dirty="0">
                <a:latin typeface="Google Sans"/>
              </a:rPr>
              <a:t>Programming (OOP):</a:t>
            </a:r>
            <a:endParaRPr lang="en-US" sz="4000" dirty="0">
              <a:latin typeface="Google Sans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Google Sans"/>
              </a:rPr>
              <a:t>Treats software programs as a collection of interacting "objects".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Google Sans"/>
              </a:rPr>
              <a:t>Combines data fields (attributes) and behavior (methods) into singular structures.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Google Sans"/>
              </a:rPr>
              <a:t>Examples: Java, Python, and C</a:t>
            </a:r>
            <a:r>
              <a:rPr lang="en-US" sz="3200" dirty="0" smtClean="0">
                <a:latin typeface="Google Sans"/>
              </a:rPr>
              <a:t>++</a:t>
            </a:r>
            <a:endParaRPr lang="en-US" sz="3200" dirty="0">
              <a:latin typeface="Google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400" dirty="0">
              <a:latin typeface="Arial" panose="020B0604020202020204" pitchFamily="34" charset="0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404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Types of Computer Languages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483063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 smtClean="0">
                <a:latin typeface="Google Sans"/>
              </a:rPr>
              <a:t>Functional Programming:</a:t>
            </a:r>
            <a:endParaRPr lang="en-US" sz="4000" dirty="0" smtClean="0">
              <a:latin typeface="Google Sans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Focuses on evaluating mathematical functions rather than executing a sequential list of steps.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Prioritizes state immutability to ensure predictable program behavior.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Examples: Haskell, </a:t>
            </a:r>
            <a:r>
              <a:rPr lang="en-US" sz="3200" dirty="0" err="1" smtClean="0">
                <a:latin typeface="Google Sans"/>
              </a:rPr>
              <a:t>Scala</a:t>
            </a:r>
            <a:r>
              <a:rPr lang="en-US" sz="3200" dirty="0" smtClean="0">
                <a:latin typeface="Google Sans"/>
              </a:rPr>
              <a:t>, and F#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400" dirty="0">
              <a:latin typeface="Arial" panose="020B0604020202020204" pitchFamily="34" charset="0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901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Types of Computer Languages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02920" y="2280089"/>
            <a:ext cx="8997840" cy="384575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 smtClean="0">
                <a:latin typeface="Google Sans"/>
              </a:rPr>
              <a:t>Scripting Languages:</a:t>
            </a:r>
            <a:endParaRPr lang="en-US" sz="4000" dirty="0" smtClean="0">
              <a:latin typeface="Google Sans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Designed to automate specific tasks or manage dynamic actions within existing applications.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Examples: Bash, Perl, and </a:t>
            </a:r>
            <a:r>
              <a:rPr lang="en-US" sz="3200" dirty="0" err="1" smtClean="0">
                <a:latin typeface="Google Sans"/>
              </a:rPr>
              <a:t>Tcl</a:t>
            </a:r>
            <a:r>
              <a:rPr lang="en-US" sz="3200" dirty="0" smtClean="0">
                <a:latin typeface="Google Sans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400" dirty="0">
              <a:latin typeface="Arial" panose="020B0604020202020204" pitchFamily="34" charset="0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9255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Types of Computer Languages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470752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latin typeface="Google Sans"/>
              </a:rPr>
              <a:t>Logic Programming:</a:t>
            </a:r>
            <a:endParaRPr lang="en-US" sz="3200" dirty="0" smtClean="0">
              <a:latin typeface="Google Sans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Rather than giving step-by-step commands, the programmer inputs a framework of facts and rules.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The computer's logic system figures out how to find a valid solution.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Google Sans"/>
              </a:rPr>
              <a:t>Example: Prolog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4400" dirty="0">
              <a:latin typeface="Arial" panose="020B0604020202020204" pitchFamily="34" charset="0"/>
            </a:endParaRPr>
          </a:p>
          <a:p>
            <a:pPr>
              <a:buClr>
                <a:srgbClr val="000000"/>
              </a:buClr>
              <a:buSzPct val="45000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968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Imperative </a:t>
            </a:r>
            <a:r>
              <a:rPr lang="en-US" sz="4400" b="1" dirty="0" err="1" smtClean="0">
                <a:solidFill>
                  <a:schemeClr val="lt1"/>
                </a:solidFill>
                <a:latin typeface="Arial"/>
              </a:rPr>
              <a:t>vs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 Declarative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415353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4000" b="1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Imperative</a:t>
            </a: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Explicit control of statement sequence</a:t>
            </a: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Explicit control of states</a:t>
            </a: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Explicit control of flow</a:t>
            </a: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Burden on Programmer</a:t>
            </a: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Can be efficient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670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Declarative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366108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4000" b="1" dirty="0" smtClean="0">
                <a:solidFill>
                  <a:srgbClr val="000000"/>
                </a:solidFill>
                <a:latin typeface="Arial"/>
              </a:rPr>
              <a:t>Declar</a:t>
            </a:r>
            <a:r>
              <a:rPr lang="en-US" sz="4000" b="1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ative</a:t>
            </a: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Focus on result rather than how to achieve it</a:t>
            </a: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Implicit control of states</a:t>
            </a: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Implicit control of statement flow</a:t>
            </a: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Burden on the compiler</a:t>
            </a:r>
          </a:p>
          <a:p>
            <a:pPr marL="457200" indent="-457200"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32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Less efficient in general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938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Imperative Example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701700" y="2241989"/>
            <a:ext cx="8997840" cy="3537976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buClr>
                <a:srgbClr val="000000"/>
              </a:buClr>
              <a:buSzPct val="45000"/>
            </a:pPr>
            <a:r>
              <a:rPr lang="en-US" sz="3200" b="1" dirty="0" smtClean="0">
                <a:solidFill>
                  <a:srgbClr val="000000"/>
                </a:solidFill>
                <a:latin typeface="Arial"/>
              </a:rPr>
              <a:t>Python:</a:t>
            </a:r>
          </a:p>
          <a:p>
            <a:pPr>
              <a:buClr>
                <a:srgbClr val="000000"/>
              </a:buClr>
              <a:buSzPct val="45000"/>
            </a:pP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numbers 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= [1, 2, 3, 4, 5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]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even_numbers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= 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[]</a:t>
            </a:r>
          </a:p>
          <a:p>
            <a:pPr>
              <a:buClr>
                <a:srgbClr val="000000"/>
              </a:buClr>
              <a:buSzPct val="45000"/>
            </a:pP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for </a:t>
            </a:r>
            <a:r>
              <a:rPr lang="en-US" sz="3200" dirty="0" err="1">
                <a:solidFill>
                  <a:srgbClr val="000000"/>
                </a:solidFill>
                <a:latin typeface="Arial"/>
              </a:rPr>
              <a:t>num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 in numbers:    </a:t>
            </a:r>
            <a:endParaRPr lang="en-US" sz="3200" dirty="0" smtClean="0">
              <a:solidFill>
                <a:srgbClr val="000000"/>
              </a:solidFill>
              <a:latin typeface="Arial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en-US" sz="3200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if </a:t>
            </a:r>
            <a:r>
              <a:rPr lang="en-US" sz="3200" dirty="0" err="1">
                <a:solidFill>
                  <a:srgbClr val="000000"/>
                </a:solidFill>
                <a:latin typeface="Arial"/>
              </a:rPr>
              <a:t>num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 % 2 == 0:        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				   		</a:t>
            </a: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even_numbers.append</a:t>
            </a:r>
            <a:r>
              <a:rPr lang="en-US" sz="3200" dirty="0" smtClean="0">
                <a:solidFill>
                  <a:srgbClr val="000000"/>
                </a:solidFill>
                <a:latin typeface="Arial"/>
              </a:rPr>
              <a:t>(</a:t>
            </a:r>
            <a:r>
              <a:rPr lang="en-US" sz="3200" dirty="0" err="1" smtClean="0">
                <a:solidFill>
                  <a:srgbClr val="000000"/>
                </a:solidFill>
                <a:latin typeface="Arial"/>
              </a:rPr>
              <a:t>num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)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077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Declarative Example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6060" y="2457450"/>
            <a:ext cx="8886279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Python:</a:t>
            </a:r>
          </a:p>
          <a:p>
            <a:r>
              <a:rPr lang="en-US" sz="2800" dirty="0">
                <a:solidFill>
                  <a:srgbClr val="000000"/>
                </a:solidFill>
              </a:rPr>
              <a:t>numbers = [1, 2, 3, 4, 5</a:t>
            </a:r>
            <a:r>
              <a:rPr lang="en-US" sz="2800" dirty="0" smtClean="0">
                <a:solidFill>
                  <a:srgbClr val="000000"/>
                </a:solidFill>
              </a:rPr>
              <a:t>]</a:t>
            </a:r>
            <a:endParaRPr lang="en-US" sz="2800" dirty="0"/>
          </a:p>
          <a:p>
            <a:r>
              <a:rPr lang="en-US" sz="2800" dirty="0" err="1" smtClean="0"/>
              <a:t>even_numbers</a:t>
            </a:r>
            <a:r>
              <a:rPr lang="en-US" sz="2800" dirty="0" smtClean="0"/>
              <a:t> </a:t>
            </a:r>
            <a:r>
              <a:rPr lang="en-US" sz="2800" dirty="0"/>
              <a:t>= [</a:t>
            </a:r>
            <a:r>
              <a:rPr lang="en-US" sz="2800" dirty="0" err="1"/>
              <a:t>num</a:t>
            </a:r>
            <a:r>
              <a:rPr lang="en-US" sz="2800" dirty="0"/>
              <a:t> for </a:t>
            </a:r>
            <a:r>
              <a:rPr lang="en-US" sz="2800" dirty="0" err="1"/>
              <a:t>num</a:t>
            </a:r>
            <a:r>
              <a:rPr lang="en-US" sz="2800" dirty="0"/>
              <a:t> in numbers if </a:t>
            </a:r>
            <a:r>
              <a:rPr lang="en-US" sz="2800" dirty="0" err="1"/>
              <a:t>num</a:t>
            </a:r>
            <a:r>
              <a:rPr lang="en-US" sz="2800" dirty="0"/>
              <a:t> % 2 == 0</a:t>
            </a:r>
            <a:r>
              <a:rPr lang="en-US" sz="2800" dirty="0" smtClean="0"/>
              <a:t>]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033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u="none" strike="noStrike" dirty="0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Declarative Example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6060" y="2457450"/>
            <a:ext cx="58794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SQL:</a:t>
            </a:r>
          </a:p>
          <a:p>
            <a:endParaRPr lang="en-US" sz="2800" dirty="0"/>
          </a:p>
          <a:p>
            <a:r>
              <a:rPr lang="en-US" sz="2800" dirty="0" smtClean="0"/>
              <a:t>SELECT </a:t>
            </a:r>
            <a:r>
              <a:rPr lang="en-US" sz="2800" dirty="0"/>
              <a:t>* FROM users WHERE age &gt; 21;</a:t>
            </a:r>
          </a:p>
        </p:txBody>
      </p:sp>
    </p:spTree>
    <p:extLst>
      <p:ext uri="{BB962C8B-B14F-4D97-AF65-F5344CB8AC3E}">
        <p14:creationId xmlns:p14="http://schemas.microsoft.com/office/powerpoint/2010/main" val="134773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Class study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6060" y="2457450"/>
            <a:ext cx="51681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C, C++, Rust:</a:t>
            </a:r>
          </a:p>
          <a:p>
            <a:endParaRPr lang="en-US" sz="2800" dirty="0"/>
          </a:p>
          <a:p>
            <a:r>
              <a:rPr lang="en-US" sz="2800" dirty="0" smtClean="0"/>
              <a:t>Focus on imperative programming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8184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uke6">
  <a:themeElements>
    <a:clrScheme name="">
      <a:dk1>
        <a:srgbClr val="000000"/>
      </a:dk1>
      <a:lt1>
        <a:srgbClr val="FFFFFF"/>
      </a:lt1>
      <a:dk2>
        <a:srgbClr val="FF0000"/>
      </a:dk2>
      <a:lt2>
        <a:srgbClr val="FF9900"/>
      </a:lt2>
      <a:accent1>
        <a:srgbClr val="009900"/>
      </a:accent1>
      <a:accent2>
        <a:srgbClr val="3300FF"/>
      </a:accent2>
      <a:accent3>
        <a:srgbClr val="FFFFFF"/>
      </a:accent3>
      <a:accent4>
        <a:srgbClr val="000000"/>
      </a:accent4>
      <a:accent5>
        <a:srgbClr val="AACAAA"/>
      </a:accent5>
      <a:accent6>
        <a:srgbClr val="2D00E7"/>
      </a:accent6>
      <a:hlink>
        <a:srgbClr val="FF00FF"/>
      </a:hlink>
      <a:folHlink>
        <a:srgbClr val="9900FF"/>
      </a:folHlink>
    </a:clrScheme>
    <a:fontScheme name="duke6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duke6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6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6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6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6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6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6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6 8">
        <a:dk1>
          <a:srgbClr val="000000"/>
        </a:dk1>
        <a:lt1>
          <a:srgbClr val="FFFFFF"/>
        </a:lt1>
        <a:dk2>
          <a:srgbClr val="FF0000"/>
        </a:dk2>
        <a:lt2>
          <a:srgbClr val="FF9900"/>
        </a:lt2>
        <a:accent1>
          <a:srgbClr val="0099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5C2D"/>
        </a:accent6>
        <a:hlink>
          <a:srgbClr val="CC00FF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54653</TotalTime>
  <Words>1307</Words>
  <Application>Microsoft Office PowerPoint</Application>
  <PresentationFormat>Custom</PresentationFormat>
  <Paragraphs>349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45</vt:i4>
      </vt:variant>
    </vt:vector>
  </HeadingPairs>
  <TitlesOfParts>
    <vt:vector size="62" baseType="lpstr">
      <vt:lpstr>ＭＳ Ｐゴシック</vt:lpstr>
      <vt:lpstr>Arial</vt:lpstr>
      <vt:lpstr>Calibri</vt:lpstr>
      <vt:lpstr>Comic Sans MS</vt:lpstr>
      <vt:lpstr>DejaVu Sans</vt:lpstr>
      <vt:lpstr>Google Sans</vt:lpstr>
      <vt:lpstr>OpenSymbol</vt:lpstr>
      <vt:lpstr>Osaka</vt:lpstr>
      <vt:lpstr>Symbol</vt:lpstr>
      <vt:lpstr>Times</vt:lpstr>
      <vt:lpstr>Times New Roman</vt:lpstr>
      <vt:lpstr>Trebuchet MS</vt:lpstr>
      <vt:lpstr>Wingdings</vt:lpstr>
      <vt:lpstr>Office Theme</vt:lpstr>
      <vt:lpstr>Theme1</vt:lpstr>
      <vt:lpstr>1_Theme1</vt:lpstr>
      <vt:lpstr>duke6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Metalanguages</vt:lpstr>
      <vt:lpstr>BNF</vt:lpstr>
      <vt:lpstr>BNF</vt:lpstr>
      <vt:lpstr>BNF uses recursion</vt:lpstr>
      <vt:lpstr>Recursion</vt:lpstr>
      <vt:lpstr>Recursion</vt:lpstr>
      <vt:lpstr>BNF uses recursion</vt:lpstr>
      <vt:lpstr>BNF uses recursion</vt:lpstr>
      <vt:lpstr>BNF Examples I</vt:lpstr>
      <vt:lpstr>BNF Examples II </vt:lpstr>
      <vt:lpstr>BNF Examples III</vt:lpstr>
      <vt:lpstr>BNF Examples IV</vt:lpstr>
      <vt:lpstr>Extended BNF</vt:lpstr>
      <vt:lpstr>Variations</vt:lpstr>
      <vt:lpstr>Limitations of BNF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</dc:title>
  <dc:subject/>
  <dc:creator>Bill Swartz</dc:creator>
  <dc:description/>
  <cp:lastModifiedBy>Bill Swartz</cp:lastModifiedBy>
  <cp:revision>384</cp:revision>
  <dcterms:created xsi:type="dcterms:W3CDTF">2013-08-28T11:36:20Z</dcterms:created>
  <dcterms:modified xsi:type="dcterms:W3CDTF">2026-09-23T02:28:44Z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2012-08-29T00:00:00Z</vt:filetime>
  </property>
  <property fmtid="{D5CDD505-2E9C-101B-9397-08002B2CF9AE}" pid="3" name="LastSaved">
    <vt:filetime>2013-08-28T00:00:00Z</vt:filetime>
  </property>
  <property fmtid="{D5CDD505-2E9C-101B-9397-08002B2CF9AE}" pid="4" name="Notes">
    <vt:i4>8</vt:i4>
  </property>
  <property fmtid="{D5CDD505-2E9C-101B-9397-08002B2CF9AE}" pid="5" name="PresentationFormat">
    <vt:lpwstr>Custom</vt:lpwstr>
  </property>
  <property fmtid="{D5CDD505-2E9C-101B-9397-08002B2CF9AE}" pid="6" name="Slides">
    <vt:i4>8</vt:i4>
  </property>
</Properties>
</file>