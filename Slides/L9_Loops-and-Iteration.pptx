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2"/>
    <p:sldMasterId id="2147483668" r:id="rId3"/>
  </p:sldMasterIdLst>
  <p:notesMasterIdLst>
    <p:notesMasterId r:id="rId6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</p:sldIdLst>
  <p:sldSz cx="10058400" cy="7772400"/>
  <p:notesSz cx="10058400" cy="7772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92" userDrawn="1">
          <p15:clr>
            <a:srgbClr val="A4A3A4"/>
          </p15:clr>
        </p15:guide>
        <p15:guide id="2" pos="33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844" autoAdjust="0"/>
    <p:restoredTop sz="94660"/>
  </p:normalViewPr>
  <p:slideViewPr>
    <p:cSldViewPr snapToGrid="0" showGuides="1">
      <p:cViewPr varScale="1">
        <p:scale>
          <a:sx n="97" d="100"/>
          <a:sy n="97" d="100"/>
        </p:scale>
        <p:origin x="2148" y="78"/>
      </p:cViewPr>
      <p:guideLst>
        <p:guide orient="horz" pos="4392"/>
        <p:guide pos="3312"/>
      </p:guideLst>
    </p:cSldViewPr>
  </p:slideViewPr>
  <p:notesTextViewPr>
    <p:cViewPr>
      <p:scale>
        <a:sx n="66" d="100"/>
        <a:sy n="66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63" Type="http://schemas.openxmlformats.org/officeDocument/2006/relationships/slide" Target="slides/slide60.xml"/><Relationship Id="rId68" Type="http://schemas.openxmlformats.org/officeDocument/2006/relationships/theme" Target="theme/theme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61" Type="http://schemas.openxmlformats.org/officeDocument/2006/relationships/slide" Target="slides/slide58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tableStyles" Target="tableStyle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viewProps" Target="viewProp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</a:p>
        </p:txBody>
      </p:sp>
      <p:sp>
        <p:nvSpPr>
          <p:cNvPr id="381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38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383" name="PlaceHolder 4"/>
          <p:cNvSpPr>
            <a:spLocks noGrp="1"/>
          </p:cNvSpPr>
          <p:nvPr>
            <p:ph type="dt" idx="16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384" name="PlaceHolder 5"/>
          <p:cNvSpPr>
            <a:spLocks noGrp="1"/>
          </p:cNvSpPr>
          <p:nvPr>
            <p:ph type="ftr" idx="17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85" name="PlaceHolder 6"/>
          <p:cNvSpPr>
            <a:spLocks noGrp="1"/>
          </p:cNvSpPr>
          <p:nvPr>
            <p:ph type="sldNum" idx="18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0BBEA29-00E4-49AD-9593-1714797B7997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83319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Title slide. Functions let us name statements. Loops let us run them again and again - the thing computers are actually good 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2696939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Quick review. We can store 100 readings but, so far, we can only process them by writing 100 statements.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1026999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Let the absurdity land. The only thing that changes from line to line is the index - which is exactly what a loop will vary for 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6717849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Define iteration here - the word is in the lecture title and it is used precisely later when we get to iterators.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5424415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Every loop bug is a mistake in one of these four parts. Keep coming back to this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4619103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Trace the arrows with your finger. The test comes before the body, and the update leads back to the test. The only way out is the false branch.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9864636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The simplest loop: only the test is built in. Initialization comes before it and the update has to be somewhere in the body.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0792833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Same rule as for if in the operators lecture: while count { } will not compile - write while count != 0 { }.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42818182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Initialize: n = 10. Test: n &gt; 0. Body: printf. Update: n = n - 1. Ask what prints last, and what n is after the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9800697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Forgetting mut is the first compile error students hit with Rust loops.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41880298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763588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The body is empty; the test does all the work. Very common in embedded code. Rust: while !sensor_ready() { }.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7403484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Zero iterations is legal and often correct - an empty array should add up to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6012861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The semicolon after the closing parenthesis is required and is a common syntax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5908984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A 12-bit ADC reads 0 to 4095. A pinned reading at either rail usually means a wiring fault, not a real pressure.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6758791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The condition is reversed: do-while keeps going while the reading is BAD; the Rust version breaks out when it is GOOD. De Morgan from the operators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2254644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The three parts inside the parentheses are separated by semicolons. This is the loop students will write most in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4508970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Fill the table in live on the board, one row per iteration. The last row is the test that fails: i is 4, the body does not run, and sum stays 18.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9035293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Match the pieces by colour on the board if you can: init, test, update. The for loop just gathers them onto one line so none gets forgotten.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96866358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This replaces the 100-line version from the start of the lecture. Dividing by 100.0f, not 100, keeps the average a float.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8447055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The single most common loop bug. It is also called a fencepost error: 100 metres of fence with posts every metre needs 101 posts.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00907290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Scope, exactly as in the functions lecture. Declaring i inside the for requires C99 or later; very old C code declares it at the top of the function.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79946292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Callback to overflow in the operators lecture: unsigned arithmetic wraps. Compile with -Wall and the compiler will warn that the comparison is always 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37717825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The for loop in Rust is always "for each". There is no way to write the unsigned countdown bug from the previous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401862319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0..n matches the C loop i = 0; i &lt; n exactly. Count down with (1..=10).rev().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0027063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psi.len() instead of 100 means the loop is correct even if the array size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62476991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p is a reference, so *p is the value - the ((x)) contents notation from the pointers slides. for p in &amp;psi means the same 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06671945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The &amp; versus &amp;mut distinction from the functions lecture, applied to each element.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65999801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Use this when you need the position as well as the value - for example to report which reading was out of range.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55775730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Read the colon as "in": for each p in psi. Works on std::array, std::vector and plain arrays whose size is 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98220584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Pass-by-value versus pass-by-reference again, in loop form. A very common bug is forgetting the &amp; and wondering why the array did not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71420391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const auto &amp; is the idiomatic way to read a container of structs in modern C++.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37033735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The key idea of the lecture title. Iterators trade flexibility for safety: you cannot go out of bounds if you never compute an index.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62084034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Photograph slide. C must index; C++ and Rust can iterate.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36162679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break jumps to the first statement after the loop. Same keyword in all three languages. Rust also offers psi.iter().position(...) for exactly this 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68833059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continue jumps straight to the update and the next test. In a for loop the i++ still happens; in a while loop it is easy to skip your own update by accident.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81421109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The compiler knows loop only ends with a break, which lets it check that variables set inside are initialized - and lets loop return a value,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16878350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This is the read-until-valid example in its most natural Rust form. counts never needs to be mut.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62522490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The superloop: read sensors, update outputs, repeat, until the power is removed. This is the main loop of almost every microcontroller program.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06342672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The last one: ten additions of 0.1 give 0.9999999999999999, not 1.0, so != 1.0 stays true forever. Callback to "floating point is not exact". Use x &lt; 1.0 instead. Ctrl-C stops a runaway program.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58439983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Numbers show visiting order: row 0 left to right, then row 1, then row 2 - the same row major order the array uses in memory.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54795033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Ask how many times the inner body runs if the image is 1920 by 1080. Nested loops multiply, which is why they can get slow.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9959268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An array of arrays iterates as rows, then each row iterates as elements.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39876042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The label starts with a single quote. In C, putting the nested loops in a function and using return is usually the cleanest exit.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403522272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Structs, arrays, operators and loops all in one statement.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2640661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Starting lo at 0.0 would be wrong for readings that are all positive. This is the body of the min_max function from the functions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52291774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Same algorithm with an iterator. It compares psi[0] with itself once, which is harmless.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88986839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Functions and loops together. The guard handles the zero-iteration case from earlier and avoids dividing by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77453973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A slice carries its own length, so there is no n parameter to get wrong.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46596258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A practical filter for a jittery pressure sender. Starting at W - 1 keeps i - k from going below zero - with size_t it would wrap to a huge index.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88867172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A range inside the brackets makes a slice - a view of W consecutive elements.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88192980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Bit operations from the operators lecture inside a while loop. The loop runs once per bit up to the highest 1. C++20 offers std::popcount.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28222279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A preview only. The |p| ... syntax is a closure, a small unnamed function; it gets its own lecture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78371112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Also a preview. begin and end are iterators. Note 0.0f: with plain 0 the sum is done in int and silently truncates.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94824908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The if is the base case; without it the function calls itself until the stack runs out. Rust: fn factorial(n: u64) -&gt; u64 { if n &lt;= 1 { 1 } else { n * factorial(n - 1) } }.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689601918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Tie back to the call stack diagram in the functions lecture. On a microcontroller with a few kilobytes of stack, deep recursion is a real hazard.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4231252694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Conditional breakpoints are the loop debugging tool. Stepping through 97 iterations by hand is nobody's idea of fun.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811334489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The invariant is how you convince yourself a loop is correct, and it is exactly what to check with display in the debugger.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65187318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When in doubt, prefer the loop with the fewest parts you write yourself.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1317318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Photograph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771822783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Summary. Loops plus functions plus arrays is enough to write most programs.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870424317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Lab exercise. Suggested: sum, average, min and max of an array of samples in all three languages; then a moving average; then set a conditional breakpoint inside the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9325318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754560" y="2409480"/>
            <a:ext cx="8548920" cy="1631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ftr" idx="1"/>
          </p:nvPr>
        </p:nvSpPr>
        <p:spPr>
          <a:xfrm>
            <a:off x="3420000" y="7228440"/>
            <a:ext cx="32180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dt" idx="2"/>
          </p:nvPr>
        </p:nvSpPr>
        <p:spPr>
          <a:xfrm>
            <a:off x="502920" y="7228440"/>
            <a:ext cx="23126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089920" y="7223400"/>
            <a:ext cx="1568160" cy="20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12600"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O</a:t>
            </a:r>
            <a:r>
              <a:rPr lang="en-US" sz="1500" b="0" i="1" u="none" strike="noStrike" spc="-88" baseline="2000">
                <a:solidFill>
                  <a:schemeClr val="dk1"/>
                </a:solidFill>
                <a:effectLst/>
                <a:uFillTx/>
                <a:latin typeface="Arial"/>
              </a:rPr>
              <a:t>c </a:t>
            </a:r>
            <a:r>
              <a:rPr lang="en-US" sz="1500" b="0" i="1" u="none" strike="noStrike" spc="74" baseline="200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C.</a:t>
            </a:r>
            <a:r>
              <a:rPr lang="en-US" sz="1000" b="0" i="1" u="none" strike="noStrike" spc="51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20">
                <a:solidFill>
                  <a:schemeClr val="dk1"/>
                </a:solidFill>
                <a:effectLst/>
                <a:uFillTx/>
                <a:latin typeface="Arial"/>
              </a:rPr>
              <a:t>D.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31">
                <a:solidFill>
                  <a:schemeClr val="dk1"/>
                </a:solidFill>
                <a:effectLst/>
                <a:uFillTx/>
                <a:latin typeface="Arial"/>
              </a:rPr>
              <a:t>Ca</a:t>
            </a:r>
            <a:r>
              <a:rPr lang="en-US" sz="1000" b="0" i="1" u="none" strike="noStrike" spc="-60">
                <a:solidFill>
                  <a:schemeClr val="dk1"/>
                </a:solidFill>
                <a:effectLst/>
                <a:uFillTx/>
                <a:latin typeface="Arial"/>
              </a:rPr>
              <a:t>n</a:t>
            </a:r>
            <a:r>
              <a:rPr lang="en-US" sz="1000" b="0" i="1" u="none" strike="noStrike" spc="31">
                <a:solidFill>
                  <a:schemeClr val="dk1"/>
                </a:solidFill>
                <a:effectLst/>
                <a:uFillTx/>
                <a:latin typeface="Arial"/>
              </a:rPr>
              <a:t>trell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34">
                <a:solidFill>
                  <a:schemeClr val="dk1"/>
                </a:solidFill>
                <a:effectLst/>
                <a:uFillTx/>
                <a:latin typeface="Arial"/>
              </a:rPr>
              <a:t>(09/</a:t>
            </a:r>
            <a:fld id="{7F920929-0F69-4400-B58F-F0F9AC4A6A2D}" type="slidenum">
              <a:rPr lang="en-US" sz="1000" b="0" i="1" u="none" strike="noStrike" spc="-65">
                <a:solidFill>
                  <a:schemeClr val="dk1"/>
                </a:solidFill>
                <a:effectLst/>
                <a:uFillTx/>
                <a:latin typeface="Arial"/>
              </a:rPr>
              <a:t>‹#›</a:t>
            </a:fld>
            <a:r>
              <a:rPr lang="en-US" sz="1000" b="0" i="1" u="none" strike="noStrike" spc="-20">
                <a:solidFill>
                  <a:schemeClr val="dk1"/>
                </a:solidFill>
                <a:effectLst/>
                <a:uFillTx/>
                <a:latin typeface="Arial"/>
              </a:rPr>
              <a:t>98)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3568320" y="1161000"/>
            <a:ext cx="2920680" cy="48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502920" y="1787760"/>
            <a:ext cx="9051840" cy="512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ftr" idx="4"/>
          </p:nvPr>
        </p:nvSpPr>
        <p:spPr>
          <a:xfrm>
            <a:off x="3420000" y="7228440"/>
            <a:ext cx="32180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4"/>
          <p:cNvSpPr>
            <a:spLocks noGrp="1"/>
          </p:cNvSpPr>
          <p:nvPr>
            <p:ph type="dt" idx="5"/>
          </p:nvPr>
        </p:nvSpPr>
        <p:spPr>
          <a:xfrm>
            <a:off x="502920" y="7228440"/>
            <a:ext cx="23126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8089920" y="7223400"/>
            <a:ext cx="1568160" cy="20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12600"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O</a:t>
            </a:r>
            <a:r>
              <a:rPr lang="en-US" sz="1500" b="0" i="1" u="none" strike="noStrike" spc="-88" baseline="2000">
                <a:solidFill>
                  <a:schemeClr val="dk1"/>
                </a:solidFill>
                <a:effectLst/>
                <a:uFillTx/>
                <a:latin typeface="Arial"/>
              </a:rPr>
              <a:t>c </a:t>
            </a:r>
            <a:r>
              <a:rPr lang="en-US" sz="1500" b="0" i="1" u="none" strike="noStrike" spc="74" baseline="200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C.</a:t>
            </a:r>
            <a:r>
              <a:rPr lang="en-US" sz="1000" b="0" i="1" u="none" strike="noStrike" spc="51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20">
                <a:solidFill>
                  <a:schemeClr val="dk1"/>
                </a:solidFill>
                <a:effectLst/>
                <a:uFillTx/>
                <a:latin typeface="Arial"/>
              </a:rPr>
              <a:t>D.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31">
                <a:solidFill>
                  <a:schemeClr val="dk1"/>
                </a:solidFill>
                <a:effectLst/>
                <a:uFillTx/>
                <a:latin typeface="Arial"/>
              </a:rPr>
              <a:t>Ca</a:t>
            </a:r>
            <a:r>
              <a:rPr lang="en-US" sz="1000" b="0" i="1" u="none" strike="noStrike" spc="-60">
                <a:solidFill>
                  <a:schemeClr val="dk1"/>
                </a:solidFill>
                <a:effectLst/>
                <a:uFillTx/>
                <a:latin typeface="Arial"/>
              </a:rPr>
              <a:t>n</a:t>
            </a:r>
            <a:r>
              <a:rPr lang="en-US" sz="1000" b="0" i="1" u="none" strike="noStrike" spc="31">
                <a:solidFill>
                  <a:schemeClr val="dk1"/>
                </a:solidFill>
                <a:effectLst/>
                <a:uFillTx/>
                <a:latin typeface="Arial"/>
              </a:rPr>
              <a:t>trell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34">
                <a:solidFill>
                  <a:schemeClr val="dk1"/>
                </a:solidFill>
                <a:effectLst/>
                <a:uFillTx/>
                <a:latin typeface="Arial"/>
              </a:rPr>
              <a:t>(09/</a:t>
            </a:r>
            <a:fld id="{5BC29054-6F74-4644-9529-D93E886B0EF0}" type="slidenum">
              <a:rPr lang="en-US" sz="1000" b="0" i="1" u="none" strike="noStrike" spc="-65">
                <a:solidFill>
                  <a:schemeClr val="dk1"/>
                </a:solidFill>
                <a:effectLst/>
                <a:uFillTx/>
                <a:latin typeface="Arial"/>
              </a:rPr>
              <a:t>‹#›</a:t>
            </a:fld>
            <a:r>
              <a:rPr lang="en-US" sz="1000" b="0" i="1" u="none" strike="noStrike" spc="-20">
                <a:solidFill>
                  <a:schemeClr val="dk1"/>
                </a:solidFill>
                <a:effectLst/>
                <a:uFillTx/>
                <a:latin typeface="Arial"/>
              </a:rPr>
              <a:t>98)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3568320" y="1161000"/>
            <a:ext cx="2920680" cy="48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02920" y="1787760"/>
            <a:ext cx="4374720" cy="512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5180040" y="1787760"/>
            <a:ext cx="4374720" cy="512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7"/>
          </p:nvPr>
        </p:nvSpPr>
        <p:spPr>
          <a:xfrm>
            <a:off x="3420000" y="7228440"/>
            <a:ext cx="32180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3" name="PlaceHolder 5"/>
          <p:cNvSpPr>
            <a:spLocks noGrp="1"/>
          </p:cNvSpPr>
          <p:nvPr>
            <p:ph type="dt" idx="8"/>
          </p:nvPr>
        </p:nvSpPr>
        <p:spPr>
          <a:xfrm>
            <a:off x="502920" y="7228440"/>
            <a:ext cx="23126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sldNum" idx="9"/>
          </p:nvPr>
        </p:nvSpPr>
        <p:spPr>
          <a:xfrm>
            <a:off x="8089920" y="7223400"/>
            <a:ext cx="1568160" cy="20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12600"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O</a:t>
            </a:r>
            <a:r>
              <a:rPr lang="en-US" sz="1500" b="0" i="1" u="none" strike="noStrike" spc="-88" baseline="2000">
                <a:solidFill>
                  <a:schemeClr val="dk1"/>
                </a:solidFill>
                <a:effectLst/>
                <a:uFillTx/>
                <a:latin typeface="Arial"/>
              </a:rPr>
              <a:t>c </a:t>
            </a:r>
            <a:r>
              <a:rPr lang="en-US" sz="1500" b="0" i="1" u="none" strike="noStrike" spc="74" baseline="200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C.</a:t>
            </a:r>
            <a:r>
              <a:rPr lang="en-US" sz="1000" b="0" i="1" u="none" strike="noStrike" spc="51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20">
                <a:solidFill>
                  <a:schemeClr val="dk1"/>
                </a:solidFill>
                <a:effectLst/>
                <a:uFillTx/>
                <a:latin typeface="Arial"/>
              </a:rPr>
              <a:t>D.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31">
                <a:solidFill>
                  <a:schemeClr val="dk1"/>
                </a:solidFill>
                <a:effectLst/>
                <a:uFillTx/>
                <a:latin typeface="Arial"/>
              </a:rPr>
              <a:t>Ca</a:t>
            </a:r>
            <a:r>
              <a:rPr lang="en-US" sz="1000" b="0" i="1" u="none" strike="noStrike" spc="-60">
                <a:solidFill>
                  <a:schemeClr val="dk1"/>
                </a:solidFill>
                <a:effectLst/>
                <a:uFillTx/>
                <a:latin typeface="Arial"/>
              </a:rPr>
              <a:t>n</a:t>
            </a:r>
            <a:r>
              <a:rPr lang="en-US" sz="1000" b="0" i="1" u="none" strike="noStrike" spc="31">
                <a:solidFill>
                  <a:schemeClr val="dk1"/>
                </a:solidFill>
                <a:effectLst/>
                <a:uFillTx/>
                <a:latin typeface="Arial"/>
              </a:rPr>
              <a:t>trell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34">
                <a:solidFill>
                  <a:schemeClr val="dk1"/>
                </a:solidFill>
                <a:effectLst/>
                <a:uFillTx/>
                <a:latin typeface="Arial"/>
              </a:rPr>
              <a:t>(09/</a:t>
            </a:r>
            <a:fld id="{4839A86E-239E-4764-956E-22B529859FEB}" type="slidenum">
              <a:rPr lang="en-US" sz="1000" b="0" i="1" u="none" strike="noStrike" spc="-65">
                <a:solidFill>
                  <a:schemeClr val="dk1"/>
                </a:solidFill>
                <a:effectLst/>
                <a:uFillTx/>
                <a:latin typeface="Arial"/>
              </a:rPr>
              <a:t>‹#›</a:t>
            </a:fld>
            <a:r>
              <a:rPr lang="en-US" sz="1000" b="0" i="1" u="none" strike="noStrike" spc="-20">
                <a:solidFill>
                  <a:schemeClr val="dk1"/>
                </a:solidFill>
                <a:effectLst/>
                <a:uFillTx/>
                <a:latin typeface="Arial"/>
              </a:rPr>
              <a:t>98)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k object 16"/>
          <p:cNvSpPr/>
          <p:nvPr/>
        </p:nvSpPr>
        <p:spPr>
          <a:xfrm>
            <a:off x="2341800" y="638280"/>
            <a:ext cx="360" cy="5485680"/>
          </a:xfrm>
          <a:custGeom>
            <a:avLst/>
            <a:gdLst>
              <a:gd name="textAreaLeft" fmla="*/ 0 w 360"/>
              <a:gd name="textAreaRight" fmla="*/ 1440 w 360"/>
              <a:gd name="textAreaTop" fmla="*/ 0 h 5485680"/>
              <a:gd name="textAreaBottom" fmla="*/ 5486400 h 5485680"/>
            </a:gdLst>
            <a:ahLst/>
            <a:cxnLst/>
            <a:rect l="textAreaLeft" t="textAreaTop" r="textAreaRight" b="textAreaBottom"/>
            <a:pathLst>
              <a:path h="5486398">
                <a:moveTo>
                  <a:pt x="0" y="0"/>
                </a:moveTo>
                <a:lnTo>
                  <a:pt x="0" y="5486398"/>
                </a:lnTo>
              </a:path>
            </a:pathLst>
          </a:custGeom>
          <a:noFill/>
          <a:ln w="635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bk object 17"/>
          <p:cNvSpPr/>
          <p:nvPr/>
        </p:nvSpPr>
        <p:spPr>
          <a:xfrm>
            <a:off x="2296080" y="607896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bk object 18"/>
          <p:cNvSpPr/>
          <p:nvPr/>
        </p:nvSpPr>
        <p:spPr>
          <a:xfrm>
            <a:off x="2296080" y="553968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bk object 19"/>
          <p:cNvSpPr/>
          <p:nvPr/>
        </p:nvSpPr>
        <p:spPr>
          <a:xfrm>
            <a:off x="2296080" y="500004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bk object 20"/>
          <p:cNvSpPr/>
          <p:nvPr/>
        </p:nvSpPr>
        <p:spPr>
          <a:xfrm>
            <a:off x="2296080" y="446040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bk object 21"/>
          <p:cNvSpPr/>
          <p:nvPr/>
        </p:nvSpPr>
        <p:spPr>
          <a:xfrm>
            <a:off x="2296080" y="392112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bk object 22"/>
          <p:cNvSpPr/>
          <p:nvPr/>
        </p:nvSpPr>
        <p:spPr>
          <a:xfrm>
            <a:off x="2296080" y="338148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bk object 23"/>
          <p:cNvSpPr/>
          <p:nvPr/>
        </p:nvSpPr>
        <p:spPr>
          <a:xfrm>
            <a:off x="2296080" y="284184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bk object 24"/>
          <p:cNvSpPr/>
          <p:nvPr/>
        </p:nvSpPr>
        <p:spPr>
          <a:xfrm>
            <a:off x="2296080" y="230256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bk object 25"/>
          <p:cNvSpPr/>
          <p:nvPr/>
        </p:nvSpPr>
        <p:spPr>
          <a:xfrm>
            <a:off x="2296080" y="176292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bk object 26"/>
          <p:cNvSpPr/>
          <p:nvPr/>
        </p:nvSpPr>
        <p:spPr>
          <a:xfrm>
            <a:off x="2296080" y="122364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bk object 27"/>
          <p:cNvSpPr/>
          <p:nvPr/>
        </p:nvSpPr>
        <p:spPr>
          <a:xfrm>
            <a:off x="2296080" y="68400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bk object 28"/>
          <p:cNvSpPr/>
          <p:nvPr/>
        </p:nvSpPr>
        <p:spPr>
          <a:xfrm>
            <a:off x="2107080" y="5949000"/>
            <a:ext cx="134640" cy="204480"/>
          </a:xfrm>
          <a:custGeom>
            <a:avLst/>
            <a:gdLst>
              <a:gd name="textAreaLeft" fmla="*/ 0 w 134640"/>
              <a:gd name="textAreaRight" fmla="*/ 135360 w 134640"/>
              <a:gd name="textAreaTop" fmla="*/ 0 h 204480"/>
              <a:gd name="textAreaBottom" fmla="*/ 205200 h 204480"/>
            </a:gdLst>
            <a:ahLst/>
            <a:cxnLst/>
            <a:rect l="textAreaLeft" t="textAreaTop" r="textAreaRight" b="textAreaBottom"/>
            <a:pathLst>
              <a:path w="135254" h="205371">
                <a:moveTo>
                  <a:pt x="81533" y="0"/>
                </a:moveTo>
                <a:lnTo>
                  <a:pt x="54101" y="0"/>
                </a:lnTo>
                <a:lnTo>
                  <a:pt x="30098" y="11823"/>
                </a:lnTo>
                <a:lnTo>
                  <a:pt x="18033" y="20840"/>
                </a:lnTo>
                <a:lnTo>
                  <a:pt x="6095" y="44970"/>
                </a:lnTo>
                <a:lnTo>
                  <a:pt x="3175" y="53975"/>
                </a:lnTo>
                <a:lnTo>
                  <a:pt x="253" y="75196"/>
                </a:lnTo>
                <a:lnTo>
                  <a:pt x="253" y="102628"/>
                </a:lnTo>
                <a:lnTo>
                  <a:pt x="0" y="102628"/>
                </a:lnTo>
                <a:lnTo>
                  <a:pt x="0" y="130060"/>
                </a:lnTo>
                <a:lnTo>
                  <a:pt x="2920" y="151269"/>
                </a:lnTo>
                <a:lnTo>
                  <a:pt x="11937" y="169430"/>
                </a:lnTo>
                <a:lnTo>
                  <a:pt x="17906" y="184543"/>
                </a:lnTo>
                <a:lnTo>
                  <a:pt x="29971" y="193560"/>
                </a:lnTo>
                <a:lnTo>
                  <a:pt x="42036" y="199529"/>
                </a:lnTo>
                <a:lnTo>
                  <a:pt x="66166" y="205371"/>
                </a:lnTo>
                <a:lnTo>
                  <a:pt x="81279" y="202450"/>
                </a:lnTo>
                <a:lnTo>
                  <a:pt x="93344" y="199529"/>
                </a:lnTo>
                <a:lnTo>
                  <a:pt x="105409" y="193560"/>
                </a:lnTo>
                <a:lnTo>
                  <a:pt x="114426" y="184543"/>
                </a:lnTo>
                <a:lnTo>
                  <a:pt x="116397" y="181241"/>
                </a:lnTo>
                <a:lnTo>
                  <a:pt x="57276" y="181241"/>
                </a:lnTo>
                <a:lnTo>
                  <a:pt x="54356" y="178320"/>
                </a:lnTo>
                <a:lnTo>
                  <a:pt x="51434" y="178320"/>
                </a:lnTo>
                <a:lnTo>
                  <a:pt x="39623" y="166509"/>
                </a:lnTo>
                <a:lnTo>
                  <a:pt x="33654" y="157492"/>
                </a:lnTo>
                <a:lnTo>
                  <a:pt x="30709" y="139204"/>
                </a:lnTo>
                <a:lnTo>
                  <a:pt x="27812" y="124218"/>
                </a:lnTo>
                <a:lnTo>
                  <a:pt x="27812" y="103009"/>
                </a:lnTo>
                <a:lnTo>
                  <a:pt x="27558" y="102628"/>
                </a:lnTo>
                <a:lnTo>
                  <a:pt x="27558" y="78371"/>
                </a:lnTo>
                <a:lnTo>
                  <a:pt x="30479" y="66306"/>
                </a:lnTo>
                <a:lnTo>
                  <a:pt x="33400" y="48145"/>
                </a:lnTo>
                <a:lnTo>
                  <a:pt x="39369" y="39128"/>
                </a:lnTo>
                <a:lnTo>
                  <a:pt x="51181" y="27317"/>
                </a:lnTo>
                <a:lnTo>
                  <a:pt x="57150" y="24396"/>
                </a:lnTo>
                <a:lnTo>
                  <a:pt x="116294" y="24396"/>
                </a:lnTo>
                <a:lnTo>
                  <a:pt x="114553" y="20840"/>
                </a:lnTo>
                <a:lnTo>
                  <a:pt x="105536" y="11823"/>
                </a:lnTo>
                <a:lnTo>
                  <a:pt x="81533" y="0"/>
                </a:lnTo>
                <a:close/>
              </a:path>
              <a:path w="135254" h="205371">
                <a:moveTo>
                  <a:pt x="116294" y="24396"/>
                </a:moveTo>
                <a:lnTo>
                  <a:pt x="75310" y="24396"/>
                </a:lnTo>
                <a:lnTo>
                  <a:pt x="84327" y="27317"/>
                </a:lnTo>
                <a:lnTo>
                  <a:pt x="96265" y="39255"/>
                </a:lnTo>
                <a:lnTo>
                  <a:pt x="102234" y="48272"/>
                </a:lnTo>
                <a:lnTo>
                  <a:pt x="105156" y="66433"/>
                </a:lnTo>
                <a:lnTo>
                  <a:pt x="108076" y="81546"/>
                </a:lnTo>
                <a:lnTo>
                  <a:pt x="108052" y="124218"/>
                </a:lnTo>
                <a:lnTo>
                  <a:pt x="105135" y="139331"/>
                </a:lnTo>
                <a:lnTo>
                  <a:pt x="102234" y="157365"/>
                </a:lnTo>
                <a:lnTo>
                  <a:pt x="96265" y="166382"/>
                </a:lnTo>
                <a:lnTo>
                  <a:pt x="84327" y="178320"/>
                </a:lnTo>
                <a:lnTo>
                  <a:pt x="78358" y="178320"/>
                </a:lnTo>
                <a:lnTo>
                  <a:pt x="75437" y="181241"/>
                </a:lnTo>
                <a:lnTo>
                  <a:pt x="116397" y="181241"/>
                </a:lnTo>
                <a:lnTo>
                  <a:pt x="123443" y="169430"/>
                </a:lnTo>
                <a:lnTo>
                  <a:pt x="129412" y="151269"/>
                </a:lnTo>
                <a:lnTo>
                  <a:pt x="132333" y="130060"/>
                </a:lnTo>
                <a:lnTo>
                  <a:pt x="135254" y="102628"/>
                </a:lnTo>
                <a:lnTo>
                  <a:pt x="132333" y="75196"/>
                </a:lnTo>
                <a:lnTo>
                  <a:pt x="129412" y="53975"/>
                </a:lnTo>
                <a:lnTo>
                  <a:pt x="123443" y="32778"/>
                </a:lnTo>
                <a:lnTo>
                  <a:pt x="117475" y="26809"/>
                </a:lnTo>
                <a:lnTo>
                  <a:pt x="116294" y="2439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bk object 29"/>
          <p:cNvSpPr/>
          <p:nvPr/>
        </p:nvSpPr>
        <p:spPr>
          <a:xfrm>
            <a:off x="2147040" y="5409720"/>
            <a:ext cx="68400" cy="200160"/>
          </a:xfrm>
          <a:custGeom>
            <a:avLst/>
            <a:gdLst>
              <a:gd name="textAreaLeft" fmla="*/ 0 w 68400"/>
              <a:gd name="textAreaRight" fmla="*/ 69120 w 68400"/>
              <a:gd name="textAreaTop" fmla="*/ 0 h 200160"/>
              <a:gd name="textAreaBottom" fmla="*/ 200880 h 200160"/>
            </a:gdLst>
            <a:ahLst/>
            <a:cxnLst/>
            <a:rect l="textAreaLeft" t="textAreaTop" r="textAreaRight" b="textAreaBottom"/>
            <a:pathLst>
              <a:path w="69087" h="201041">
                <a:moveTo>
                  <a:pt x="69087" y="0"/>
                </a:moveTo>
                <a:lnTo>
                  <a:pt x="50927" y="0"/>
                </a:lnTo>
                <a:lnTo>
                  <a:pt x="48006" y="9004"/>
                </a:lnTo>
                <a:lnTo>
                  <a:pt x="48006" y="14986"/>
                </a:lnTo>
                <a:lnTo>
                  <a:pt x="36195" y="26797"/>
                </a:lnTo>
                <a:lnTo>
                  <a:pt x="27178" y="32766"/>
                </a:lnTo>
                <a:lnTo>
                  <a:pt x="18161" y="35687"/>
                </a:lnTo>
                <a:lnTo>
                  <a:pt x="0" y="35687"/>
                </a:lnTo>
                <a:lnTo>
                  <a:pt x="0" y="56895"/>
                </a:lnTo>
                <a:lnTo>
                  <a:pt x="45593" y="56895"/>
                </a:lnTo>
                <a:lnTo>
                  <a:pt x="45593" y="200025"/>
                </a:lnTo>
                <a:lnTo>
                  <a:pt x="44831" y="201041"/>
                </a:lnTo>
                <a:lnTo>
                  <a:pt x="69087" y="201041"/>
                </a:lnTo>
                <a:lnTo>
                  <a:pt x="69087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bk object 30"/>
          <p:cNvSpPr/>
          <p:nvPr/>
        </p:nvSpPr>
        <p:spPr>
          <a:xfrm>
            <a:off x="2104200" y="4871880"/>
            <a:ext cx="136800" cy="194400"/>
          </a:xfrm>
          <a:custGeom>
            <a:avLst/>
            <a:gdLst>
              <a:gd name="textAreaLeft" fmla="*/ 0 w 136800"/>
              <a:gd name="textAreaRight" fmla="*/ 137520 w 136800"/>
              <a:gd name="textAreaTop" fmla="*/ 0 h 194400"/>
              <a:gd name="textAreaBottom" fmla="*/ 195120 h 194400"/>
            </a:gdLst>
            <a:ahLst/>
            <a:cxnLst/>
            <a:rect l="textAreaLeft" t="textAreaTop" r="textAreaRight" b="textAreaBottom"/>
            <a:pathLst>
              <a:path w="137541" h="195199">
                <a:moveTo>
                  <a:pt x="123952" y="21463"/>
                </a:moveTo>
                <a:lnTo>
                  <a:pt x="77978" y="21463"/>
                </a:lnTo>
                <a:lnTo>
                  <a:pt x="95885" y="30226"/>
                </a:lnTo>
                <a:lnTo>
                  <a:pt x="101854" y="36195"/>
                </a:lnTo>
                <a:lnTo>
                  <a:pt x="107633" y="48006"/>
                </a:lnTo>
                <a:lnTo>
                  <a:pt x="107696" y="66294"/>
                </a:lnTo>
                <a:lnTo>
                  <a:pt x="104775" y="72263"/>
                </a:lnTo>
                <a:lnTo>
                  <a:pt x="101854" y="81280"/>
                </a:lnTo>
                <a:lnTo>
                  <a:pt x="90043" y="93091"/>
                </a:lnTo>
                <a:lnTo>
                  <a:pt x="81025" y="99047"/>
                </a:lnTo>
                <a:lnTo>
                  <a:pt x="62865" y="108077"/>
                </a:lnTo>
                <a:lnTo>
                  <a:pt x="53848" y="114046"/>
                </a:lnTo>
                <a:lnTo>
                  <a:pt x="14731" y="144018"/>
                </a:lnTo>
                <a:lnTo>
                  <a:pt x="2921" y="180213"/>
                </a:lnTo>
                <a:lnTo>
                  <a:pt x="0" y="186182"/>
                </a:lnTo>
                <a:lnTo>
                  <a:pt x="0" y="195199"/>
                </a:lnTo>
                <a:lnTo>
                  <a:pt x="507" y="194818"/>
                </a:lnTo>
                <a:lnTo>
                  <a:pt x="137541" y="194818"/>
                </a:lnTo>
                <a:lnTo>
                  <a:pt x="137541" y="170561"/>
                </a:lnTo>
                <a:lnTo>
                  <a:pt x="30861" y="170561"/>
                </a:lnTo>
                <a:lnTo>
                  <a:pt x="30861" y="164592"/>
                </a:lnTo>
                <a:lnTo>
                  <a:pt x="36703" y="158750"/>
                </a:lnTo>
                <a:lnTo>
                  <a:pt x="39624" y="152781"/>
                </a:lnTo>
                <a:lnTo>
                  <a:pt x="48513" y="143891"/>
                </a:lnTo>
                <a:lnTo>
                  <a:pt x="54482" y="140970"/>
                </a:lnTo>
                <a:lnTo>
                  <a:pt x="72517" y="129032"/>
                </a:lnTo>
                <a:lnTo>
                  <a:pt x="75437" y="126111"/>
                </a:lnTo>
                <a:lnTo>
                  <a:pt x="93599" y="120142"/>
                </a:lnTo>
                <a:lnTo>
                  <a:pt x="96519" y="117221"/>
                </a:lnTo>
                <a:lnTo>
                  <a:pt x="102488" y="114300"/>
                </a:lnTo>
                <a:lnTo>
                  <a:pt x="111506" y="105283"/>
                </a:lnTo>
                <a:lnTo>
                  <a:pt x="120523" y="99314"/>
                </a:lnTo>
                <a:lnTo>
                  <a:pt x="126492" y="90297"/>
                </a:lnTo>
                <a:lnTo>
                  <a:pt x="129412" y="87376"/>
                </a:lnTo>
                <a:lnTo>
                  <a:pt x="132334" y="81407"/>
                </a:lnTo>
                <a:lnTo>
                  <a:pt x="135255" y="72390"/>
                </a:lnTo>
                <a:lnTo>
                  <a:pt x="135255" y="44958"/>
                </a:lnTo>
                <a:lnTo>
                  <a:pt x="132334" y="32893"/>
                </a:lnTo>
                <a:lnTo>
                  <a:pt x="126365" y="23876"/>
                </a:lnTo>
                <a:lnTo>
                  <a:pt x="123952" y="21463"/>
                </a:lnTo>
                <a:close/>
              </a:path>
              <a:path w="137541" h="195199">
                <a:moveTo>
                  <a:pt x="84200" y="0"/>
                </a:moveTo>
                <a:lnTo>
                  <a:pt x="53848" y="0"/>
                </a:lnTo>
                <a:lnTo>
                  <a:pt x="47879" y="2921"/>
                </a:lnTo>
                <a:lnTo>
                  <a:pt x="41910" y="2921"/>
                </a:lnTo>
                <a:lnTo>
                  <a:pt x="8890" y="38989"/>
                </a:lnTo>
                <a:lnTo>
                  <a:pt x="5968" y="48006"/>
                </a:lnTo>
                <a:lnTo>
                  <a:pt x="5968" y="69215"/>
                </a:lnTo>
                <a:lnTo>
                  <a:pt x="30225" y="69215"/>
                </a:lnTo>
                <a:lnTo>
                  <a:pt x="30225" y="60198"/>
                </a:lnTo>
                <a:lnTo>
                  <a:pt x="33147" y="54229"/>
                </a:lnTo>
                <a:lnTo>
                  <a:pt x="33225" y="48006"/>
                </a:lnTo>
                <a:lnTo>
                  <a:pt x="36068" y="39243"/>
                </a:lnTo>
                <a:lnTo>
                  <a:pt x="42037" y="33274"/>
                </a:lnTo>
                <a:lnTo>
                  <a:pt x="48006" y="30353"/>
                </a:lnTo>
                <a:lnTo>
                  <a:pt x="53975" y="24384"/>
                </a:lnTo>
                <a:lnTo>
                  <a:pt x="59943" y="24384"/>
                </a:lnTo>
                <a:lnTo>
                  <a:pt x="68961" y="21463"/>
                </a:lnTo>
                <a:lnTo>
                  <a:pt x="123952" y="21463"/>
                </a:lnTo>
                <a:lnTo>
                  <a:pt x="117348" y="14859"/>
                </a:lnTo>
                <a:lnTo>
                  <a:pt x="108331" y="8890"/>
                </a:lnTo>
                <a:lnTo>
                  <a:pt x="96266" y="2921"/>
                </a:lnTo>
                <a:lnTo>
                  <a:pt x="8420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bk object 31"/>
          <p:cNvSpPr/>
          <p:nvPr/>
        </p:nvSpPr>
        <p:spPr>
          <a:xfrm>
            <a:off x="2104200" y="4331880"/>
            <a:ext cx="134280" cy="203400"/>
          </a:xfrm>
          <a:custGeom>
            <a:avLst/>
            <a:gdLst>
              <a:gd name="textAreaLeft" fmla="*/ 0 w 134280"/>
              <a:gd name="textAreaRight" fmla="*/ 135000 w 134280"/>
              <a:gd name="textAreaTop" fmla="*/ 0 h 203400"/>
              <a:gd name="textAreaBottom" fmla="*/ 204120 h 203400"/>
            </a:gdLst>
            <a:ahLst/>
            <a:cxnLst/>
            <a:rect l="textAreaLeft" t="textAreaTop" r="textAreaRight" b="textAreaBottom"/>
            <a:pathLst>
              <a:path w="135128" h="203949">
                <a:moveTo>
                  <a:pt x="24256" y="134620"/>
                </a:moveTo>
                <a:lnTo>
                  <a:pt x="0" y="134620"/>
                </a:lnTo>
                <a:lnTo>
                  <a:pt x="127" y="135128"/>
                </a:lnTo>
                <a:lnTo>
                  <a:pt x="127" y="159385"/>
                </a:lnTo>
                <a:lnTo>
                  <a:pt x="3048" y="162306"/>
                </a:lnTo>
                <a:lnTo>
                  <a:pt x="3048" y="165227"/>
                </a:lnTo>
                <a:lnTo>
                  <a:pt x="9017" y="177292"/>
                </a:lnTo>
                <a:lnTo>
                  <a:pt x="26924" y="195199"/>
                </a:lnTo>
                <a:lnTo>
                  <a:pt x="38988" y="198120"/>
                </a:lnTo>
                <a:lnTo>
                  <a:pt x="57023" y="203949"/>
                </a:lnTo>
                <a:lnTo>
                  <a:pt x="72136" y="203949"/>
                </a:lnTo>
                <a:lnTo>
                  <a:pt x="78105" y="201041"/>
                </a:lnTo>
                <a:lnTo>
                  <a:pt x="90169" y="201041"/>
                </a:lnTo>
                <a:lnTo>
                  <a:pt x="114300" y="189103"/>
                </a:lnTo>
                <a:lnTo>
                  <a:pt x="117221" y="183134"/>
                </a:lnTo>
                <a:lnTo>
                  <a:pt x="123190" y="180212"/>
                </a:lnTo>
                <a:lnTo>
                  <a:pt x="123566" y="179450"/>
                </a:lnTo>
                <a:lnTo>
                  <a:pt x="66040" y="179450"/>
                </a:lnTo>
                <a:lnTo>
                  <a:pt x="53975" y="176530"/>
                </a:lnTo>
                <a:lnTo>
                  <a:pt x="48006" y="176530"/>
                </a:lnTo>
                <a:lnTo>
                  <a:pt x="38988" y="170561"/>
                </a:lnTo>
                <a:lnTo>
                  <a:pt x="33019" y="164592"/>
                </a:lnTo>
                <a:lnTo>
                  <a:pt x="24256" y="146685"/>
                </a:lnTo>
                <a:lnTo>
                  <a:pt x="24256" y="134620"/>
                </a:lnTo>
                <a:close/>
              </a:path>
              <a:path w="135128" h="203949">
                <a:moveTo>
                  <a:pt x="121424" y="105029"/>
                </a:moveTo>
                <a:lnTo>
                  <a:pt x="74930" y="105029"/>
                </a:lnTo>
                <a:lnTo>
                  <a:pt x="77850" y="107950"/>
                </a:lnTo>
                <a:lnTo>
                  <a:pt x="83819" y="107950"/>
                </a:lnTo>
                <a:lnTo>
                  <a:pt x="86741" y="110871"/>
                </a:lnTo>
                <a:lnTo>
                  <a:pt x="98679" y="116712"/>
                </a:lnTo>
                <a:lnTo>
                  <a:pt x="104648" y="125730"/>
                </a:lnTo>
                <a:lnTo>
                  <a:pt x="107568" y="131699"/>
                </a:lnTo>
                <a:lnTo>
                  <a:pt x="107568" y="149860"/>
                </a:lnTo>
                <a:lnTo>
                  <a:pt x="104648" y="155829"/>
                </a:lnTo>
                <a:lnTo>
                  <a:pt x="101727" y="164846"/>
                </a:lnTo>
                <a:lnTo>
                  <a:pt x="95885" y="170687"/>
                </a:lnTo>
                <a:lnTo>
                  <a:pt x="89916" y="173609"/>
                </a:lnTo>
                <a:lnTo>
                  <a:pt x="80899" y="176530"/>
                </a:lnTo>
                <a:lnTo>
                  <a:pt x="77978" y="176530"/>
                </a:lnTo>
                <a:lnTo>
                  <a:pt x="75056" y="179450"/>
                </a:lnTo>
                <a:lnTo>
                  <a:pt x="123566" y="179450"/>
                </a:lnTo>
                <a:lnTo>
                  <a:pt x="135128" y="156083"/>
                </a:lnTo>
                <a:lnTo>
                  <a:pt x="135128" y="125730"/>
                </a:lnTo>
                <a:lnTo>
                  <a:pt x="129159" y="113665"/>
                </a:lnTo>
                <a:lnTo>
                  <a:pt x="123190" y="107696"/>
                </a:lnTo>
                <a:lnTo>
                  <a:pt x="121424" y="105029"/>
                </a:lnTo>
                <a:close/>
              </a:path>
              <a:path w="135128" h="203949">
                <a:moveTo>
                  <a:pt x="120425" y="24257"/>
                </a:moveTo>
                <a:lnTo>
                  <a:pt x="78359" y="24257"/>
                </a:lnTo>
                <a:lnTo>
                  <a:pt x="90297" y="30099"/>
                </a:lnTo>
                <a:lnTo>
                  <a:pt x="99187" y="38989"/>
                </a:lnTo>
                <a:lnTo>
                  <a:pt x="99187" y="44958"/>
                </a:lnTo>
                <a:lnTo>
                  <a:pt x="102107" y="53975"/>
                </a:lnTo>
                <a:lnTo>
                  <a:pt x="99249" y="59817"/>
                </a:lnTo>
                <a:lnTo>
                  <a:pt x="99187" y="68961"/>
                </a:lnTo>
                <a:lnTo>
                  <a:pt x="90297" y="77850"/>
                </a:lnTo>
                <a:lnTo>
                  <a:pt x="78359" y="83693"/>
                </a:lnTo>
                <a:lnTo>
                  <a:pt x="50927" y="83693"/>
                </a:lnTo>
                <a:lnTo>
                  <a:pt x="50927" y="107950"/>
                </a:lnTo>
                <a:lnTo>
                  <a:pt x="56896" y="107950"/>
                </a:lnTo>
                <a:lnTo>
                  <a:pt x="62865" y="105029"/>
                </a:lnTo>
                <a:lnTo>
                  <a:pt x="121424" y="105029"/>
                </a:lnTo>
                <a:lnTo>
                  <a:pt x="117221" y="98679"/>
                </a:lnTo>
                <a:lnTo>
                  <a:pt x="114300" y="95758"/>
                </a:lnTo>
                <a:lnTo>
                  <a:pt x="108331" y="92824"/>
                </a:lnTo>
                <a:lnTo>
                  <a:pt x="102362" y="92824"/>
                </a:lnTo>
                <a:lnTo>
                  <a:pt x="111379" y="89916"/>
                </a:lnTo>
                <a:lnTo>
                  <a:pt x="120268" y="81025"/>
                </a:lnTo>
                <a:lnTo>
                  <a:pt x="123190" y="75057"/>
                </a:lnTo>
                <a:lnTo>
                  <a:pt x="126111" y="66040"/>
                </a:lnTo>
                <a:lnTo>
                  <a:pt x="129031" y="53975"/>
                </a:lnTo>
                <a:lnTo>
                  <a:pt x="126111" y="38849"/>
                </a:lnTo>
                <a:lnTo>
                  <a:pt x="123190" y="29845"/>
                </a:lnTo>
                <a:lnTo>
                  <a:pt x="120425" y="24257"/>
                </a:lnTo>
                <a:close/>
              </a:path>
              <a:path w="135128" h="203949">
                <a:moveTo>
                  <a:pt x="78105" y="0"/>
                </a:moveTo>
                <a:lnTo>
                  <a:pt x="66040" y="0"/>
                </a:lnTo>
                <a:lnTo>
                  <a:pt x="50927" y="2921"/>
                </a:lnTo>
                <a:lnTo>
                  <a:pt x="41910" y="2921"/>
                </a:lnTo>
                <a:lnTo>
                  <a:pt x="29972" y="8762"/>
                </a:lnTo>
                <a:lnTo>
                  <a:pt x="20955" y="14732"/>
                </a:lnTo>
                <a:lnTo>
                  <a:pt x="18034" y="20700"/>
                </a:lnTo>
                <a:lnTo>
                  <a:pt x="15112" y="23622"/>
                </a:lnTo>
                <a:lnTo>
                  <a:pt x="9143" y="35674"/>
                </a:lnTo>
                <a:lnTo>
                  <a:pt x="3302" y="53721"/>
                </a:lnTo>
                <a:lnTo>
                  <a:pt x="3302" y="65786"/>
                </a:lnTo>
                <a:lnTo>
                  <a:pt x="27559" y="65786"/>
                </a:lnTo>
                <a:lnTo>
                  <a:pt x="30417" y="59944"/>
                </a:lnTo>
                <a:lnTo>
                  <a:pt x="30480" y="50800"/>
                </a:lnTo>
                <a:lnTo>
                  <a:pt x="33338" y="44958"/>
                </a:lnTo>
                <a:lnTo>
                  <a:pt x="33400" y="41910"/>
                </a:lnTo>
                <a:lnTo>
                  <a:pt x="36322" y="38989"/>
                </a:lnTo>
                <a:lnTo>
                  <a:pt x="39243" y="33020"/>
                </a:lnTo>
                <a:lnTo>
                  <a:pt x="57150" y="24257"/>
                </a:lnTo>
                <a:lnTo>
                  <a:pt x="120425" y="24257"/>
                </a:lnTo>
                <a:lnTo>
                  <a:pt x="117221" y="17780"/>
                </a:lnTo>
                <a:lnTo>
                  <a:pt x="99187" y="5842"/>
                </a:lnTo>
                <a:lnTo>
                  <a:pt x="87122" y="2921"/>
                </a:lnTo>
                <a:lnTo>
                  <a:pt x="78105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bk object 32"/>
          <p:cNvSpPr/>
          <p:nvPr/>
        </p:nvSpPr>
        <p:spPr>
          <a:xfrm>
            <a:off x="2104200" y="3796200"/>
            <a:ext cx="111960" cy="194040"/>
          </a:xfrm>
          <a:custGeom>
            <a:avLst/>
            <a:gdLst>
              <a:gd name="textAreaLeft" fmla="*/ 0 w 111960"/>
              <a:gd name="textAreaRight" fmla="*/ 112680 w 111960"/>
              <a:gd name="textAreaTop" fmla="*/ 0 h 194040"/>
              <a:gd name="textAreaBottom" fmla="*/ 194760 h 194040"/>
            </a:gdLst>
            <a:ahLst/>
            <a:cxnLst/>
            <a:rect l="textAreaLeft" t="textAreaTop" r="textAreaRight" b="textAreaBottom"/>
            <a:pathLst>
              <a:path w="112648" h="194817">
                <a:moveTo>
                  <a:pt x="112648" y="143001"/>
                </a:moveTo>
                <a:lnTo>
                  <a:pt x="85216" y="143001"/>
                </a:lnTo>
                <a:lnTo>
                  <a:pt x="85216" y="194817"/>
                </a:lnTo>
                <a:lnTo>
                  <a:pt x="112648" y="194817"/>
                </a:lnTo>
                <a:lnTo>
                  <a:pt x="112648" y="143001"/>
                </a:lnTo>
                <a:close/>
              </a:path>
              <a:path w="112648" h="194817">
                <a:moveTo>
                  <a:pt x="112648" y="0"/>
                </a:moveTo>
                <a:lnTo>
                  <a:pt x="85216" y="0"/>
                </a:lnTo>
                <a:lnTo>
                  <a:pt x="0" y="118744"/>
                </a:lnTo>
                <a:lnTo>
                  <a:pt x="0" y="143001"/>
                </a:lnTo>
                <a:lnTo>
                  <a:pt x="140080" y="143001"/>
                </a:lnTo>
                <a:lnTo>
                  <a:pt x="140080" y="121792"/>
                </a:lnTo>
                <a:lnTo>
                  <a:pt x="112648" y="121792"/>
                </a:lnTo>
                <a:lnTo>
                  <a:pt x="24383" y="121665"/>
                </a:lnTo>
                <a:lnTo>
                  <a:pt x="85216" y="33400"/>
                </a:lnTo>
                <a:lnTo>
                  <a:pt x="112648" y="33400"/>
                </a:lnTo>
                <a:lnTo>
                  <a:pt x="112648" y="0"/>
                </a:lnTo>
                <a:close/>
              </a:path>
              <a:path w="112648" h="194817">
                <a:moveTo>
                  <a:pt x="112648" y="33400"/>
                </a:moveTo>
                <a:lnTo>
                  <a:pt x="85216" y="33400"/>
                </a:lnTo>
                <a:lnTo>
                  <a:pt x="85216" y="121665"/>
                </a:lnTo>
                <a:lnTo>
                  <a:pt x="112648" y="121665"/>
                </a:lnTo>
                <a:lnTo>
                  <a:pt x="112648" y="3340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bk object 33"/>
          <p:cNvSpPr/>
          <p:nvPr/>
        </p:nvSpPr>
        <p:spPr>
          <a:xfrm>
            <a:off x="2104200" y="3253680"/>
            <a:ext cx="135000" cy="198720"/>
          </a:xfrm>
          <a:custGeom>
            <a:avLst/>
            <a:gdLst>
              <a:gd name="textAreaLeft" fmla="*/ 0 w 135000"/>
              <a:gd name="textAreaRight" fmla="*/ 135720 w 135000"/>
              <a:gd name="textAreaTop" fmla="*/ 0 h 198720"/>
              <a:gd name="textAreaBottom" fmla="*/ 199440 h 198720"/>
            </a:gdLst>
            <a:ahLst/>
            <a:cxnLst/>
            <a:rect l="textAreaLeft" t="textAreaTop" r="textAreaRight" b="textAreaBottom"/>
            <a:pathLst>
              <a:path w="135762" h="199389">
                <a:moveTo>
                  <a:pt x="27431" y="143001"/>
                </a:moveTo>
                <a:lnTo>
                  <a:pt x="635" y="143001"/>
                </a:lnTo>
                <a:lnTo>
                  <a:pt x="635" y="151637"/>
                </a:lnTo>
                <a:lnTo>
                  <a:pt x="21336" y="184530"/>
                </a:lnTo>
                <a:lnTo>
                  <a:pt x="51435" y="199389"/>
                </a:lnTo>
                <a:lnTo>
                  <a:pt x="81787" y="199389"/>
                </a:lnTo>
                <a:lnTo>
                  <a:pt x="93853" y="196469"/>
                </a:lnTo>
                <a:lnTo>
                  <a:pt x="105918" y="190500"/>
                </a:lnTo>
                <a:lnTo>
                  <a:pt x="120650" y="175767"/>
                </a:lnTo>
                <a:lnTo>
                  <a:pt x="57277" y="175767"/>
                </a:lnTo>
                <a:lnTo>
                  <a:pt x="48260" y="172847"/>
                </a:lnTo>
                <a:lnTo>
                  <a:pt x="42291" y="169925"/>
                </a:lnTo>
                <a:lnTo>
                  <a:pt x="27431" y="155066"/>
                </a:lnTo>
                <a:lnTo>
                  <a:pt x="27431" y="143001"/>
                </a:lnTo>
                <a:close/>
              </a:path>
              <a:path w="135762" h="199389">
                <a:moveTo>
                  <a:pt x="121920" y="89026"/>
                </a:moveTo>
                <a:lnTo>
                  <a:pt x="75437" y="89026"/>
                </a:lnTo>
                <a:lnTo>
                  <a:pt x="81406" y="91948"/>
                </a:lnTo>
                <a:lnTo>
                  <a:pt x="90424" y="94869"/>
                </a:lnTo>
                <a:lnTo>
                  <a:pt x="102362" y="106807"/>
                </a:lnTo>
                <a:lnTo>
                  <a:pt x="105282" y="115824"/>
                </a:lnTo>
                <a:lnTo>
                  <a:pt x="108204" y="118745"/>
                </a:lnTo>
                <a:lnTo>
                  <a:pt x="108204" y="143001"/>
                </a:lnTo>
                <a:lnTo>
                  <a:pt x="105282" y="148971"/>
                </a:lnTo>
                <a:lnTo>
                  <a:pt x="102362" y="157987"/>
                </a:lnTo>
                <a:lnTo>
                  <a:pt x="90424" y="169925"/>
                </a:lnTo>
                <a:lnTo>
                  <a:pt x="84455" y="172847"/>
                </a:lnTo>
                <a:lnTo>
                  <a:pt x="75437" y="175767"/>
                </a:lnTo>
                <a:lnTo>
                  <a:pt x="120650" y="175767"/>
                </a:lnTo>
                <a:lnTo>
                  <a:pt x="123952" y="172465"/>
                </a:lnTo>
                <a:lnTo>
                  <a:pt x="129793" y="160527"/>
                </a:lnTo>
                <a:lnTo>
                  <a:pt x="135762" y="148462"/>
                </a:lnTo>
                <a:lnTo>
                  <a:pt x="135762" y="118110"/>
                </a:lnTo>
                <a:lnTo>
                  <a:pt x="132842" y="106045"/>
                </a:lnTo>
                <a:lnTo>
                  <a:pt x="126873" y="93979"/>
                </a:lnTo>
                <a:lnTo>
                  <a:pt x="121920" y="89026"/>
                </a:lnTo>
                <a:close/>
              </a:path>
              <a:path w="135762" h="199389">
                <a:moveTo>
                  <a:pt x="635" y="142621"/>
                </a:moveTo>
                <a:lnTo>
                  <a:pt x="0" y="143001"/>
                </a:lnTo>
                <a:lnTo>
                  <a:pt x="635" y="143001"/>
                </a:lnTo>
                <a:lnTo>
                  <a:pt x="635" y="142621"/>
                </a:lnTo>
                <a:close/>
              </a:path>
              <a:path w="135762" h="199389">
                <a:moveTo>
                  <a:pt x="128016" y="0"/>
                </a:moveTo>
                <a:lnTo>
                  <a:pt x="21336" y="0"/>
                </a:lnTo>
                <a:lnTo>
                  <a:pt x="6223" y="106679"/>
                </a:lnTo>
                <a:lnTo>
                  <a:pt x="27431" y="106679"/>
                </a:lnTo>
                <a:lnTo>
                  <a:pt x="36322" y="97789"/>
                </a:lnTo>
                <a:lnTo>
                  <a:pt x="48260" y="91948"/>
                </a:lnTo>
                <a:lnTo>
                  <a:pt x="57277" y="89026"/>
                </a:lnTo>
                <a:lnTo>
                  <a:pt x="121920" y="89026"/>
                </a:lnTo>
                <a:lnTo>
                  <a:pt x="117856" y="84962"/>
                </a:lnTo>
                <a:lnTo>
                  <a:pt x="114997" y="79121"/>
                </a:lnTo>
                <a:lnTo>
                  <a:pt x="33781" y="79121"/>
                </a:lnTo>
                <a:lnTo>
                  <a:pt x="39750" y="24257"/>
                </a:lnTo>
                <a:lnTo>
                  <a:pt x="128016" y="24257"/>
                </a:lnTo>
                <a:lnTo>
                  <a:pt x="128016" y="0"/>
                </a:lnTo>
                <a:close/>
              </a:path>
              <a:path w="135762" h="199389">
                <a:moveTo>
                  <a:pt x="84962" y="67310"/>
                </a:moveTo>
                <a:lnTo>
                  <a:pt x="60706" y="67310"/>
                </a:lnTo>
                <a:lnTo>
                  <a:pt x="48641" y="70230"/>
                </a:lnTo>
                <a:lnTo>
                  <a:pt x="42672" y="70230"/>
                </a:lnTo>
                <a:lnTo>
                  <a:pt x="33781" y="79121"/>
                </a:lnTo>
                <a:lnTo>
                  <a:pt x="114997" y="79121"/>
                </a:lnTo>
                <a:lnTo>
                  <a:pt x="97028" y="70230"/>
                </a:lnTo>
                <a:lnTo>
                  <a:pt x="84962" y="6731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bk object 34"/>
          <p:cNvSpPr/>
          <p:nvPr/>
        </p:nvSpPr>
        <p:spPr>
          <a:xfrm>
            <a:off x="2109600" y="2711520"/>
            <a:ext cx="134280" cy="204480"/>
          </a:xfrm>
          <a:custGeom>
            <a:avLst/>
            <a:gdLst>
              <a:gd name="textAreaLeft" fmla="*/ 0 w 134280"/>
              <a:gd name="textAreaRight" fmla="*/ 135000 w 134280"/>
              <a:gd name="textAreaTop" fmla="*/ 0 h 204480"/>
              <a:gd name="textAreaBottom" fmla="*/ 205200 h 204480"/>
            </a:gdLst>
            <a:ahLst/>
            <a:cxnLst/>
            <a:rect l="textAreaLeft" t="textAreaTop" r="textAreaRight" b="textAreaBottom"/>
            <a:pathLst>
              <a:path w="135000" h="205104">
                <a:moveTo>
                  <a:pt x="84200" y="202184"/>
                </a:moveTo>
                <a:lnTo>
                  <a:pt x="53975" y="202184"/>
                </a:lnTo>
                <a:lnTo>
                  <a:pt x="69087" y="205104"/>
                </a:lnTo>
                <a:lnTo>
                  <a:pt x="84200" y="202184"/>
                </a:lnTo>
                <a:close/>
              </a:path>
              <a:path w="135000" h="205104">
                <a:moveTo>
                  <a:pt x="72008" y="0"/>
                </a:moveTo>
                <a:lnTo>
                  <a:pt x="56895" y="2920"/>
                </a:lnTo>
                <a:lnTo>
                  <a:pt x="44831" y="5841"/>
                </a:lnTo>
                <a:lnTo>
                  <a:pt x="38862" y="8762"/>
                </a:lnTo>
                <a:lnTo>
                  <a:pt x="32893" y="14731"/>
                </a:lnTo>
                <a:lnTo>
                  <a:pt x="20827" y="23749"/>
                </a:lnTo>
                <a:lnTo>
                  <a:pt x="17906" y="29717"/>
                </a:lnTo>
                <a:lnTo>
                  <a:pt x="11937" y="38735"/>
                </a:lnTo>
                <a:lnTo>
                  <a:pt x="0" y="81152"/>
                </a:lnTo>
                <a:lnTo>
                  <a:pt x="0" y="141986"/>
                </a:lnTo>
                <a:lnTo>
                  <a:pt x="2920" y="151002"/>
                </a:lnTo>
                <a:lnTo>
                  <a:pt x="11937" y="172212"/>
                </a:lnTo>
                <a:lnTo>
                  <a:pt x="20955" y="184276"/>
                </a:lnTo>
                <a:lnTo>
                  <a:pt x="29971" y="193293"/>
                </a:lnTo>
                <a:lnTo>
                  <a:pt x="45085" y="199262"/>
                </a:lnTo>
                <a:lnTo>
                  <a:pt x="48006" y="202184"/>
                </a:lnTo>
                <a:lnTo>
                  <a:pt x="90169" y="202184"/>
                </a:lnTo>
                <a:lnTo>
                  <a:pt x="96138" y="199262"/>
                </a:lnTo>
                <a:lnTo>
                  <a:pt x="102107" y="199262"/>
                </a:lnTo>
                <a:lnTo>
                  <a:pt x="108076" y="196341"/>
                </a:lnTo>
                <a:lnTo>
                  <a:pt x="117093" y="187325"/>
                </a:lnTo>
                <a:lnTo>
                  <a:pt x="121460" y="181482"/>
                </a:lnTo>
                <a:lnTo>
                  <a:pt x="53212" y="181482"/>
                </a:lnTo>
                <a:lnTo>
                  <a:pt x="50292" y="178562"/>
                </a:lnTo>
                <a:lnTo>
                  <a:pt x="44323" y="175640"/>
                </a:lnTo>
                <a:lnTo>
                  <a:pt x="32512" y="163829"/>
                </a:lnTo>
                <a:lnTo>
                  <a:pt x="32512" y="160909"/>
                </a:lnTo>
                <a:lnTo>
                  <a:pt x="29591" y="154939"/>
                </a:lnTo>
                <a:lnTo>
                  <a:pt x="38354" y="109727"/>
                </a:lnTo>
                <a:lnTo>
                  <a:pt x="62356" y="97916"/>
                </a:lnTo>
                <a:lnTo>
                  <a:pt x="122916" y="97916"/>
                </a:lnTo>
                <a:lnTo>
                  <a:pt x="121991" y="96519"/>
                </a:lnTo>
                <a:lnTo>
                  <a:pt x="26924" y="96519"/>
                </a:lnTo>
                <a:lnTo>
                  <a:pt x="26924" y="78359"/>
                </a:lnTo>
                <a:lnTo>
                  <a:pt x="29844" y="66293"/>
                </a:lnTo>
                <a:lnTo>
                  <a:pt x="32766" y="57276"/>
                </a:lnTo>
                <a:lnTo>
                  <a:pt x="38735" y="45212"/>
                </a:lnTo>
                <a:lnTo>
                  <a:pt x="41656" y="39242"/>
                </a:lnTo>
                <a:lnTo>
                  <a:pt x="50545" y="30352"/>
                </a:lnTo>
                <a:lnTo>
                  <a:pt x="62483" y="24511"/>
                </a:lnTo>
                <a:lnTo>
                  <a:pt x="124681" y="24511"/>
                </a:lnTo>
                <a:lnTo>
                  <a:pt x="120142" y="17652"/>
                </a:lnTo>
                <a:lnTo>
                  <a:pt x="114300" y="11811"/>
                </a:lnTo>
                <a:lnTo>
                  <a:pt x="102235" y="5841"/>
                </a:lnTo>
                <a:lnTo>
                  <a:pt x="72008" y="0"/>
                </a:lnTo>
                <a:close/>
              </a:path>
              <a:path w="135000" h="205104">
                <a:moveTo>
                  <a:pt x="122916" y="97916"/>
                </a:moveTo>
                <a:lnTo>
                  <a:pt x="77469" y="97916"/>
                </a:lnTo>
                <a:lnTo>
                  <a:pt x="86487" y="100837"/>
                </a:lnTo>
                <a:lnTo>
                  <a:pt x="92456" y="103759"/>
                </a:lnTo>
                <a:lnTo>
                  <a:pt x="98298" y="109600"/>
                </a:lnTo>
                <a:lnTo>
                  <a:pt x="101218" y="115569"/>
                </a:lnTo>
                <a:lnTo>
                  <a:pt x="104139" y="124587"/>
                </a:lnTo>
                <a:lnTo>
                  <a:pt x="107061" y="130555"/>
                </a:lnTo>
                <a:lnTo>
                  <a:pt x="107061" y="139573"/>
                </a:lnTo>
                <a:lnTo>
                  <a:pt x="107314" y="139700"/>
                </a:lnTo>
                <a:lnTo>
                  <a:pt x="107314" y="148716"/>
                </a:lnTo>
                <a:lnTo>
                  <a:pt x="104393" y="154686"/>
                </a:lnTo>
                <a:lnTo>
                  <a:pt x="101473" y="163702"/>
                </a:lnTo>
                <a:lnTo>
                  <a:pt x="98551" y="169672"/>
                </a:lnTo>
                <a:lnTo>
                  <a:pt x="92582" y="175640"/>
                </a:lnTo>
                <a:lnTo>
                  <a:pt x="80644" y="181482"/>
                </a:lnTo>
                <a:lnTo>
                  <a:pt x="121460" y="181482"/>
                </a:lnTo>
                <a:lnTo>
                  <a:pt x="126111" y="175260"/>
                </a:lnTo>
                <a:lnTo>
                  <a:pt x="132080" y="163194"/>
                </a:lnTo>
                <a:lnTo>
                  <a:pt x="132080" y="157225"/>
                </a:lnTo>
                <a:lnTo>
                  <a:pt x="135000" y="154304"/>
                </a:lnTo>
                <a:lnTo>
                  <a:pt x="135000" y="126873"/>
                </a:lnTo>
                <a:lnTo>
                  <a:pt x="132080" y="114807"/>
                </a:lnTo>
                <a:lnTo>
                  <a:pt x="126111" y="102742"/>
                </a:lnTo>
                <a:lnTo>
                  <a:pt x="122916" y="97916"/>
                </a:lnTo>
                <a:close/>
              </a:path>
              <a:path w="135000" h="205104">
                <a:moveTo>
                  <a:pt x="68833" y="72898"/>
                </a:moveTo>
                <a:lnTo>
                  <a:pt x="59817" y="75818"/>
                </a:lnTo>
                <a:lnTo>
                  <a:pt x="47751" y="78739"/>
                </a:lnTo>
                <a:lnTo>
                  <a:pt x="38735" y="81661"/>
                </a:lnTo>
                <a:lnTo>
                  <a:pt x="29844" y="90550"/>
                </a:lnTo>
                <a:lnTo>
                  <a:pt x="26924" y="96519"/>
                </a:lnTo>
                <a:lnTo>
                  <a:pt x="121991" y="96519"/>
                </a:lnTo>
                <a:lnTo>
                  <a:pt x="120142" y="93725"/>
                </a:lnTo>
                <a:lnTo>
                  <a:pt x="108076" y="84709"/>
                </a:lnTo>
                <a:lnTo>
                  <a:pt x="96012" y="78739"/>
                </a:lnTo>
                <a:lnTo>
                  <a:pt x="83946" y="75818"/>
                </a:lnTo>
                <a:lnTo>
                  <a:pt x="68833" y="72898"/>
                </a:lnTo>
                <a:close/>
              </a:path>
              <a:path w="135000" h="205104">
                <a:moveTo>
                  <a:pt x="124681" y="24511"/>
                </a:moveTo>
                <a:lnTo>
                  <a:pt x="80644" y="24511"/>
                </a:lnTo>
                <a:lnTo>
                  <a:pt x="86613" y="27431"/>
                </a:lnTo>
                <a:lnTo>
                  <a:pt x="95631" y="30352"/>
                </a:lnTo>
                <a:lnTo>
                  <a:pt x="98551" y="33274"/>
                </a:lnTo>
                <a:lnTo>
                  <a:pt x="101473" y="33274"/>
                </a:lnTo>
                <a:lnTo>
                  <a:pt x="107314" y="45212"/>
                </a:lnTo>
                <a:lnTo>
                  <a:pt x="107314" y="54228"/>
                </a:lnTo>
                <a:lnTo>
                  <a:pt x="134746" y="54228"/>
                </a:lnTo>
                <a:lnTo>
                  <a:pt x="134874" y="53593"/>
                </a:lnTo>
                <a:lnTo>
                  <a:pt x="134874" y="47625"/>
                </a:lnTo>
                <a:lnTo>
                  <a:pt x="129031" y="35687"/>
                </a:lnTo>
                <a:lnTo>
                  <a:pt x="126111" y="26669"/>
                </a:lnTo>
                <a:lnTo>
                  <a:pt x="124681" y="2451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bk object 35"/>
          <p:cNvSpPr/>
          <p:nvPr/>
        </p:nvSpPr>
        <p:spPr>
          <a:xfrm>
            <a:off x="2106000" y="2179080"/>
            <a:ext cx="28080" cy="192960"/>
          </a:xfrm>
          <a:custGeom>
            <a:avLst/>
            <a:gdLst>
              <a:gd name="textAreaLeft" fmla="*/ 0 w 28080"/>
              <a:gd name="textAreaRight" fmla="*/ 28800 w 28080"/>
              <a:gd name="textAreaTop" fmla="*/ 0 h 192960"/>
              <a:gd name="textAreaBottom" fmla="*/ 193680 h 192960"/>
            </a:gdLst>
            <a:ahLst/>
            <a:cxnLst/>
            <a:rect l="textAreaLeft" t="textAreaTop" r="textAreaRight" b="textAreaBottom"/>
            <a:pathLst>
              <a:path w="28722" h="193675">
                <a:moveTo>
                  <a:pt x="28722" y="193548"/>
                </a:moveTo>
              </a:path>
              <a:path w="28722" h="193675">
                <a:moveTo>
                  <a:pt x="137032" y="0"/>
                </a:moveTo>
                <a:lnTo>
                  <a:pt x="0" y="0"/>
                </a:lnTo>
                <a:lnTo>
                  <a:pt x="0" y="24256"/>
                </a:lnTo>
                <a:lnTo>
                  <a:pt x="109727" y="24256"/>
                </a:lnTo>
                <a:lnTo>
                  <a:pt x="97662" y="39370"/>
                </a:lnTo>
                <a:lnTo>
                  <a:pt x="91693" y="45338"/>
                </a:lnTo>
                <a:lnTo>
                  <a:pt x="79628" y="63500"/>
                </a:lnTo>
                <a:lnTo>
                  <a:pt x="67563" y="78612"/>
                </a:lnTo>
                <a:lnTo>
                  <a:pt x="55499" y="102870"/>
                </a:lnTo>
                <a:lnTo>
                  <a:pt x="46481" y="124078"/>
                </a:lnTo>
                <a:lnTo>
                  <a:pt x="40512" y="145287"/>
                </a:lnTo>
                <a:lnTo>
                  <a:pt x="34543" y="169545"/>
                </a:lnTo>
                <a:lnTo>
                  <a:pt x="31622" y="175513"/>
                </a:lnTo>
                <a:lnTo>
                  <a:pt x="28722" y="193548"/>
                </a:lnTo>
                <a:lnTo>
                  <a:pt x="59054" y="193548"/>
                </a:lnTo>
                <a:lnTo>
                  <a:pt x="61975" y="172338"/>
                </a:lnTo>
                <a:lnTo>
                  <a:pt x="61975" y="163322"/>
                </a:lnTo>
                <a:lnTo>
                  <a:pt x="67944" y="142112"/>
                </a:lnTo>
                <a:lnTo>
                  <a:pt x="70865" y="133096"/>
                </a:lnTo>
                <a:lnTo>
                  <a:pt x="73787" y="121030"/>
                </a:lnTo>
                <a:lnTo>
                  <a:pt x="82803" y="102870"/>
                </a:lnTo>
                <a:lnTo>
                  <a:pt x="94868" y="81661"/>
                </a:lnTo>
                <a:lnTo>
                  <a:pt x="103885" y="63500"/>
                </a:lnTo>
                <a:lnTo>
                  <a:pt x="115950" y="48387"/>
                </a:lnTo>
                <a:lnTo>
                  <a:pt x="121919" y="39370"/>
                </a:lnTo>
                <a:lnTo>
                  <a:pt x="137032" y="24256"/>
                </a:lnTo>
                <a:lnTo>
                  <a:pt x="137032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bk object 36"/>
          <p:cNvSpPr/>
          <p:nvPr/>
        </p:nvSpPr>
        <p:spPr>
          <a:xfrm>
            <a:off x="2107800" y="1636560"/>
            <a:ext cx="134640" cy="200160"/>
          </a:xfrm>
          <a:custGeom>
            <a:avLst/>
            <a:gdLst>
              <a:gd name="textAreaLeft" fmla="*/ 0 w 134640"/>
              <a:gd name="textAreaRight" fmla="*/ 135360 w 134640"/>
              <a:gd name="textAreaTop" fmla="*/ 0 h 200160"/>
              <a:gd name="textAreaBottom" fmla="*/ 200880 h 200160"/>
            </a:gdLst>
            <a:ahLst/>
            <a:cxnLst/>
            <a:rect l="textAreaLeft" t="textAreaTop" r="textAreaRight" b="textAreaBottom"/>
            <a:pathLst>
              <a:path w="135509" h="200913">
                <a:moveTo>
                  <a:pt x="32584" y="89815"/>
                </a:moveTo>
                <a:lnTo>
                  <a:pt x="26670" y="92709"/>
                </a:lnTo>
                <a:lnTo>
                  <a:pt x="23749" y="92709"/>
                </a:lnTo>
                <a:lnTo>
                  <a:pt x="17780" y="98678"/>
                </a:lnTo>
                <a:lnTo>
                  <a:pt x="11811" y="101600"/>
                </a:lnTo>
                <a:lnTo>
                  <a:pt x="5842" y="110616"/>
                </a:lnTo>
                <a:lnTo>
                  <a:pt x="0" y="128650"/>
                </a:lnTo>
                <a:lnTo>
                  <a:pt x="0" y="152907"/>
                </a:lnTo>
                <a:lnTo>
                  <a:pt x="2921" y="164972"/>
                </a:lnTo>
                <a:lnTo>
                  <a:pt x="11938" y="177037"/>
                </a:lnTo>
                <a:lnTo>
                  <a:pt x="29972" y="195071"/>
                </a:lnTo>
                <a:lnTo>
                  <a:pt x="54102" y="200913"/>
                </a:lnTo>
                <a:lnTo>
                  <a:pt x="81534" y="200913"/>
                </a:lnTo>
                <a:lnTo>
                  <a:pt x="90551" y="197992"/>
                </a:lnTo>
                <a:lnTo>
                  <a:pt x="105664" y="195071"/>
                </a:lnTo>
                <a:lnTo>
                  <a:pt x="123444" y="177291"/>
                </a:lnTo>
                <a:lnTo>
                  <a:pt x="53213" y="177291"/>
                </a:lnTo>
                <a:lnTo>
                  <a:pt x="47244" y="174370"/>
                </a:lnTo>
                <a:lnTo>
                  <a:pt x="44323" y="174370"/>
                </a:lnTo>
                <a:lnTo>
                  <a:pt x="32385" y="162432"/>
                </a:lnTo>
                <a:lnTo>
                  <a:pt x="29464" y="156463"/>
                </a:lnTo>
                <a:lnTo>
                  <a:pt x="26543" y="147446"/>
                </a:lnTo>
                <a:lnTo>
                  <a:pt x="26543" y="138429"/>
                </a:lnTo>
                <a:lnTo>
                  <a:pt x="26797" y="138429"/>
                </a:lnTo>
                <a:lnTo>
                  <a:pt x="26859" y="129412"/>
                </a:lnTo>
                <a:lnTo>
                  <a:pt x="32639" y="117601"/>
                </a:lnTo>
                <a:lnTo>
                  <a:pt x="38608" y="111632"/>
                </a:lnTo>
                <a:lnTo>
                  <a:pt x="44577" y="108712"/>
                </a:lnTo>
                <a:lnTo>
                  <a:pt x="53594" y="105790"/>
                </a:lnTo>
                <a:lnTo>
                  <a:pt x="59563" y="102869"/>
                </a:lnTo>
                <a:lnTo>
                  <a:pt x="121406" y="102869"/>
                </a:lnTo>
                <a:lnTo>
                  <a:pt x="120650" y="101726"/>
                </a:lnTo>
                <a:lnTo>
                  <a:pt x="114681" y="98805"/>
                </a:lnTo>
                <a:lnTo>
                  <a:pt x="108712" y="92837"/>
                </a:lnTo>
                <a:lnTo>
                  <a:pt x="102743" y="89915"/>
                </a:lnTo>
                <a:lnTo>
                  <a:pt x="32893" y="89915"/>
                </a:lnTo>
                <a:lnTo>
                  <a:pt x="32584" y="89815"/>
                </a:lnTo>
                <a:close/>
              </a:path>
              <a:path w="135509" h="200913">
                <a:moveTo>
                  <a:pt x="121406" y="102869"/>
                </a:moveTo>
                <a:lnTo>
                  <a:pt x="74676" y="102869"/>
                </a:lnTo>
                <a:lnTo>
                  <a:pt x="92583" y="111632"/>
                </a:lnTo>
                <a:lnTo>
                  <a:pt x="101473" y="120522"/>
                </a:lnTo>
                <a:lnTo>
                  <a:pt x="101473" y="123443"/>
                </a:lnTo>
                <a:lnTo>
                  <a:pt x="104394" y="129412"/>
                </a:lnTo>
                <a:lnTo>
                  <a:pt x="107315" y="138429"/>
                </a:lnTo>
                <a:lnTo>
                  <a:pt x="104394" y="147446"/>
                </a:lnTo>
                <a:lnTo>
                  <a:pt x="104394" y="156463"/>
                </a:lnTo>
                <a:lnTo>
                  <a:pt x="98425" y="162432"/>
                </a:lnTo>
                <a:lnTo>
                  <a:pt x="95504" y="168401"/>
                </a:lnTo>
                <a:lnTo>
                  <a:pt x="89535" y="174370"/>
                </a:lnTo>
                <a:lnTo>
                  <a:pt x="83566" y="174370"/>
                </a:lnTo>
                <a:lnTo>
                  <a:pt x="80645" y="177291"/>
                </a:lnTo>
                <a:lnTo>
                  <a:pt x="123444" y="177291"/>
                </a:lnTo>
                <a:lnTo>
                  <a:pt x="123698" y="177037"/>
                </a:lnTo>
                <a:lnTo>
                  <a:pt x="129667" y="164972"/>
                </a:lnTo>
                <a:lnTo>
                  <a:pt x="135509" y="140842"/>
                </a:lnTo>
                <a:lnTo>
                  <a:pt x="132588" y="128777"/>
                </a:lnTo>
                <a:lnTo>
                  <a:pt x="132588" y="119760"/>
                </a:lnTo>
                <a:lnTo>
                  <a:pt x="121406" y="102869"/>
                </a:lnTo>
                <a:close/>
              </a:path>
              <a:path w="135509" h="200913">
                <a:moveTo>
                  <a:pt x="26797" y="138429"/>
                </a:moveTo>
                <a:lnTo>
                  <a:pt x="26543" y="138429"/>
                </a:lnTo>
                <a:lnTo>
                  <a:pt x="26797" y="138556"/>
                </a:lnTo>
                <a:close/>
              </a:path>
              <a:path w="135509" h="200913">
                <a:moveTo>
                  <a:pt x="103002" y="89788"/>
                </a:moveTo>
                <a:lnTo>
                  <a:pt x="32639" y="89788"/>
                </a:lnTo>
                <a:lnTo>
                  <a:pt x="32893" y="89915"/>
                </a:lnTo>
                <a:lnTo>
                  <a:pt x="102743" y="89915"/>
                </a:lnTo>
                <a:lnTo>
                  <a:pt x="103002" y="89788"/>
                </a:lnTo>
                <a:close/>
              </a:path>
              <a:path w="135509" h="200913">
                <a:moveTo>
                  <a:pt x="87503" y="0"/>
                </a:moveTo>
                <a:lnTo>
                  <a:pt x="44958" y="0"/>
                </a:lnTo>
                <a:lnTo>
                  <a:pt x="32893" y="5968"/>
                </a:lnTo>
                <a:lnTo>
                  <a:pt x="23876" y="11937"/>
                </a:lnTo>
                <a:lnTo>
                  <a:pt x="17907" y="17906"/>
                </a:lnTo>
                <a:lnTo>
                  <a:pt x="11938" y="26923"/>
                </a:lnTo>
                <a:lnTo>
                  <a:pt x="6096" y="38862"/>
                </a:lnTo>
                <a:lnTo>
                  <a:pt x="6096" y="60070"/>
                </a:lnTo>
                <a:lnTo>
                  <a:pt x="9017" y="69087"/>
                </a:lnTo>
                <a:lnTo>
                  <a:pt x="14986" y="78104"/>
                </a:lnTo>
                <a:lnTo>
                  <a:pt x="23876" y="86994"/>
                </a:lnTo>
                <a:lnTo>
                  <a:pt x="32584" y="89815"/>
                </a:lnTo>
                <a:lnTo>
                  <a:pt x="103002" y="89788"/>
                </a:lnTo>
                <a:lnTo>
                  <a:pt x="114681" y="84073"/>
                </a:lnTo>
                <a:lnTo>
                  <a:pt x="115823" y="82930"/>
                </a:lnTo>
                <a:lnTo>
                  <a:pt x="65659" y="82930"/>
                </a:lnTo>
                <a:lnTo>
                  <a:pt x="59690" y="80009"/>
                </a:lnTo>
                <a:lnTo>
                  <a:pt x="53721" y="80009"/>
                </a:lnTo>
                <a:lnTo>
                  <a:pt x="41783" y="74167"/>
                </a:lnTo>
                <a:lnTo>
                  <a:pt x="38862" y="71246"/>
                </a:lnTo>
                <a:lnTo>
                  <a:pt x="33020" y="59308"/>
                </a:lnTo>
                <a:lnTo>
                  <a:pt x="33020" y="50291"/>
                </a:lnTo>
                <a:lnTo>
                  <a:pt x="32893" y="50291"/>
                </a:lnTo>
                <a:lnTo>
                  <a:pt x="32893" y="44322"/>
                </a:lnTo>
                <a:lnTo>
                  <a:pt x="41656" y="26415"/>
                </a:lnTo>
                <a:lnTo>
                  <a:pt x="47625" y="23494"/>
                </a:lnTo>
                <a:lnTo>
                  <a:pt x="53594" y="23494"/>
                </a:lnTo>
                <a:lnTo>
                  <a:pt x="56515" y="20573"/>
                </a:lnTo>
                <a:lnTo>
                  <a:pt x="119367" y="20573"/>
                </a:lnTo>
                <a:lnTo>
                  <a:pt x="117602" y="17906"/>
                </a:lnTo>
                <a:lnTo>
                  <a:pt x="99568" y="5968"/>
                </a:lnTo>
                <a:lnTo>
                  <a:pt x="87503" y="0"/>
                </a:lnTo>
                <a:close/>
              </a:path>
              <a:path w="135509" h="200913">
                <a:moveTo>
                  <a:pt x="119367" y="20573"/>
                </a:moveTo>
                <a:lnTo>
                  <a:pt x="74676" y="20573"/>
                </a:lnTo>
                <a:lnTo>
                  <a:pt x="77597" y="23494"/>
                </a:lnTo>
                <a:lnTo>
                  <a:pt x="83566" y="23494"/>
                </a:lnTo>
                <a:lnTo>
                  <a:pt x="89535" y="26415"/>
                </a:lnTo>
                <a:lnTo>
                  <a:pt x="95504" y="32384"/>
                </a:lnTo>
                <a:lnTo>
                  <a:pt x="98425" y="38353"/>
                </a:lnTo>
                <a:lnTo>
                  <a:pt x="98425" y="44322"/>
                </a:lnTo>
                <a:lnTo>
                  <a:pt x="101346" y="50291"/>
                </a:lnTo>
                <a:lnTo>
                  <a:pt x="98425" y="59308"/>
                </a:lnTo>
                <a:lnTo>
                  <a:pt x="98425" y="65277"/>
                </a:lnTo>
                <a:lnTo>
                  <a:pt x="95504" y="71246"/>
                </a:lnTo>
                <a:lnTo>
                  <a:pt x="77597" y="80009"/>
                </a:lnTo>
                <a:lnTo>
                  <a:pt x="71628" y="80009"/>
                </a:lnTo>
                <a:lnTo>
                  <a:pt x="65659" y="82930"/>
                </a:lnTo>
                <a:lnTo>
                  <a:pt x="115823" y="82930"/>
                </a:lnTo>
                <a:lnTo>
                  <a:pt x="120650" y="78104"/>
                </a:lnTo>
                <a:lnTo>
                  <a:pt x="126492" y="60070"/>
                </a:lnTo>
                <a:lnTo>
                  <a:pt x="129413" y="48005"/>
                </a:lnTo>
                <a:lnTo>
                  <a:pt x="126461" y="38862"/>
                </a:lnTo>
                <a:lnTo>
                  <a:pt x="123571" y="26923"/>
                </a:lnTo>
                <a:lnTo>
                  <a:pt x="119367" y="2057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bk object 37"/>
          <p:cNvSpPr/>
          <p:nvPr/>
        </p:nvSpPr>
        <p:spPr>
          <a:xfrm>
            <a:off x="2104200" y="1094040"/>
            <a:ext cx="137160" cy="204480"/>
          </a:xfrm>
          <a:custGeom>
            <a:avLst/>
            <a:gdLst>
              <a:gd name="textAreaLeft" fmla="*/ 0 w 137160"/>
              <a:gd name="textAreaRight" fmla="*/ 137880 w 137160"/>
              <a:gd name="textAreaTop" fmla="*/ 0 h 204480"/>
              <a:gd name="textAreaBottom" fmla="*/ 205200 h 204480"/>
            </a:gdLst>
            <a:ahLst/>
            <a:cxnLst/>
            <a:rect l="textAreaLeft" t="textAreaTop" r="textAreaRight" b="textAreaBottom"/>
            <a:pathLst>
              <a:path w="137922" h="205104">
                <a:moveTo>
                  <a:pt x="27431" y="150749"/>
                </a:moveTo>
                <a:lnTo>
                  <a:pt x="3175" y="150749"/>
                </a:lnTo>
                <a:lnTo>
                  <a:pt x="2667" y="151129"/>
                </a:lnTo>
                <a:lnTo>
                  <a:pt x="2667" y="169290"/>
                </a:lnTo>
                <a:lnTo>
                  <a:pt x="8636" y="178307"/>
                </a:lnTo>
                <a:lnTo>
                  <a:pt x="23622" y="193293"/>
                </a:lnTo>
                <a:lnTo>
                  <a:pt x="47625" y="205104"/>
                </a:lnTo>
                <a:lnTo>
                  <a:pt x="62737" y="205104"/>
                </a:lnTo>
                <a:lnTo>
                  <a:pt x="105029" y="193293"/>
                </a:lnTo>
                <a:lnTo>
                  <a:pt x="114576" y="180339"/>
                </a:lnTo>
                <a:lnTo>
                  <a:pt x="54102" y="180339"/>
                </a:lnTo>
                <a:lnTo>
                  <a:pt x="36194" y="171576"/>
                </a:lnTo>
                <a:lnTo>
                  <a:pt x="30353" y="159638"/>
                </a:lnTo>
                <a:lnTo>
                  <a:pt x="30353" y="156717"/>
                </a:lnTo>
                <a:lnTo>
                  <a:pt x="27431" y="150749"/>
                </a:lnTo>
                <a:close/>
              </a:path>
              <a:path w="137922" h="205104">
                <a:moveTo>
                  <a:pt x="136650" y="111378"/>
                </a:moveTo>
                <a:lnTo>
                  <a:pt x="110871" y="111378"/>
                </a:lnTo>
                <a:lnTo>
                  <a:pt x="107950" y="120395"/>
                </a:lnTo>
                <a:lnTo>
                  <a:pt x="107950" y="132460"/>
                </a:lnTo>
                <a:lnTo>
                  <a:pt x="105029" y="138429"/>
                </a:lnTo>
                <a:lnTo>
                  <a:pt x="87249" y="174498"/>
                </a:lnTo>
                <a:lnTo>
                  <a:pt x="78231" y="177418"/>
                </a:lnTo>
                <a:lnTo>
                  <a:pt x="72262" y="180339"/>
                </a:lnTo>
                <a:lnTo>
                  <a:pt x="114576" y="180339"/>
                </a:lnTo>
                <a:lnTo>
                  <a:pt x="123062" y="166115"/>
                </a:lnTo>
                <a:lnTo>
                  <a:pt x="132080" y="144906"/>
                </a:lnTo>
                <a:lnTo>
                  <a:pt x="135000" y="135889"/>
                </a:lnTo>
                <a:lnTo>
                  <a:pt x="135109" y="125856"/>
                </a:lnTo>
                <a:lnTo>
                  <a:pt x="136650" y="111378"/>
                </a:lnTo>
                <a:close/>
              </a:path>
              <a:path w="137922" h="205104">
                <a:moveTo>
                  <a:pt x="65912" y="0"/>
                </a:moveTo>
                <a:lnTo>
                  <a:pt x="41782" y="5841"/>
                </a:lnTo>
                <a:lnTo>
                  <a:pt x="17653" y="17779"/>
                </a:lnTo>
                <a:lnTo>
                  <a:pt x="11811" y="29717"/>
                </a:lnTo>
                <a:lnTo>
                  <a:pt x="5842" y="35686"/>
                </a:lnTo>
                <a:lnTo>
                  <a:pt x="5842" y="41655"/>
                </a:lnTo>
                <a:lnTo>
                  <a:pt x="123" y="65276"/>
                </a:lnTo>
                <a:lnTo>
                  <a:pt x="0" y="80899"/>
                </a:lnTo>
                <a:lnTo>
                  <a:pt x="20828" y="116966"/>
                </a:lnTo>
                <a:lnTo>
                  <a:pt x="53975" y="131825"/>
                </a:lnTo>
                <a:lnTo>
                  <a:pt x="72136" y="131825"/>
                </a:lnTo>
                <a:lnTo>
                  <a:pt x="78105" y="128904"/>
                </a:lnTo>
                <a:lnTo>
                  <a:pt x="96138" y="123062"/>
                </a:lnTo>
                <a:lnTo>
                  <a:pt x="104902" y="114300"/>
                </a:lnTo>
                <a:lnTo>
                  <a:pt x="110871" y="111378"/>
                </a:lnTo>
                <a:lnTo>
                  <a:pt x="136650" y="111378"/>
                </a:lnTo>
                <a:lnTo>
                  <a:pt x="137097" y="107187"/>
                </a:lnTo>
                <a:lnTo>
                  <a:pt x="57150" y="107187"/>
                </a:lnTo>
                <a:lnTo>
                  <a:pt x="54229" y="104266"/>
                </a:lnTo>
                <a:lnTo>
                  <a:pt x="51307" y="104266"/>
                </a:lnTo>
                <a:lnTo>
                  <a:pt x="42291" y="101345"/>
                </a:lnTo>
                <a:lnTo>
                  <a:pt x="39369" y="95376"/>
                </a:lnTo>
                <a:lnTo>
                  <a:pt x="33400" y="89407"/>
                </a:lnTo>
                <a:lnTo>
                  <a:pt x="30480" y="83438"/>
                </a:lnTo>
                <a:lnTo>
                  <a:pt x="27559" y="74421"/>
                </a:lnTo>
                <a:lnTo>
                  <a:pt x="27559" y="65404"/>
                </a:lnTo>
                <a:lnTo>
                  <a:pt x="27431" y="65276"/>
                </a:lnTo>
                <a:lnTo>
                  <a:pt x="27431" y="56260"/>
                </a:lnTo>
                <a:lnTo>
                  <a:pt x="33274" y="44323"/>
                </a:lnTo>
                <a:lnTo>
                  <a:pt x="33274" y="41401"/>
                </a:lnTo>
                <a:lnTo>
                  <a:pt x="39243" y="35432"/>
                </a:lnTo>
                <a:lnTo>
                  <a:pt x="42163" y="29463"/>
                </a:lnTo>
                <a:lnTo>
                  <a:pt x="51181" y="26542"/>
                </a:lnTo>
                <a:lnTo>
                  <a:pt x="57150" y="23621"/>
                </a:lnTo>
                <a:lnTo>
                  <a:pt x="118523" y="23621"/>
                </a:lnTo>
                <a:lnTo>
                  <a:pt x="117093" y="20700"/>
                </a:lnTo>
                <a:lnTo>
                  <a:pt x="105029" y="11683"/>
                </a:lnTo>
                <a:lnTo>
                  <a:pt x="93091" y="5841"/>
                </a:lnTo>
                <a:lnTo>
                  <a:pt x="81025" y="2920"/>
                </a:lnTo>
                <a:lnTo>
                  <a:pt x="65912" y="0"/>
                </a:lnTo>
                <a:close/>
              </a:path>
              <a:path w="137922" h="205104">
                <a:moveTo>
                  <a:pt x="118523" y="23621"/>
                </a:moveTo>
                <a:lnTo>
                  <a:pt x="78359" y="23621"/>
                </a:lnTo>
                <a:lnTo>
                  <a:pt x="84328" y="26542"/>
                </a:lnTo>
                <a:lnTo>
                  <a:pt x="93344" y="29463"/>
                </a:lnTo>
                <a:lnTo>
                  <a:pt x="99313" y="35432"/>
                </a:lnTo>
                <a:lnTo>
                  <a:pt x="102235" y="41401"/>
                </a:lnTo>
                <a:lnTo>
                  <a:pt x="105156" y="50418"/>
                </a:lnTo>
                <a:lnTo>
                  <a:pt x="108014" y="56260"/>
                </a:lnTo>
                <a:lnTo>
                  <a:pt x="107984" y="65785"/>
                </a:lnTo>
                <a:lnTo>
                  <a:pt x="105156" y="77469"/>
                </a:lnTo>
                <a:lnTo>
                  <a:pt x="105156" y="83438"/>
                </a:lnTo>
                <a:lnTo>
                  <a:pt x="102235" y="89407"/>
                </a:lnTo>
                <a:lnTo>
                  <a:pt x="90297" y="101345"/>
                </a:lnTo>
                <a:lnTo>
                  <a:pt x="81280" y="104266"/>
                </a:lnTo>
                <a:lnTo>
                  <a:pt x="75311" y="107187"/>
                </a:lnTo>
                <a:lnTo>
                  <a:pt x="137097" y="107187"/>
                </a:lnTo>
                <a:lnTo>
                  <a:pt x="137922" y="99440"/>
                </a:lnTo>
                <a:lnTo>
                  <a:pt x="137922" y="72008"/>
                </a:lnTo>
                <a:lnTo>
                  <a:pt x="131953" y="53848"/>
                </a:lnTo>
                <a:lnTo>
                  <a:pt x="125984" y="32638"/>
                </a:lnTo>
                <a:lnTo>
                  <a:pt x="120015" y="26669"/>
                </a:lnTo>
                <a:lnTo>
                  <a:pt x="118523" y="2362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bk object 38"/>
          <p:cNvSpPr/>
          <p:nvPr/>
        </p:nvSpPr>
        <p:spPr>
          <a:xfrm>
            <a:off x="1991520" y="554400"/>
            <a:ext cx="71280" cy="200160"/>
          </a:xfrm>
          <a:custGeom>
            <a:avLst/>
            <a:gdLst>
              <a:gd name="textAreaLeft" fmla="*/ 0 w 71280"/>
              <a:gd name="textAreaRight" fmla="*/ 72000 w 71280"/>
              <a:gd name="textAreaTop" fmla="*/ 0 h 200160"/>
              <a:gd name="textAreaBottom" fmla="*/ 200880 h 200160"/>
            </a:gdLst>
            <a:ahLst/>
            <a:cxnLst/>
            <a:rect l="textAreaLeft" t="textAreaTop" r="textAreaRight" b="textAreaBottom"/>
            <a:pathLst>
              <a:path w="71881" h="201040">
                <a:moveTo>
                  <a:pt x="71881" y="0"/>
                </a:moveTo>
                <a:lnTo>
                  <a:pt x="53721" y="0"/>
                </a:lnTo>
                <a:lnTo>
                  <a:pt x="50800" y="9016"/>
                </a:lnTo>
                <a:lnTo>
                  <a:pt x="47879" y="14985"/>
                </a:lnTo>
                <a:lnTo>
                  <a:pt x="44958" y="24002"/>
                </a:lnTo>
                <a:lnTo>
                  <a:pt x="42037" y="26923"/>
                </a:lnTo>
                <a:lnTo>
                  <a:pt x="24130" y="35686"/>
                </a:lnTo>
                <a:lnTo>
                  <a:pt x="15112" y="35686"/>
                </a:lnTo>
                <a:lnTo>
                  <a:pt x="0" y="38607"/>
                </a:lnTo>
                <a:lnTo>
                  <a:pt x="0" y="56768"/>
                </a:lnTo>
                <a:lnTo>
                  <a:pt x="45593" y="56768"/>
                </a:lnTo>
                <a:lnTo>
                  <a:pt x="45593" y="199897"/>
                </a:lnTo>
                <a:lnTo>
                  <a:pt x="44450" y="201040"/>
                </a:lnTo>
                <a:lnTo>
                  <a:pt x="71881" y="201040"/>
                </a:lnTo>
                <a:lnTo>
                  <a:pt x="7188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bk object 39"/>
          <p:cNvSpPr/>
          <p:nvPr/>
        </p:nvSpPr>
        <p:spPr>
          <a:xfrm>
            <a:off x="2107080" y="553680"/>
            <a:ext cx="134640" cy="204840"/>
          </a:xfrm>
          <a:custGeom>
            <a:avLst/>
            <a:gdLst>
              <a:gd name="textAreaLeft" fmla="*/ 0 w 134640"/>
              <a:gd name="textAreaRight" fmla="*/ 135360 w 134640"/>
              <a:gd name="textAreaTop" fmla="*/ 0 h 204840"/>
              <a:gd name="textAreaBottom" fmla="*/ 205560 h 204840"/>
            </a:gdLst>
            <a:ahLst/>
            <a:cxnLst/>
            <a:rect l="textAreaLeft" t="textAreaTop" r="textAreaRight" b="textAreaBottom"/>
            <a:pathLst>
              <a:path w="135509" h="205611">
                <a:moveTo>
                  <a:pt x="81534" y="0"/>
                </a:moveTo>
                <a:lnTo>
                  <a:pt x="54102" y="0"/>
                </a:lnTo>
                <a:lnTo>
                  <a:pt x="29972" y="11938"/>
                </a:lnTo>
                <a:lnTo>
                  <a:pt x="17906" y="20954"/>
                </a:lnTo>
                <a:lnTo>
                  <a:pt x="11937" y="33020"/>
                </a:lnTo>
                <a:lnTo>
                  <a:pt x="2921" y="54228"/>
                </a:lnTo>
                <a:lnTo>
                  <a:pt x="0" y="75438"/>
                </a:lnTo>
                <a:lnTo>
                  <a:pt x="0" y="102870"/>
                </a:lnTo>
                <a:lnTo>
                  <a:pt x="254" y="102870"/>
                </a:lnTo>
                <a:lnTo>
                  <a:pt x="254" y="130301"/>
                </a:lnTo>
                <a:lnTo>
                  <a:pt x="3175" y="151511"/>
                </a:lnTo>
                <a:lnTo>
                  <a:pt x="12192" y="169672"/>
                </a:lnTo>
                <a:lnTo>
                  <a:pt x="18161" y="184785"/>
                </a:lnTo>
                <a:lnTo>
                  <a:pt x="30225" y="193801"/>
                </a:lnTo>
                <a:lnTo>
                  <a:pt x="42291" y="199771"/>
                </a:lnTo>
                <a:lnTo>
                  <a:pt x="66421" y="205611"/>
                </a:lnTo>
                <a:lnTo>
                  <a:pt x="81534" y="202692"/>
                </a:lnTo>
                <a:lnTo>
                  <a:pt x="93599" y="199771"/>
                </a:lnTo>
                <a:lnTo>
                  <a:pt x="105663" y="193801"/>
                </a:lnTo>
                <a:lnTo>
                  <a:pt x="114681" y="184785"/>
                </a:lnTo>
                <a:lnTo>
                  <a:pt x="116726" y="181355"/>
                </a:lnTo>
                <a:lnTo>
                  <a:pt x="57023" y="181355"/>
                </a:lnTo>
                <a:lnTo>
                  <a:pt x="51054" y="178435"/>
                </a:lnTo>
                <a:lnTo>
                  <a:pt x="39243" y="166624"/>
                </a:lnTo>
                <a:lnTo>
                  <a:pt x="33274" y="157606"/>
                </a:lnTo>
                <a:lnTo>
                  <a:pt x="30353" y="139446"/>
                </a:lnTo>
                <a:lnTo>
                  <a:pt x="27431" y="124333"/>
                </a:lnTo>
                <a:lnTo>
                  <a:pt x="27305" y="78611"/>
                </a:lnTo>
                <a:lnTo>
                  <a:pt x="30225" y="66548"/>
                </a:lnTo>
                <a:lnTo>
                  <a:pt x="33147" y="48387"/>
                </a:lnTo>
                <a:lnTo>
                  <a:pt x="39116" y="39370"/>
                </a:lnTo>
                <a:lnTo>
                  <a:pt x="50927" y="27559"/>
                </a:lnTo>
                <a:lnTo>
                  <a:pt x="56896" y="24638"/>
                </a:lnTo>
                <a:lnTo>
                  <a:pt x="117433" y="24638"/>
                </a:lnTo>
                <a:lnTo>
                  <a:pt x="114681" y="20954"/>
                </a:lnTo>
                <a:lnTo>
                  <a:pt x="105663" y="11938"/>
                </a:lnTo>
                <a:lnTo>
                  <a:pt x="81534" y="0"/>
                </a:lnTo>
                <a:close/>
              </a:path>
              <a:path w="135509" h="205611">
                <a:moveTo>
                  <a:pt x="117433" y="24638"/>
                </a:moveTo>
                <a:lnTo>
                  <a:pt x="75056" y="24638"/>
                </a:lnTo>
                <a:lnTo>
                  <a:pt x="84074" y="27559"/>
                </a:lnTo>
                <a:lnTo>
                  <a:pt x="96012" y="39497"/>
                </a:lnTo>
                <a:lnTo>
                  <a:pt x="101981" y="48514"/>
                </a:lnTo>
                <a:lnTo>
                  <a:pt x="104902" y="66675"/>
                </a:lnTo>
                <a:lnTo>
                  <a:pt x="107823" y="81788"/>
                </a:lnTo>
                <a:lnTo>
                  <a:pt x="107823" y="124333"/>
                </a:lnTo>
                <a:lnTo>
                  <a:pt x="104902" y="139446"/>
                </a:lnTo>
                <a:lnTo>
                  <a:pt x="101981" y="157606"/>
                </a:lnTo>
                <a:lnTo>
                  <a:pt x="96012" y="166624"/>
                </a:lnTo>
                <a:lnTo>
                  <a:pt x="84200" y="178435"/>
                </a:lnTo>
                <a:lnTo>
                  <a:pt x="75184" y="181355"/>
                </a:lnTo>
                <a:lnTo>
                  <a:pt x="116726" y="181355"/>
                </a:lnTo>
                <a:lnTo>
                  <a:pt x="123698" y="169672"/>
                </a:lnTo>
                <a:lnTo>
                  <a:pt x="129667" y="151511"/>
                </a:lnTo>
                <a:lnTo>
                  <a:pt x="132587" y="130301"/>
                </a:lnTo>
                <a:lnTo>
                  <a:pt x="135509" y="102870"/>
                </a:lnTo>
                <a:lnTo>
                  <a:pt x="132587" y="75438"/>
                </a:lnTo>
                <a:lnTo>
                  <a:pt x="129667" y="54228"/>
                </a:lnTo>
                <a:lnTo>
                  <a:pt x="123698" y="33020"/>
                </a:lnTo>
                <a:lnTo>
                  <a:pt x="117433" y="2463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bk object 40"/>
          <p:cNvSpPr/>
          <p:nvPr/>
        </p:nvSpPr>
        <p:spPr>
          <a:xfrm>
            <a:off x="2341800" y="6124680"/>
            <a:ext cx="6009840" cy="360"/>
          </a:xfrm>
          <a:custGeom>
            <a:avLst/>
            <a:gdLst>
              <a:gd name="textAreaLeft" fmla="*/ 0 w 6009840"/>
              <a:gd name="textAreaRight" fmla="*/ 6010560 w 600984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6010529">
                <a:moveTo>
                  <a:pt x="6010529" y="0"/>
                </a:moveTo>
                <a:lnTo>
                  <a:pt x="0" y="0"/>
                </a:lnTo>
              </a:path>
            </a:pathLst>
          </a:custGeom>
          <a:noFill/>
          <a:ln w="635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bk object 41"/>
          <p:cNvSpPr/>
          <p:nvPr/>
        </p:nvSpPr>
        <p:spPr>
          <a:xfrm>
            <a:off x="238752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bk object 42"/>
          <p:cNvSpPr/>
          <p:nvPr/>
        </p:nvSpPr>
        <p:spPr>
          <a:xfrm>
            <a:off x="298188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bk object 43"/>
          <p:cNvSpPr/>
          <p:nvPr/>
        </p:nvSpPr>
        <p:spPr>
          <a:xfrm>
            <a:off x="357336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bk object 44"/>
          <p:cNvSpPr/>
          <p:nvPr/>
        </p:nvSpPr>
        <p:spPr>
          <a:xfrm>
            <a:off x="416448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bk object 45"/>
          <p:cNvSpPr/>
          <p:nvPr/>
        </p:nvSpPr>
        <p:spPr>
          <a:xfrm>
            <a:off x="475596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bk object 46"/>
          <p:cNvSpPr/>
          <p:nvPr/>
        </p:nvSpPr>
        <p:spPr>
          <a:xfrm>
            <a:off x="534708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bk object 47"/>
          <p:cNvSpPr/>
          <p:nvPr/>
        </p:nvSpPr>
        <p:spPr>
          <a:xfrm>
            <a:off x="593856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bk object 48"/>
          <p:cNvSpPr/>
          <p:nvPr/>
        </p:nvSpPr>
        <p:spPr>
          <a:xfrm>
            <a:off x="653292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bk object 49"/>
          <p:cNvSpPr/>
          <p:nvPr/>
        </p:nvSpPr>
        <p:spPr>
          <a:xfrm>
            <a:off x="712404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bk object 50"/>
          <p:cNvSpPr/>
          <p:nvPr/>
        </p:nvSpPr>
        <p:spPr>
          <a:xfrm>
            <a:off x="771552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bk object 51"/>
          <p:cNvSpPr/>
          <p:nvPr/>
        </p:nvSpPr>
        <p:spPr>
          <a:xfrm>
            <a:off x="830664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bk object 52"/>
          <p:cNvSpPr/>
          <p:nvPr/>
        </p:nvSpPr>
        <p:spPr>
          <a:xfrm>
            <a:off x="2204280" y="6293160"/>
            <a:ext cx="134640" cy="201960"/>
          </a:xfrm>
          <a:custGeom>
            <a:avLst/>
            <a:gdLst>
              <a:gd name="textAreaLeft" fmla="*/ 0 w 134640"/>
              <a:gd name="textAreaRight" fmla="*/ 135360 w 134640"/>
              <a:gd name="textAreaTop" fmla="*/ 0 h 201960"/>
              <a:gd name="textAreaBottom" fmla="*/ 202680 h 201960"/>
            </a:gdLst>
            <a:ahLst/>
            <a:cxnLst/>
            <a:rect l="textAreaLeft" t="textAreaTop" r="textAreaRight" b="textAreaBottom"/>
            <a:pathLst>
              <a:path w="135509" h="202564">
                <a:moveTo>
                  <a:pt x="93599" y="2921"/>
                </a:moveTo>
                <a:lnTo>
                  <a:pt x="42291" y="2921"/>
                </a:lnTo>
                <a:lnTo>
                  <a:pt x="30226" y="11938"/>
                </a:lnTo>
                <a:lnTo>
                  <a:pt x="21209" y="20955"/>
                </a:lnTo>
                <a:lnTo>
                  <a:pt x="18287" y="26924"/>
                </a:lnTo>
                <a:lnTo>
                  <a:pt x="12318" y="32893"/>
                </a:lnTo>
                <a:lnTo>
                  <a:pt x="9398" y="41910"/>
                </a:lnTo>
                <a:lnTo>
                  <a:pt x="6477" y="53975"/>
                </a:lnTo>
                <a:lnTo>
                  <a:pt x="3542" y="75311"/>
                </a:lnTo>
                <a:lnTo>
                  <a:pt x="635" y="102616"/>
                </a:lnTo>
                <a:lnTo>
                  <a:pt x="0" y="102743"/>
                </a:lnTo>
                <a:lnTo>
                  <a:pt x="5842" y="148336"/>
                </a:lnTo>
                <a:lnTo>
                  <a:pt x="29845" y="193675"/>
                </a:lnTo>
                <a:lnTo>
                  <a:pt x="53975" y="202565"/>
                </a:lnTo>
                <a:lnTo>
                  <a:pt x="81406" y="202565"/>
                </a:lnTo>
                <a:lnTo>
                  <a:pt x="93472" y="199644"/>
                </a:lnTo>
                <a:lnTo>
                  <a:pt x="105537" y="193675"/>
                </a:lnTo>
                <a:lnTo>
                  <a:pt x="117602" y="181610"/>
                </a:lnTo>
                <a:lnTo>
                  <a:pt x="69850" y="181483"/>
                </a:lnTo>
                <a:lnTo>
                  <a:pt x="60833" y="178562"/>
                </a:lnTo>
                <a:lnTo>
                  <a:pt x="54864" y="178562"/>
                </a:lnTo>
                <a:lnTo>
                  <a:pt x="45847" y="172593"/>
                </a:lnTo>
                <a:lnTo>
                  <a:pt x="39878" y="166624"/>
                </a:lnTo>
                <a:lnTo>
                  <a:pt x="36956" y="154559"/>
                </a:lnTo>
                <a:lnTo>
                  <a:pt x="30987" y="139446"/>
                </a:lnTo>
                <a:lnTo>
                  <a:pt x="30987" y="124333"/>
                </a:lnTo>
                <a:lnTo>
                  <a:pt x="28067" y="103124"/>
                </a:lnTo>
                <a:lnTo>
                  <a:pt x="27940" y="102616"/>
                </a:lnTo>
                <a:lnTo>
                  <a:pt x="30861" y="78359"/>
                </a:lnTo>
                <a:lnTo>
                  <a:pt x="30861" y="63246"/>
                </a:lnTo>
                <a:lnTo>
                  <a:pt x="36830" y="48133"/>
                </a:lnTo>
                <a:lnTo>
                  <a:pt x="39751" y="39116"/>
                </a:lnTo>
                <a:lnTo>
                  <a:pt x="45720" y="30099"/>
                </a:lnTo>
                <a:lnTo>
                  <a:pt x="54737" y="27178"/>
                </a:lnTo>
                <a:lnTo>
                  <a:pt x="60706" y="24257"/>
                </a:lnTo>
                <a:lnTo>
                  <a:pt x="119344" y="24257"/>
                </a:lnTo>
                <a:lnTo>
                  <a:pt x="117729" y="20955"/>
                </a:lnTo>
                <a:lnTo>
                  <a:pt x="93599" y="2921"/>
                </a:lnTo>
                <a:close/>
              </a:path>
              <a:path w="135509" h="202564">
                <a:moveTo>
                  <a:pt x="119344" y="24257"/>
                </a:moveTo>
                <a:lnTo>
                  <a:pt x="78867" y="24257"/>
                </a:lnTo>
                <a:lnTo>
                  <a:pt x="90805" y="30099"/>
                </a:lnTo>
                <a:lnTo>
                  <a:pt x="102743" y="48133"/>
                </a:lnTo>
                <a:lnTo>
                  <a:pt x="108712" y="63246"/>
                </a:lnTo>
                <a:lnTo>
                  <a:pt x="108712" y="139446"/>
                </a:lnTo>
                <a:lnTo>
                  <a:pt x="102743" y="154559"/>
                </a:lnTo>
                <a:lnTo>
                  <a:pt x="96774" y="166624"/>
                </a:lnTo>
                <a:lnTo>
                  <a:pt x="84836" y="178562"/>
                </a:lnTo>
                <a:lnTo>
                  <a:pt x="78867" y="178562"/>
                </a:lnTo>
                <a:lnTo>
                  <a:pt x="69850" y="181483"/>
                </a:lnTo>
                <a:lnTo>
                  <a:pt x="117664" y="181483"/>
                </a:lnTo>
                <a:lnTo>
                  <a:pt x="123571" y="169545"/>
                </a:lnTo>
                <a:lnTo>
                  <a:pt x="132587" y="148336"/>
                </a:lnTo>
                <a:lnTo>
                  <a:pt x="135509" y="130175"/>
                </a:lnTo>
                <a:lnTo>
                  <a:pt x="135491" y="75184"/>
                </a:lnTo>
                <a:lnTo>
                  <a:pt x="132587" y="54102"/>
                </a:lnTo>
                <a:lnTo>
                  <a:pt x="123571" y="32893"/>
                </a:lnTo>
                <a:lnTo>
                  <a:pt x="119344" y="24257"/>
                </a:lnTo>
                <a:close/>
              </a:path>
              <a:path w="135509" h="202564">
                <a:moveTo>
                  <a:pt x="81661" y="0"/>
                </a:moveTo>
                <a:lnTo>
                  <a:pt x="54229" y="0"/>
                </a:lnTo>
                <a:lnTo>
                  <a:pt x="48260" y="2921"/>
                </a:lnTo>
                <a:lnTo>
                  <a:pt x="87630" y="2921"/>
                </a:lnTo>
                <a:lnTo>
                  <a:pt x="8166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bk object 53"/>
          <p:cNvSpPr/>
          <p:nvPr/>
        </p:nvSpPr>
        <p:spPr>
          <a:xfrm>
            <a:off x="2372400" y="6460200"/>
            <a:ext cx="29520" cy="32760"/>
          </a:xfrm>
          <a:custGeom>
            <a:avLst/>
            <a:gdLst>
              <a:gd name="textAreaLeft" fmla="*/ 0 w 29520"/>
              <a:gd name="textAreaRight" fmla="*/ 30240 w 2952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30352" h="33401">
                <a:moveTo>
                  <a:pt x="0" y="16700"/>
                </a:moveTo>
                <a:lnTo>
                  <a:pt x="30352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bk object 54"/>
          <p:cNvSpPr/>
          <p:nvPr/>
        </p:nvSpPr>
        <p:spPr>
          <a:xfrm>
            <a:off x="2432520" y="6293520"/>
            <a:ext cx="134640" cy="201960"/>
          </a:xfrm>
          <a:custGeom>
            <a:avLst/>
            <a:gdLst>
              <a:gd name="textAreaLeft" fmla="*/ 0 w 134640"/>
              <a:gd name="textAreaRight" fmla="*/ 135360 w 134640"/>
              <a:gd name="textAreaTop" fmla="*/ 0 h 201960"/>
              <a:gd name="textAreaBottom" fmla="*/ 202680 h 201960"/>
            </a:gdLst>
            <a:ahLst/>
            <a:cxnLst/>
            <a:rect l="textAreaLeft" t="textAreaTop" r="textAreaRight" b="textAreaBottom"/>
            <a:pathLst>
              <a:path w="135361" h="202564">
                <a:moveTo>
                  <a:pt x="93472" y="2920"/>
                </a:moveTo>
                <a:lnTo>
                  <a:pt x="42163" y="2920"/>
                </a:lnTo>
                <a:lnTo>
                  <a:pt x="36194" y="5841"/>
                </a:lnTo>
                <a:lnTo>
                  <a:pt x="21208" y="20827"/>
                </a:lnTo>
                <a:lnTo>
                  <a:pt x="18287" y="26796"/>
                </a:lnTo>
                <a:lnTo>
                  <a:pt x="12318" y="32765"/>
                </a:lnTo>
                <a:lnTo>
                  <a:pt x="9398" y="41782"/>
                </a:lnTo>
                <a:lnTo>
                  <a:pt x="6476" y="53847"/>
                </a:lnTo>
                <a:lnTo>
                  <a:pt x="3528" y="75310"/>
                </a:lnTo>
                <a:lnTo>
                  <a:pt x="635" y="102488"/>
                </a:lnTo>
                <a:lnTo>
                  <a:pt x="0" y="102869"/>
                </a:lnTo>
                <a:lnTo>
                  <a:pt x="5842" y="148462"/>
                </a:lnTo>
                <a:lnTo>
                  <a:pt x="29844" y="193801"/>
                </a:lnTo>
                <a:lnTo>
                  <a:pt x="53848" y="202564"/>
                </a:lnTo>
                <a:lnTo>
                  <a:pt x="81280" y="202564"/>
                </a:lnTo>
                <a:lnTo>
                  <a:pt x="93344" y="199643"/>
                </a:lnTo>
                <a:lnTo>
                  <a:pt x="105410" y="193674"/>
                </a:lnTo>
                <a:lnTo>
                  <a:pt x="117475" y="181609"/>
                </a:lnTo>
                <a:lnTo>
                  <a:pt x="117537" y="181482"/>
                </a:lnTo>
                <a:lnTo>
                  <a:pt x="69976" y="181482"/>
                </a:lnTo>
                <a:lnTo>
                  <a:pt x="60960" y="178561"/>
                </a:lnTo>
                <a:lnTo>
                  <a:pt x="54991" y="178561"/>
                </a:lnTo>
                <a:lnTo>
                  <a:pt x="45974" y="172592"/>
                </a:lnTo>
                <a:lnTo>
                  <a:pt x="40005" y="166611"/>
                </a:lnTo>
                <a:lnTo>
                  <a:pt x="37083" y="160654"/>
                </a:lnTo>
                <a:lnTo>
                  <a:pt x="37033" y="154558"/>
                </a:lnTo>
                <a:lnTo>
                  <a:pt x="31114" y="139572"/>
                </a:lnTo>
                <a:lnTo>
                  <a:pt x="31114" y="124459"/>
                </a:lnTo>
                <a:lnTo>
                  <a:pt x="28193" y="103250"/>
                </a:lnTo>
                <a:lnTo>
                  <a:pt x="28067" y="102488"/>
                </a:lnTo>
                <a:lnTo>
                  <a:pt x="30987" y="78231"/>
                </a:lnTo>
                <a:lnTo>
                  <a:pt x="30987" y="63118"/>
                </a:lnTo>
                <a:lnTo>
                  <a:pt x="36906" y="48132"/>
                </a:lnTo>
                <a:lnTo>
                  <a:pt x="36956" y="42036"/>
                </a:lnTo>
                <a:lnTo>
                  <a:pt x="39878" y="39115"/>
                </a:lnTo>
                <a:lnTo>
                  <a:pt x="45847" y="30086"/>
                </a:lnTo>
                <a:lnTo>
                  <a:pt x="54863" y="27177"/>
                </a:lnTo>
                <a:lnTo>
                  <a:pt x="60832" y="24256"/>
                </a:lnTo>
                <a:lnTo>
                  <a:pt x="119217" y="24256"/>
                </a:lnTo>
                <a:lnTo>
                  <a:pt x="117601" y="20954"/>
                </a:lnTo>
                <a:lnTo>
                  <a:pt x="93472" y="2920"/>
                </a:lnTo>
                <a:close/>
              </a:path>
              <a:path w="135361" h="202564">
                <a:moveTo>
                  <a:pt x="119217" y="24256"/>
                </a:moveTo>
                <a:lnTo>
                  <a:pt x="78993" y="24256"/>
                </a:lnTo>
                <a:lnTo>
                  <a:pt x="90931" y="30086"/>
                </a:lnTo>
                <a:lnTo>
                  <a:pt x="102869" y="48132"/>
                </a:lnTo>
                <a:lnTo>
                  <a:pt x="108788" y="63118"/>
                </a:lnTo>
                <a:lnTo>
                  <a:pt x="108788" y="139572"/>
                </a:lnTo>
                <a:lnTo>
                  <a:pt x="102807" y="154685"/>
                </a:lnTo>
                <a:lnTo>
                  <a:pt x="96900" y="166611"/>
                </a:lnTo>
                <a:lnTo>
                  <a:pt x="84962" y="178561"/>
                </a:lnTo>
                <a:lnTo>
                  <a:pt x="78993" y="178561"/>
                </a:lnTo>
                <a:lnTo>
                  <a:pt x="69976" y="181482"/>
                </a:lnTo>
                <a:lnTo>
                  <a:pt x="117537" y="181482"/>
                </a:lnTo>
                <a:lnTo>
                  <a:pt x="123443" y="169544"/>
                </a:lnTo>
                <a:lnTo>
                  <a:pt x="132461" y="148335"/>
                </a:lnTo>
                <a:lnTo>
                  <a:pt x="135361" y="130301"/>
                </a:lnTo>
                <a:lnTo>
                  <a:pt x="135347" y="75056"/>
                </a:lnTo>
                <a:lnTo>
                  <a:pt x="132461" y="54101"/>
                </a:lnTo>
                <a:lnTo>
                  <a:pt x="123381" y="32765"/>
                </a:lnTo>
                <a:lnTo>
                  <a:pt x="119217" y="24256"/>
                </a:lnTo>
                <a:close/>
              </a:path>
              <a:path w="135361" h="202564">
                <a:moveTo>
                  <a:pt x="81533" y="0"/>
                </a:moveTo>
                <a:lnTo>
                  <a:pt x="54101" y="0"/>
                </a:lnTo>
                <a:lnTo>
                  <a:pt x="48132" y="2920"/>
                </a:lnTo>
                <a:lnTo>
                  <a:pt x="87503" y="2920"/>
                </a:lnTo>
                <a:lnTo>
                  <a:pt x="81533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bk object 55"/>
          <p:cNvSpPr/>
          <p:nvPr/>
        </p:nvSpPr>
        <p:spPr>
          <a:xfrm>
            <a:off x="2816640" y="6293160"/>
            <a:ext cx="137520" cy="201960"/>
          </a:xfrm>
          <a:custGeom>
            <a:avLst/>
            <a:gdLst>
              <a:gd name="textAreaLeft" fmla="*/ 0 w 137520"/>
              <a:gd name="textAreaRight" fmla="*/ 138240 w 137520"/>
              <a:gd name="textAreaTop" fmla="*/ 0 h 201960"/>
              <a:gd name="textAreaBottom" fmla="*/ 202680 h 201960"/>
            </a:gdLst>
            <a:ahLst/>
            <a:cxnLst/>
            <a:rect l="textAreaLeft" t="textAreaTop" r="textAreaRight" b="textAreaBottom"/>
            <a:pathLst>
              <a:path w="138289" h="202564">
                <a:moveTo>
                  <a:pt x="96519" y="2921"/>
                </a:moveTo>
                <a:lnTo>
                  <a:pt x="45338" y="2921"/>
                </a:lnTo>
                <a:lnTo>
                  <a:pt x="21208" y="20955"/>
                </a:lnTo>
                <a:lnTo>
                  <a:pt x="15367" y="32893"/>
                </a:lnTo>
                <a:lnTo>
                  <a:pt x="9398" y="41910"/>
                </a:lnTo>
                <a:lnTo>
                  <a:pt x="6476" y="53975"/>
                </a:lnTo>
                <a:lnTo>
                  <a:pt x="3542" y="75311"/>
                </a:lnTo>
                <a:lnTo>
                  <a:pt x="635" y="102616"/>
                </a:lnTo>
                <a:lnTo>
                  <a:pt x="0" y="102743"/>
                </a:lnTo>
                <a:lnTo>
                  <a:pt x="5842" y="148336"/>
                </a:lnTo>
                <a:lnTo>
                  <a:pt x="32893" y="193675"/>
                </a:lnTo>
                <a:lnTo>
                  <a:pt x="53975" y="202565"/>
                </a:lnTo>
                <a:lnTo>
                  <a:pt x="84328" y="202565"/>
                </a:lnTo>
                <a:lnTo>
                  <a:pt x="96393" y="199644"/>
                </a:lnTo>
                <a:lnTo>
                  <a:pt x="105410" y="193675"/>
                </a:lnTo>
                <a:lnTo>
                  <a:pt x="117475" y="181610"/>
                </a:lnTo>
                <a:lnTo>
                  <a:pt x="117854" y="181102"/>
                </a:lnTo>
                <a:lnTo>
                  <a:pt x="69976" y="181102"/>
                </a:lnTo>
                <a:lnTo>
                  <a:pt x="60960" y="178181"/>
                </a:lnTo>
                <a:lnTo>
                  <a:pt x="54991" y="178181"/>
                </a:lnTo>
                <a:lnTo>
                  <a:pt x="45974" y="172212"/>
                </a:lnTo>
                <a:lnTo>
                  <a:pt x="40005" y="166243"/>
                </a:lnTo>
                <a:lnTo>
                  <a:pt x="37083" y="160274"/>
                </a:lnTo>
                <a:lnTo>
                  <a:pt x="37033" y="154178"/>
                </a:lnTo>
                <a:lnTo>
                  <a:pt x="31114" y="139192"/>
                </a:lnTo>
                <a:lnTo>
                  <a:pt x="31097" y="123952"/>
                </a:lnTo>
                <a:lnTo>
                  <a:pt x="28193" y="102870"/>
                </a:lnTo>
                <a:lnTo>
                  <a:pt x="28067" y="102616"/>
                </a:lnTo>
                <a:lnTo>
                  <a:pt x="30972" y="78486"/>
                </a:lnTo>
                <a:lnTo>
                  <a:pt x="30987" y="63246"/>
                </a:lnTo>
                <a:lnTo>
                  <a:pt x="36906" y="48260"/>
                </a:lnTo>
                <a:lnTo>
                  <a:pt x="36956" y="42164"/>
                </a:lnTo>
                <a:lnTo>
                  <a:pt x="39878" y="39243"/>
                </a:lnTo>
                <a:lnTo>
                  <a:pt x="45847" y="30213"/>
                </a:lnTo>
                <a:lnTo>
                  <a:pt x="54863" y="27305"/>
                </a:lnTo>
                <a:lnTo>
                  <a:pt x="60832" y="24384"/>
                </a:lnTo>
                <a:lnTo>
                  <a:pt x="119280" y="24384"/>
                </a:lnTo>
                <a:lnTo>
                  <a:pt x="117601" y="20955"/>
                </a:lnTo>
                <a:lnTo>
                  <a:pt x="105537" y="11938"/>
                </a:lnTo>
                <a:lnTo>
                  <a:pt x="96519" y="2921"/>
                </a:lnTo>
                <a:close/>
              </a:path>
              <a:path w="138289" h="202564">
                <a:moveTo>
                  <a:pt x="119280" y="24384"/>
                </a:moveTo>
                <a:lnTo>
                  <a:pt x="78993" y="24384"/>
                </a:lnTo>
                <a:lnTo>
                  <a:pt x="84962" y="27305"/>
                </a:lnTo>
                <a:lnTo>
                  <a:pt x="93980" y="30213"/>
                </a:lnTo>
                <a:lnTo>
                  <a:pt x="99949" y="39243"/>
                </a:lnTo>
                <a:lnTo>
                  <a:pt x="102869" y="48260"/>
                </a:lnTo>
                <a:lnTo>
                  <a:pt x="108788" y="63246"/>
                </a:lnTo>
                <a:lnTo>
                  <a:pt x="108838" y="78486"/>
                </a:lnTo>
                <a:lnTo>
                  <a:pt x="111744" y="102616"/>
                </a:lnTo>
                <a:lnTo>
                  <a:pt x="111742" y="102870"/>
                </a:lnTo>
                <a:lnTo>
                  <a:pt x="108838" y="123952"/>
                </a:lnTo>
                <a:lnTo>
                  <a:pt x="108788" y="139192"/>
                </a:lnTo>
                <a:lnTo>
                  <a:pt x="102869" y="154178"/>
                </a:lnTo>
                <a:lnTo>
                  <a:pt x="99949" y="166243"/>
                </a:lnTo>
                <a:lnTo>
                  <a:pt x="93980" y="172212"/>
                </a:lnTo>
                <a:lnTo>
                  <a:pt x="84962" y="178181"/>
                </a:lnTo>
                <a:lnTo>
                  <a:pt x="78993" y="178181"/>
                </a:lnTo>
                <a:lnTo>
                  <a:pt x="69976" y="181102"/>
                </a:lnTo>
                <a:lnTo>
                  <a:pt x="117854" y="181102"/>
                </a:lnTo>
                <a:lnTo>
                  <a:pt x="126492" y="169545"/>
                </a:lnTo>
                <a:lnTo>
                  <a:pt x="132461" y="148336"/>
                </a:lnTo>
                <a:lnTo>
                  <a:pt x="135381" y="130175"/>
                </a:lnTo>
                <a:lnTo>
                  <a:pt x="138289" y="102870"/>
                </a:lnTo>
                <a:lnTo>
                  <a:pt x="138289" y="102616"/>
                </a:lnTo>
                <a:lnTo>
                  <a:pt x="135364" y="75184"/>
                </a:lnTo>
                <a:lnTo>
                  <a:pt x="132461" y="54102"/>
                </a:lnTo>
                <a:lnTo>
                  <a:pt x="126492" y="32893"/>
                </a:lnTo>
                <a:lnTo>
                  <a:pt x="120523" y="26924"/>
                </a:lnTo>
                <a:lnTo>
                  <a:pt x="119280" y="24384"/>
                </a:lnTo>
                <a:close/>
              </a:path>
              <a:path w="138289" h="202564">
                <a:moveTo>
                  <a:pt x="84581" y="0"/>
                </a:moveTo>
                <a:lnTo>
                  <a:pt x="54229" y="0"/>
                </a:lnTo>
                <a:lnTo>
                  <a:pt x="48260" y="2921"/>
                </a:lnTo>
                <a:lnTo>
                  <a:pt x="90550" y="2921"/>
                </a:lnTo>
                <a:lnTo>
                  <a:pt x="8458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bk object 56"/>
          <p:cNvSpPr/>
          <p:nvPr/>
        </p:nvSpPr>
        <p:spPr>
          <a:xfrm>
            <a:off x="2988000" y="6460200"/>
            <a:ext cx="26640" cy="32760"/>
          </a:xfrm>
          <a:custGeom>
            <a:avLst/>
            <a:gdLst>
              <a:gd name="textAreaLeft" fmla="*/ 0 w 26640"/>
              <a:gd name="textAreaRight" fmla="*/ 27360 w 2664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27432" h="33401">
                <a:moveTo>
                  <a:pt x="0" y="16700"/>
                </a:moveTo>
                <a:lnTo>
                  <a:pt x="27432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bk object 57"/>
          <p:cNvSpPr/>
          <p:nvPr/>
        </p:nvSpPr>
        <p:spPr>
          <a:xfrm>
            <a:off x="3043080" y="6293520"/>
            <a:ext cx="71280" cy="200160"/>
          </a:xfrm>
          <a:custGeom>
            <a:avLst/>
            <a:gdLst>
              <a:gd name="textAreaLeft" fmla="*/ 0 w 71280"/>
              <a:gd name="textAreaRight" fmla="*/ 72000 w 71280"/>
              <a:gd name="textAreaTop" fmla="*/ 0 h 200160"/>
              <a:gd name="textAreaBottom" fmla="*/ 200880 h 200160"/>
            </a:gdLst>
            <a:ahLst/>
            <a:cxnLst/>
            <a:rect l="textAreaLeft" t="textAreaTop" r="textAreaRight" b="textAreaBottom"/>
            <a:pathLst>
              <a:path w="72136" h="201040">
                <a:moveTo>
                  <a:pt x="72136" y="0"/>
                </a:moveTo>
                <a:lnTo>
                  <a:pt x="53975" y="0"/>
                </a:lnTo>
                <a:lnTo>
                  <a:pt x="51054" y="9016"/>
                </a:lnTo>
                <a:lnTo>
                  <a:pt x="45212" y="20954"/>
                </a:lnTo>
                <a:lnTo>
                  <a:pt x="36194" y="26911"/>
                </a:lnTo>
                <a:lnTo>
                  <a:pt x="30225" y="32892"/>
                </a:lnTo>
                <a:lnTo>
                  <a:pt x="21208" y="35813"/>
                </a:lnTo>
                <a:lnTo>
                  <a:pt x="0" y="35813"/>
                </a:lnTo>
                <a:lnTo>
                  <a:pt x="0" y="57022"/>
                </a:lnTo>
                <a:lnTo>
                  <a:pt x="45593" y="57022"/>
                </a:lnTo>
                <a:lnTo>
                  <a:pt x="45593" y="200151"/>
                </a:lnTo>
                <a:lnTo>
                  <a:pt x="44704" y="201040"/>
                </a:lnTo>
                <a:lnTo>
                  <a:pt x="72136" y="201040"/>
                </a:lnTo>
                <a:lnTo>
                  <a:pt x="72136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bk object 58"/>
          <p:cNvSpPr/>
          <p:nvPr/>
        </p:nvSpPr>
        <p:spPr>
          <a:xfrm>
            <a:off x="3386520" y="6293520"/>
            <a:ext cx="137160" cy="201600"/>
          </a:xfrm>
          <a:custGeom>
            <a:avLst/>
            <a:gdLst>
              <a:gd name="textAreaLeft" fmla="*/ 0 w 137160"/>
              <a:gd name="textAreaRight" fmla="*/ 137880 w 137160"/>
              <a:gd name="textAreaTop" fmla="*/ 0 h 201600"/>
              <a:gd name="textAreaBottom" fmla="*/ 202320 h 201600"/>
            </a:gdLst>
            <a:ahLst/>
            <a:cxnLst/>
            <a:rect l="textAreaLeft" t="textAreaTop" r="textAreaRight" b="textAreaBottom"/>
            <a:pathLst>
              <a:path w="138049" h="202311">
                <a:moveTo>
                  <a:pt x="96393" y="2920"/>
                </a:moveTo>
                <a:lnTo>
                  <a:pt x="45212" y="2920"/>
                </a:lnTo>
                <a:lnTo>
                  <a:pt x="33147" y="11937"/>
                </a:lnTo>
                <a:lnTo>
                  <a:pt x="27178" y="14858"/>
                </a:lnTo>
                <a:lnTo>
                  <a:pt x="21209" y="20827"/>
                </a:lnTo>
                <a:lnTo>
                  <a:pt x="15367" y="32765"/>
                </a:lnTo>
                <a:lnTo>
                  <a:pt x="9398" y="41782"/>
                </a:lnTo>
                <a:lnTo>
                  <a:pt x="6477" y="53847"/>
                </a:lnTo>
                <a:lnTo>
                  <a:pt x="3542" y="75183"/>
                </a:lnTo>
                <a:lnTo>
                  <a:pt x="635" y="102488"/>
                </a:lnTo>
                <a:lnTo>
                  <a:pt x="0" y="102615"/>
                </a:lnTo>
                <a:lnTo>
                  <a:pt x="5842" y="148208"/>
                </a:lnTo>
                <a:lnTo>
                  <a:pt x="32766" y="193420"/>
                </a:lnTo>
                <a:lnTo>
                  <a:pt x="53848" y="202310"/>
                </a:lnTo>
                <a:lnTo>
                  <a:pt x="84201" y="202310"/>
                </a:lnTo>
                <a:lnTo>
                  <a:pt x="96266" y="199389"/>
                </a:lnTo>
                <a:lnTo>
                  <a:pt x="105283" y="193420"/>
                </a:lnTo>
                <a:lnTo>
                  <a:pt x="117221" y="181482"/>
                </a:lnTo>
                <a:lnTo>
                  <a:pt x="118075" y="180339"/>
                </a:lnTo>
                <a:lnTo>
                  <a:pt x="70231" y="180339"/>
                </a:lnTo>
                <a:lnTo>
                  <a:pt x="61214" y="177418"/>
                </a:lnTo>
                <a:lnTo>
                  <a:pt x="55245" y="177418"/>
                </a:lnTo>
                <a:lnTo>
                  <a:pt x="49276" y="171449"/>
                </a:lnTo>
                <a:lnTo>
                  <a:pt x="40259" y="165480"/>
                </a:lnTo>
                <a:lnTo>
                  <a:pt x="37337" y="153415"/>
                </a:lnTo>
                <a:lnTo>
                  <a:pt x="31419" y="138429"/>
                </a:lnTo>
                <a:lnTo>
                  <a:pt x="31369" y="102488"/>
                </a:lnTo>
                <a:lnTo>
                  <a:pt x="31292" y="62737"/>
                </a:lnTo>
                <a:lnTo>
                  <a:pt x="37252" y="47624"/>
                </a:lnTo>
                <a:lnTo>
                  <a:pt x="40132" y="38734"/>
                </a:lnTo>
                <a:lnTo>
                  <a:pt x="49149" y="29717"/>
                </a:lnTo>
                <a:lnTo>
                  <a:pt x="61087" y="23875"/>
                </a:lnTo>
                <a:lnTo>
                  <a:pt x="118839" y="23875"/>
                </a:lnTo>
                <a:lnTo>
                  <a:pt x="117348" y="20827"/>
                </a:lnTo>
                <a:lnTo>
                  <a:pt x="111379" y="14858"/>
                </a:lnTo>
                <a:lnTo>
                  <a:pt x="105410" y="11937"/>
                </a:lnTo>
                <a:lnTo>
                  <a:pt x="96393" y="2920"/>
                </a:lnTo>
                <a:close/>
              </a:path>
              <a:path w="138049" h="202311">
                <a:moveTo>
                  <a:pt x="118839" y="23875"/>
                </a:moveTo>
                <a:lnTo>
                  <a:pt x="79248" y="23875"/>
                </a:lnTo>
                <a:lnTo>
                  <a:pt x="85217" y="26796"/>
                </a:lnTo>
                <a:lnTo>
                  <a:pt x="94234" y="29717"/>
                </a:lnTo>
                <a:lnTo>
                  <a:pt x="100203" y="38734"/>
                </a:lnTo>
                <a:lnTo>
                  <a:pt x="103124" y="41655"/>
                </a:lnTo>
                <a:lnTo>
                  <a:pt x="103174" y="47751"/>
                </a:lnTo>
                <a:lnTo>
                  <a:pt x="109093" y="62737"/>
                </a:lnTo>
                <a:lnTo>
                  <a:pt x="109093" y="77850"/>
                </a:lnTo>
                <a:lnTo>
                  <a:pt x="111983" y="101853"/>
                </a:lnTo>
                <a:lnTo>
                  <a:pt x="111944" y="102615"/>
                </a:lnTo>
                <a:lnTo>
                  <a:pt x="109093" y="123316"/>
                </a:lnTo>
                <a:lnTo>
                  <a:pt x="109093" y="138429"/>
                </a:lnTo>
                <a:lnTo>
                  <a:pt x="103174" y="153415"/>
                </a:lnTo>
                <a:lnTo>
                  <a:pt x="103124" y="159511"/>
                </a:lnTo>
                <a:lnTo>
                  <a:pt x="100203" y="165480"/>
                </a:lnTo>
                <a:lnTo>
                  <a:pt x="94234" y="171449"/>
                </a:lnTo>
                <a:lnTo>
                  <a:pt x="85217" y="177418"/>
                </a:lnTo>
                <a:lnTo>
                  <a:pt x="79248" y="177418"/>
                </a:lnTo>
                <a:lnTo>
                  <a:pt x="70231" y="180339"/>
                </a:lnTo>
                <a:lnTo>
                  <a:pt x="118075" y="180339"/>
                </a:lnTo>
                <a:lnTo>
                  <a:pt x="126237" y="169417"/>
                </a:lnTo>
                <a:lnTo>
                  <a:pt x="132207" y="148208"/>
                </a:lnTo>
                <a:lnTo>
                  <a:pt x="135128" y="130047"/>
                </a:lnTo>
                <a:lnTo>
                  <a:pt x="138049" y="102615"/>
                </a:lnTo>
                <a:lnTo>
                  <a:pt x="135110" y="75056"/>
                </a:lnTo>
                <a:lnTo>
                  <a:pt x="132207" y="53974"/>
                </a:lnTo>
                <a:lnTo>
                  <a:pt x="126237" y="32765"/>
                </a:lnTo>
                <a:lnTo>
                  <a:pt x="120269" y="26796"/>
                </a:lnTo>
                <a:lnTo>
                  <a:pt x="118839" y="23875"/>
                </a:lnTo>
                <a:close/>
              </a:path>
              <a:path w="138049" h="202311">
                <a:moveTo>
                  <a:pt x="31369" y="101853"/>
                </a:moveTo>
                <a:lnTo>
                  <a:pt x="31242" y="102488"/>
                </a:lnTo>
                <a:lnTo>
                  <a:pt x="31369" y="101853"/>
                </a:lnTo>
                <a:close/>
              </a:path>
              <a:path w="138049" h="202311">
                <a:moveTo>
                  <a:pt x="84455" y="0"/>
                </a:moveTo>
                <a:lnTo>
                  <a:pt x="54102" y="0"/>
                </a:lnTo>
                <a:lnTo>
                  <a:pt x="51181" y="2920"/>
                </a:lnTo>
                <a:lnTo>
                  <a:pt x="90424" y="2920"/>
                </a:lnTo>
                <a:lnTo>
                  <a:pt x="84455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bk object 59"/>
          <p:cNvSpPr/>
          <p:nvPr/>
        </p:nvSpPr>
        <p:spPr>
          <a:xfrm>
            <a:off x="3557880" y="6460200"/>
            <a:ext cx="26640" cy="32760"/>
          </a:xfrm>
          <a:custGeom>
            <a:avLst/>
            <a:gdLst>
              <a:gd name="textAreaLeft" fmla="*/ 0 w 26640"/>
              <a:gd name="textAreaRight" fmla="*/ 27360 w 2664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27432" h="33401">
                <a:moveTo>
                  <a:pt x="0" y="16700"/>
                </a:moveTo>
                <a:lnTo>
                  <a:pt x="27432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9" name="bk object 60"/>
          <p:cNvSpPr/>
          <p:nvPr/>
        </p:nvSpPr>
        <p:spPr>
          <a:xfrm>
            <a:off x="3615840" y="6294960"/>
            <a:ext cx="136440" cy="197640"/>
          </a:xfrm>
          <a:custGeom>
            <a:avLst/>
            <a:gdLst>
              <a:gd name="textAreaLeft" fmla="*/ 0 w 136440"/>
              <a:gd name="textAreaRight" fmla="*/ 137160 w 136440"/>
              <a:gd name="textAreaTop" fmla="*/ 0 h 197640"/>
              <a:gd name="textAreaBottom" fmla="*/ 198360 h 197640"/>
            </a:gdLst>
            <a:ahLst/>
            <a:cxnLst/>
            <a:rect l="textAreaLeft" t="textAreaTop" r="textAreaRight" b="textAreaBottom"/>
            <a:pathLst>
              <a:path w="137287" h="198500">
                <a:moveTo>
                  <a:pt x="126675" y="24510"/>
                </a:moveTo>
                <a:lnTo>
                  <a:pt x="84200" y="24510"/>
                </a:lnTo>
                <a:lnTo>
                  <a:pt x="96138" y="30352"/>
                </a:lnTo>
                <a:lnTo>
                  <a:pt x="102108" y="36321"/>
                </a:lnTo>
                <a:lnTo>
                  <a:pt x="104966" y="42163"/>
                </a:lnTo>
                <a:lnTo>
                  <a:pt x="105029" y="45211"/>
                </a:lnTo>
                <a:lnTo>
                  <a:pt x="107823" y="48005"/>
                </a:lnTo>
                <a:lnTo>
                  <a:pt x="90170" y="93217"/>
                </a:lnTo>
                <a:lnTo>
                  <a:pt x="62992" y="108203"/>
                </a:lnTo>
                <a:lnTo>
                  <a:pt x="44958" y="120141"/>
                </a:lnTo>
                <a:lnTo>
                  <a:pt x="32893" y="126110"/>
                </a:lnTo>
                <a:lnTo>
                  <a:pt x="14859" y="144144"/>
                </a:lnTo>
                <a:lnTo>
                  <a:pt x="2921" y="168274"/>
                </a:lnTo>
                <a:lnTo>
                  <a:pt x="0" y="183387"/>
                </a:lnTo>
                <a:lnTo>
                  <a:pt x="0" y="198500"/>
                </a:lnTo>
                <a:lnTo>
                  <a:pt x="254" y="197992"/>
                </a:lnTo>
                <a:lnTo>
                  <a:pt x="137287" y="197992"/>
                </a:lnTo>
                <a:lnTo>
                  <a:pt x="137287" y="170560"/>
                </a:lnTo>
                <a:lnTo>
                  <a:pt x="30607" y="170560"/>
                </a:lnTo>
                <a:lnTo>
                  <a:pt x="30607" y="167639"/>
                </a:lnTo>
                <a:lnTo>
                  <a:pt x="33527" y="164718"/>
                </a:lnTo>
                <a:lnTo>
                  <a:pt x="39370" y="152780"/>
                </a:lnTo>
                <a:lnTo>
                  <a:pt x="45338" y="149859"/>
                </a:lnTo>
                <a:lnTo>
                  <a:pt x="48260" y="143890"/>
                </a:lnTo>
                <a:lnTo>
                  <a:pt x="54229" y="140969"/>
                </a:lnTo>
                <a:lnTo>
                  <a:pt x="63246" y="135000"/>
                </a:lnTo>
                <a:lnTo>
                  <a:pt x="72262" y="132079"/>
                </a:lnTo>
                <a:lnTo>
                  <a:pt x="75184" y="129158"/>
                </a:lnTo>
                <a:lnTo>
                  <a:pt x="93345" y="120141"/>
                </a:lnTo>
                <a:lnTo>
                  <a:pt x="96266" y="117220"/>
                </a:lnTo>
                <a:lnTo>
                  <a:pt x="102235" y="114299"/>
                </a:lnTo>
                <a:lnTo>
                  <a:pt x="111251" y="108330"/>
                </a:lnTo>
                <a:lnTo>
                  <a:pt x="126237" y="93344"/>
                </a:lnTo>
                <a:lnTo>
                  <a:pt x="129159" y="84327"/>
                </a:lnTo>
                <a:lnTo>
                  <a:pt x="135127" y="72262"/>
                </a:lnTo>
                <a:lnTo>
                  <a:pt x="135127" y="44830"/>
                </a:lnTo>
                <a:lnTo>
                  <a:pt x="132207" y="35813"/>
                </a:lnTo>
                <a:lnTo>
                  <a:pt x="126675" y="24510"/>
                </a:lnTo>
                <a:close/>
              </a:path>
              <a:path w="137287" h="198500">
                <a:moveTo>
                  <a:pt x="84200" y="0"/>
                </a:moveTo>
                <a:lnTo>
                  <a:pt x="53848" y="0"/>
                </a:lnTo>
                <a:lnTo>
                  <a:pt x="29845" y="11810"/>
                </a:lnTo>
                <a:lnTo>
                  <a:pt x="17907" y="23748"/>
                </a:lnTo>
                <a:lnTo>
                  <a:pt x="14986" y="29717"/>
                </a:lnTo>
                <a:lnTo>
                  <a:pt x="9017" y="38734"/>
                </a:lnTo>
                <a:lnTo>
                  <a:pt x="6096" y="47751"/>
                </a:lnTo>
                <a:lnTo>
                  <a:pt x="6096" y="68960"/>
                </a:lnTo>
                <a:lnTo>
                  <a:pt x="30352" y="68960"/>
                </a:lnTo>
                <a:lnTo>
                  <a:pt x="30352" y="59943"/>
                </a:lnTo>
                <a:lnTo>
                  <a:pt x="33274" y="53974"/>
                </a:lnTo>
                <a:lnTo>
                  <a:pt x="33274" y="48005"/>
                </a:lnTo>
                <a:lnTo>
                  <a:pt x="36068" y="45211"/>
                </a:lnTo>
                <a:lnTo>
                  <a:pt x="36195" y="42163"/>
                </a:lnTo>
                <a:lnTo>
                  <a:pt x="48006" y="30352"/>
                </a:lnTo>
                <a:lnTo>
                  <a:pt x="59944" y="24510"/>
                </a:lnTo>
                <a:lnTo>
                  <a:pt x="126675" y="24510"/>
                </a:lnTo>
                <a:lnTo>
                  <a:pt x="126364" y="23875"/>
                </a:lnTo>
                <a:lnTo>
                  <a:pt x="117348" y="14858"/>
                </a:lnTo>
                <a:lnTo>
                  <a:pt x="108331" y="8889"/>
                </a:lnTo>
                <a:lnTo>
                  <a:pt x="96266" y="2920"/>
                </a:lnTo>
                <a:lnTo>
                  <a:pt x="8420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bk object 61"/>
          <p:cNvSpPr/>
          <p:nvPr/>
        </p:nvSpPr>
        <p:spPr>
          <a:xfrm>
            <a:off x="3980880" y="6293160"/>
            <a:ext cx="134640" cy="201600"/>
          </a:xfrm>
          <a:custGeom>
            <a:avLst/>
            <a:gdLst>
              <a:gd name="textAreaLeft" fmla="*/ 0 w 134640"/>
              <a:gd name="textAreaRight" fmla="*/ 135360 w 134640"/>
              <a:gd name="textAreaTop" fmla="*/ 0 h 201600"/>
              <a:gd name="textAreaBottom" fmla="*/ 202320 h 201600"/>
            </a:gdLst>
            <a:ahLst/>
            <a:cxnLst/>
            <a:rect l="textAreaLeft" t="textAreaTop" r="textAreaRight" b="textAreaBottom"/>
            <a:pathLst>
              <a:path w="135509" h="202437">
                <a:moveTo>
                  <a:pt x="28448" y="102616"/>
                </a:moveTo>
                <a:lnTo>
                  <a:pt x="0" y="102616"/>
                </a:lnTo>
                <a:lnTo>
                  <a:pt x="0" y="130048"/>
                </a:lnTo>
                <a:lnTo>
                  <a:pt x="11937" y="169418"/>
                </a:lnTo>
                <a:lnTo>
                  <a:pt x="42037" y="199517"/>
                </a:lnTo>
                <a:lnTo>
                  <a:pt x="54101" y="202438"/>
                </a:lnTo>
                <a:lnTo>
                  <a:pt x="81534" y="202438"/>
                </a:lnTo>
                <a:lnTo>
                  <a:pt x="93599" y="199517"/>
                </a:lnTo>
                <a:lnTo>
                  <a:pt x="105663" y="193548"/>
                </a:lnTo>
                <a:lnTo>
                  <a:pt x="115155" y="180848"/>
                </a:lnTo>
                <a:lnTo>
                  <a:pt x="67183" y="180848"/>
                </a:lnTo>
                <a:lnTo>
                  <a:pt x="58165" y="177927"/>
                </a:lnTo>
                <a:lnTo>
                  <a:pt x="52197" y="177927"/>
                </a:lnTo>
                <a:lnTo>
                  <a:pt x="40259" y="165989"/>
                </a:lnTo>
                <a:lnTo>
                  <a:pt x="34289" y="153924"/>
                </a:lnTo>
                <a:lnTo>
                  <a:pt x="28472" y="123825"/>
                </a:lnTo>
                <a:lnTo>
                  <a:pt x="28448" y="102616"/>
                </a:lnTo>
                <a:close/>
              </a:path>
              <a:path w="135509" h="202437">
                <a:moveTo>
                  <a:pt x="116486" y="24257"/>
                </a:moveTo>
                <a:lnTo>
                  <a:pt x="76200" y="24257"/>
                </a:lnTo>
                <a:lnTo>
                  <a:pt x="85216" y="27178"/>
                </a:lnTo>
                <a:lnTo>
                  <a:pt x="91186" y="30099"/>
                </a:lnTo>
                <a:lnTo>
                  <a:pt x="97154" y="39116"/>
                </a:lnTo>
                <a:lnTo>
                  <a:pt x="100075" y="42037"/>
                </a:lnTo>
                <a:lnTo>
                  <a:pt x="102997" y="48006"/>
                </a:lnTo>
                <a:lnTo>
                  <a:pt x="108838" y="78232"/>
                </a:lnTo>
                <a:lnTo>
                  <a:pt x="108838" y="123825"/>
                </a:lnTo>
                <a:lnTo>
                  <a:pt x="102997" y="154038"/>
                </a:lnTo>
                <a:lnTo>
                  <a:pt x="97154" y="165989"/>
                </a:lnTo>
                <a:lnTo>
                  <a:pt x="85216" y="177927"/>
                </a:lnTo>
                <a:lnTo>
                  <a:pt x="76200" y="177927"/>
                </a:lnTo>
                <a:lnTo>
                  <a:pt x="67183" y="180848"/>
                </a:lnTo>
                <a:lnTo>
                  <a:pt x="115155" y="180848"/>
                </a:lnTo>
                <a:lnTo>
                  <a:pt x="123698" y="169418"/>
                </a:lnTo>
                <a:lnTo>
                  <a:pt x="129666" y="148209"/>
                </a:lnTo>
                <a:lnTo>
                  <a:pt x="132587" y="130048"/>
                </a:lnTo>
                <a:lnTo>
                  <a:pt x="135509" y="102616"/>
                </a:lnTo>
                <a:lnTo>
                  <a:pt x="132587" y="75184"/>
                </a:lnTo>
                <a:lnTo>
                  <a:pt x="129666" y="53975"/>
                </a:lnTo>
                <a:lnTo>
                  <a:pt x="123698" y="32766"/>
                </a:lnTo>
                <a:lnTo>
                  <a:pt x="117728" y="26797"/>
                </a:lnTo>
                <a:lnTo>
                  <a:pt x="116486" y="24257"/>
                </a:lnTo>
                <a:close/>
              </a:path>
              <a:path w="135509" h="202437">
                <a:moveTo>
                  <a:pt x="93852" y="2921"/>
                </a:moveTo>
                <a:lnTo>
                  <a:pt x="42545" y="2921"/>
                </a:lnTo>
                <a:lnTo>
                  <a:pt x="18414" y="20955"/>
                </a:lnTo>
                <a:lnTo>
                  <a:pt x="12573" y="32893"/>
                </a:lnTo>
                <a:lnTo>
                  <a:pt x="6603" y="41910"/>
                </a:lnTo>
                <a:lnTo>
                  <a:pt x="3683" y="53975"/>
                </a:lnTo>
                <a:lnTo>
                  <a:pt x="762" y="75184"/>
                </a:lnTo>
                <a:lnTo>
                  <a:pt x="762" y="102616"/>
                </a:lnTo>
                <a:lnTo>
                  <a:pt x="28321" y="102616"/>
                </a:lnTo>
                <a:lnTo>
                  <a:pt x="28345" y="78232"/>
                </a:lnTo>
                <a:lnTo>
                  <a:pt x="34162" y="48133"/>
                </a:lnTo>
                <a:lnTo>
                  <a:pt x="46100" y="30099"/>
                </a:lnTo>
                <a:lnTo>
                  <a:pt x="58038" y="24257"/>
                </a:lnTo>
                <a:lnTo>
                  <a:pt x="116486" y="24257"/>
                </a:lnTo>
                <a:lnTo>
                  <a:pt x="114808" y="20828"/>
                </a:lnTo>
                <a:lnTo>
                  <a:pt x="99822" y="5842"/>
                </a:lnTo>
                <a:lnTo>
                  <a:pt x="93852" y="2921"/>
                </a:lnTo>
                <a:close/>
              </a:path>
              <a:path w="135509" h="202437">
                <a:moveTo>
                  <a:pt x="28448" y="102489"/>
                </a:moveTo>
              </a:path>
              <a:path w="135509" h="202437">
                <a:moveTo>
                  <a:pt x="81914" y="0"/>
                </a:moveTo>
                <a:lnTo>
                  <a:pt x="54483" y="0"/>
                </a:lnTo>
                <a:lnTo>
                  <a:pt x="48513" y="2921"/>
                </a:lnTo>
                <a:lnTo>
                  <a:pt x="87884" y="2921"/>
                </a:lnTo>
                <a:lnTo>
                  <a:pt x="81914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bk object 62"/>
          <p:cNvSpPr/>
          <p:nvPr/>
        </p:nvSpPr>
        <p:spPr>
          <a:xfrm>
            <a:off x="4149360" y="6460200"/>
            <a:ext cx="26640" cy="32760"/>
          </a:xfrm>
          <a:custGeom>
            <a:avLst/>
            <a:gdLst>
              <a:gd name="textAreaLeft" fmla="*/ 0 w 26640"/>
              <a:gd name="textAreaRight" fmla="*/ 27360 w 2664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27432" h="33401">
                <a:moveTo>
                  <a:pt x="0" y="16700"/>
                </a:moveTo>
                <a:lnTo>
                  <a:pt x="27432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bk object 63"/>
          <p:cNvSpPr/>
          <p:nvPr/>
        </p:nvSpPr>
        <p:spPr>
          <a:xfrm>
            <a:off x="4207320" y="6294600"/>
            <a:ext cx="134640" cy="200520"/>
          </a:xfrm>
          <a:custGeom>
            <a:avLst/>
            <a:gdLst>
              <a:gd name="textAreaLeft" fmla="*/ 0 w 134640"/>
              <a:gd name="textAreaRight" fmla="*/ 135360 w 134640"/>
              <a:gd name="textAreaTop" fmla="*/ 0 h 200520"/>
              <a:gd name="textAreaBottom" fmla="*/ 201240 h 200520"/>
            </a:gdLst>
            <a:ahLst/>
            <a:cxnLst/>
            <a:rect l="textAreaLeft" t="textAreaTop" r="textAreaRight" b="textAreaBottom"/>
            <a:pathLst>
              <a:path w="135509" h="201167">
                <a:moveTo>
                  <a:pt x="24257" y="135000"/>
                </a:moveTo>
                <a:lnTo>
                  <a:pt x="0" y="135000"/>
                </a:lnTo>
                <a:lnTo>
                  <a:pt x="0" y="156209"/>
                </a:lnTo>
                <a:lnTo>
                  <a:pt x="26924" y="192278"/>
                </a:lnTo>
                <a:lnTo>
                  <a:pt x="48006" y="201167"/>
                </a:lnTo>
                <a:lnTo>
                  <a:pt x="78359" y="201167"/>
                </a:lnTo>
                <a:lnTo>
                  <a:pt x="102488" y="195325"/>
                </a:lnTo>
                <a:lnTo>
                  <a:pt x="114554" y="186308"/>
                </a:lnTo>
                <a:lnTo>
                  <a:pt x="123571" y="177291"/>
                </a:lnTo>
                <a:lnTo>
                  <a:pt x="123907" y="176783"/>
                </a:lnTo>
                <a:lnTo>
                  <a:pt x="53975" y="176783"/>
                </a:lnTo>
                <a:lnTo>
                  <a:pt x="48006" y="173862"/>
                </a:lnTo>
                <a:lnTo>
                  <a:pt x="38988" y="170941"/>
                </a:lnTo>
                <a:lnTo>
                  <a:pt x="33020" y="164972"/>
                </a:lnTo>
                <a:lnTo>
                  <a:pt x="30099" y="159003"/>
                </a:lnTo>
                <a:lnTo>
                  <a:pt x="27178" y="149986"/>
                </a:lnTo>
                <a:lnTo>
                  <a:pt x="24257" y="147065"/>
                </a:lnTo>
                <a:lnTo>
                  <a:pt x="24257" y="135000"/>
                </a:lnTo>
                <a:close/>
              </a:path>
              <a:path w="135509" h="201167">
                <a:moveTo>
                  <a:pt x="119998" y="21335"/>
                </a:moveTo>
                <a:lnTo>
                  <a:pt x="66294" y="21335"/>
                </a:lnTo>
                <a:lnTo>
                  <a:pt x="72262" y="24256"/>
                </a:lnTo>
                <a:lnTo>
                  <a:pt x="84328" y="24256"/>
                </a:lnTo>
                <a:lnTo>
                  <a:pt x="87249" y="27178"/>
                </a:lnTo>
                <a:lnTo>
                  <a:pt x="90170" y="27178"/>
                </a:lnTo>
                <a:lnTo>
                  <a:pt x="93091" y="33146"/>
                </a:lnTo>
                <a:lnTo>
                  <a:pt x="98933" y="38988"/>
                </a:lnTo>
                <a:lnTo>
                  <a:pt x="99060" y="45084"/>
                </a:lnTo>
                <a:lnTo>
                  <a:pt x="101981" y="51053"/>
                </a:lnTo>
                <a:lnTo>
                  <a:pt x="99060" y="60070"/>
                </a:lnTo>
                <a:lnTo>
                  <a:pt x="99060" y="66039"/>
                </a:lnTo>
                <a:lnTo>
                  <a:pt x="96138" y="72008"/>
                </a:lnTo>
                <a:lnTo>
                  <a:pt x="90170" y="77978"/>
                </a:lnTo>
                <a:lnTo>
                  <a:pt x="87249" y="77978"/>
                </a:lnTo>
                <a:lnTo>
                  <a:pt x="84328" y="80898"/>
                </a:lnTo>
                <a:lnTo>
                  <a:pt x="78359" y="83819"/>
                </a:lnTo>
                <a:lnTo>
                  <a:pt x="50927" y="83819"/>
                </a:lnTo>
                <a:lnTo>
                  <a:pt x="50927" y="105028"/>
                </a:lnTo>
                <a:lnTo>
                  <a:pt x="78359" y="105028"/>
                </a:lnTo>
                <a:lnTo>
                  <a:pt x="87375" y="107950"/>
                </a:lnTo>
                <a:lnTo>
                  <a:pt x="93345" y="110870"/>
                </a:lnTo>
                <a:lnTo>
                  <a:pt x="105283" y="122808"/>
                </a:lnTo>
                <a:lnTo>
                  <a:pt x="108204" y="131825"/>
                </a:lnTo>
                <a:lnTo>
                  <a:pt x="108204" y="153034"/>
                </a:lnTo>
                <a:lnTo>
                  <a:pt x="105283" y="155943"/>
                </a:lnTo>
                <a:lnTo>
                  <a:pt x="102362" y="161925"/>
                </a:lnTo>
                <a:lnTo>
                  <a:pt x="90424" y="173862"/>
                </a:lnTo>
                <a:lnTo>
                  <a:pt x="81407" y="176783"/>
                </a:lnTo>
                <a:lnTo>
                  <a:pt x="123907" y="176783"/>
                </a:lnTo>
                <a:lnTo>
                  <a:pt x="129540" y="168275"/>
                </a:lnTo>
                <a:lnTo>
                  <a:pt x="135509" y="153161"/>
                </a:lnTo>
                <a:lnTo>
                  <a:pt x="135509" y="125729"/>
                </a:lnTo>
                <a:lnTo>
                  <a:pt x="129540" y="113664"/>
                </a:lnTo>
                <a:lnTo>
                  <a:pt x="123571" y="104647"/>
                </a:lnTo>
                <a:lnTo>
                  <a:pt x="114681" y="95757"/>
                </a:lnTo>
                <a:lnTo>
                  <a:pt x="108712" y="92836"/>
                </a:lnTo>
                <a:lnTo>
                  <a:pt x="105791" y="92836"/>
                </a:lnTo>
                <a:lnTo>
                  <a:pt x="102870" y="89915"/>
                </a:lnTo>
                <a:lnTo>
                  <a:pt x="111887" y="86994"/>
                </a:lnTo>
                <a:lnTo>
                  <a:pt x="114808" y="86994"/>
                </a:lnTo>
                <a:lnTo>
                  <a:pt x="120777" y="81025"/>
                </a:lnTo>
                <a:lnTo>
                  <a:pt x="126619" y="62991"/>
                </a:lnTo>
                <a:lnTo>
                  <a:pt x="129509" y="51053"/>
                </a:lnTo>
                <a:lnTo>
                  <a:pt x="129540" y="44957"/>
                </a:lnTo>
                <a:lnTo>
                  <a:pt x="126619" y="38988"/>
                </a:lnTo>
                <a:lnTo>
                  <a:pt x="123698" y="26923"/>
                </a:lnTo>
                <a:lnTo>
                  <a:pt x="119998" y="21335"/>
                </a:lnTo>
                <a:close/>
              </a:path>
              <a:path w="135509" h="201167">
                <a:moveTo>
                  <a:pt x="87757" y="0"/>
                </a:moveTo>
                <a:lnTo>
                  <a:pt x="51308" y="0"/>
                </a:lnTo>
                <a:lnTo>
                  <a:pt x="42291" y="2920"/>
                </a:lnTo>
                <a:lnTo>
                  <a:pt x="9271" y="35940"/>
                </a:lnTo>
                <a:lnTo>
                  <a:pt x="3429" y="53975"/>
                </a:lnTo>
                <a:lnTo>
                  <a:pt x="3429" y="62991"/>
                </a:lnTo>
                <a:lnTo>
                  <a:pt x="27686" y="62991"/>
                </a:lnTo>
                <a:lnTo>
                  <a:pt x="30607" y="60070"/>
                </a:lnTo>
                <a:lnTo>
                  <a:pt x="30607" y="47993"/>
                </a:lnTo>
                <a:lnTo>
                  <a:pt x="36449" y="36067"/>
                </a:lnTo>
                <a:lnTo>
                  <a:pt x="45338" y="27178"/>
                </a:lnTo>
                <a:lnTo>
                  <a:pt x="51308" y="24256"/>
                </a:lnTo>
                <a:lnTo>
                  <a:pt x="57277" y="24256"/>
                </a:lnTo>
                <a:lnTo>
                  <a:pt x="66294" y="21335"/>
                </a:lnTo>
                <a:lnTo>
                  <a:pt x="119998" y="21335"/>
                </a:lnTo>
                <a:lnTo>
                  <a:pt x="117729" y="17906"/>
                </a:lnTo>
                <a:lnTo>
                  <a:pt x="108712" y="8889"/>
                </a:lnTo>
                <a:lnTo>
                  <a:pt x="102743" y="5968"/>
                </a:lnTo>
                <a:lnTo>
                  <a:pt x="99822" y="5968"/>
                </a:lnTo>
                <a:lnTo>
                  <a:pt x="87757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3" name="bk object 64"/>
          <p:cNvSpPr/>
          <p:nvPr/>
        </p:nvSpPr>
        <p:spPr>
          <a:xfrm>
            <a:off x="4572360" y="6293160"/>
            <a:ext cx="134640" cy="201960"/>
          </a:xfrm>
          <a:custGeom>
            <a:avLst/>
            <a:gdLst>
              <a:gd name="textAreaLeft" fmla="*/ 0 w 134640"/>
              <a:gd name="textAreaRight" fmla="*/ 135360 w 134640"/>
              <a:gd name="textAreaTop" fmla="*/ 0 h 201960"/>
              <a:gd name="textAreaBottom" fmla="*/ 202680 h 201960"/>
            </a:gdLst>
            <a:ahLst/>
            <a:cxnLst/>
            <a:rect l="textAreaLeft" t="textAreaTop" r="textAreaRight" b="textAreaBottom"/>
            <a:pathLst>
              <a:path w="135509" h="202564">
                <a:moveTo>
                  <a:pt x="93725" y="2921"/>
                </a:moveTo>
                <a:lnTo>
                  <a:pt x="42418" y="2921"/>
                </a:lnTo>
                <a:lnTo>
                  <a:pt x="30352" y="11938"/>
                </a:lnTo>
                <a:lnTo>
                  <a:pt x="15367" y="26924"/>
                </a:lnTo>
                <a:lnTo>
                  <a:pt x="12446" y="32893"/>
                </a:lnTo>
                <a:lnTo>
                  <a:pt x="9525" y="41910"/>
                </a:lnTo>
                <a:lnTo>
                  <a:pt x="3556" y="53975"/>
                </a:lnTo>
                <a:lnTo>
                  <a:pt x="635" y="75184"/>
                </a:lnTo>
                <a:lnTo>
                  <a:pt x="635" y="102616"/>
                </a:lnTo>
                <a:lnTo>
                  <a:pt x="0" y="102743"/>
                </a:lnTo>
                <a:lnTo>
                  <a:pt x="0" y="130175"/>
                </a:lnTo>
                <a:lnTo>
                  <a:pt x="2921" y="148336"/>
                </a:lnTo>
                <a:lnTo>
                  <a:pt x="11937" y="169545"/>
                </a:lnTo>
                <a:lnTo>
                  <a:pt x="29972" y="193675"/>
                </a:lnTo>
                <a:lnTo>
                  <a:pt x="42037" y="199644"/>
                </a:lnTo>
                <a:lnTo>
                  <a:pt x="54101" y="202565"/>
                </a:lnTo>
                <a:lnTo>
                  <a:pt x="81534" y="202565"/>
                </a:lnTo>
                <a:lnTo>
                  <a:pt x="93599" y="199644"/>
                </a:lnTo>
                <a:lnTo>
                  <a:pt x="105663" y="193675"/>
                </a:lnTo>
                <a:lnTo>
                  <a:pt x="115440" y="180594"/>
                </a:lnTo>
                <a:lnTo>
                  <a:pt x="66929" y="180594"/>
                </a:lnTo>
                <a:lnTo>
                  <a:pt x="57912" y="177673"/>
                </a:lnTo>
                <a:lnTo>
                  <a:pt x="51943" y="177673"/>
                </a:lnTo>
                <a:lnTo>
                  <a:pt x="40005" y="165735"/>
                </a:lnTo>
                <a:lnTo>
                  <a:pt x="34036" y="153670"/>
                </a:lnTo>
                <a:lnTo>
                  <a:pt x="28243" y="123698"/>
                </a:lnTo>
                <a:lnTo>
                  <a:pt x="28194" y="102616"/>
                </a:lnTo>
                <a:lnTo>
                  <a:pt x="28116" y="78105"/>
                </a:lnTo>
                <a:lnTo>
                  <a:pt x="33909" y="48133"/>
                </a:lnTo>
                <a:lnTo>
                  <a:pt x="45847" y="30099"/>
                </a:lnTo>
                <a:lnTo>
                  <a:pt x="57785" y="24257"/>
                </a:lnTo>
                <a:lnTo>
                  <a:pt x="118109" y="24257"/>
                </a:lnTo>
                <a:lnTo>
                  <a:pt x="105790" y="11938"/>
                </a:lnTo>
                <a:lnTo>
                  <a:pt x="93725" y="2921"/>
                </a:lnTo>
                <a:close/>
              </a:path>
              <a:path w="135509" h="202564">
                <a:moveTo>
                  <a:pt x="118109" y="24257"/>
                </a:moveTo>
                <a:lnTo>
                  <a:pt x="75946" y="24257"/>
                </a:lnTo>
                <a:lnTo>
                  <a:pt x="84962" y="27178"/>
                </a:lnTo>
                <a:lnTo>
                  <a:pt x="90932" y="30099"/>
                </a:lnTo>
                <a:lnTo>
                  <a:pt x="93852" y="33020"/>
                </a:lnTo>
                <a:lnTo>
                  <a:pt x="96774" y="38989"/>
                </a:lnTo>
                <a:lnTo>
                  <a:pt x="102743" y="48006"/>
                </a:lnTo>
                <a:lnTo>
                  <a:pt x="105663" y="63119"/>
                </a:lnTo>
                <a:lnTo>
                  <a:pt x="105663" y="72136"/>
                </a:lnTo>
                <a:lnTo>
                  <a:pt x="108585" y="78105"/>
                </a:lnTo>
                <a:lnTo>
                  <a:pt x="108585" y="123698"/>
                </a:lnTo>
                <a:lnTo>
                  <a:pt x="105663" y="129667"/>
                </a:lnTo>
                <a:lnTo>
                  <a:pt x="105663" y="138684"/>
                </a:lnTo>
                <a:lnTo>
                  <a:pt x="102743" y="153797"/>
                </a:lnTo>
                <a:lnTo>
                  <a:pt x="96774" y="165862"/>
                </a:lnTo>
                <a:lnTo>
                  <a:pt x="84962" y="177673"/>
                </a:lnTo>
                <a:lnTo>
                  <a:pt x="75946" y="177673"/>
                </a:lnTo>
                <a:lnTo>
                  <a:pt x="66929" y="180594"/>
                </a:lnTo>
                <a:lnTo>
                  <a:pt x="115440" y="180594"/>
                </a:lnTo>
                <a:lnTo>
                  <a:pt x="123698" y="169545"/>
                </a:lnTo>
                <a:lnTo>
                  <a:pt x="129667" y="148336"/>
                </a:lnTo>
                <a:lnTo>
                  <a:pt x="132587" y="130175"/>
                </a:lnTo>
                <a:lnTo>
                  <a:pt x="135509" y="102743"/>
                </a:lnTo>
                <a:lnTo>
                  <a:pt x="132570" y="75184"/>
                </a:lnTo>
                <a:lnTo>
                  <a:pt x="129667" y="54102"/>
                </a:lnTo>
                <a:lnTo>
                  <a:pt x="123698" y="32893"/>
                </a:lnTo>
                <a:lnTo>
                  <a:pt x="120776" y="26924"/>
                </a:lnTo>
                <a:lnTo>
                  <a:pt x="118109" y="24257"/>
                </a:lnTo>
                <a:close/>
              </a:path>
              <a:path w="135509" h="202564">
                <a:moveTo>
                  <a:pt x="28194" y="102235"/>
                </a:moveTo>
                <a:lnTo>
                  <a:pt x="28067" y="102616"/>
                </a:lnTo>
                <a:lnTo>
                  <a:pt x="28194" y="102235"/>
                </a:lnTo>
                <a:close/>
              </a:path>
              <a:path w="135509" h="202564">
                <a:moveTo>
                  <a:pt x="81787" y="0"/>
                </a:moveTo>
                <a:lnTo>
                  <a:pt x="54356" y="0"/>
                </a:lnTo>
                <a:lnTo>
                  <a:pt x="48387" y="2921"/>
                </a:lnTo>
                <a:lnTo>
                  <a:pt x="87757" y="2921"/>
                </a:lnTo>
                <a:lnTo>
                  <a:pt x="81787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4" name="bk object 65"/>
          <p:cNvSpPr/>
          <p:nvPr/>
        </p:nvSpPr>
        <p:spPr>
          <a:xfrm>
            <a:off x="4740840" y="6460200"/>
            <a:ext cx="26640" cy="32760"/>
          </a:xfrm>
          <a:custGeom>
            <a:avLst/>
            <a:gdLst>
              <a:gd name="textAreaLeft" fmla="*/ 0 w 26640"/>
              <a:gd name="textAreaRight" fmla="*/ 27360 w 2664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27432" h="33401">
                <a:moveTo>
                  <a:pt x="0" y="16700"/>
                </a:moveTo>
                <a:lnTo>
                  <a:pt x="27432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5" name="bk object 66"/>
          <p:cNvSpPr/>
          <p:nvPr/>
        </p:nvSpPr>
        <p:spPr>
          <a:xfrm>
            <a:off x="4798800" y="6298560"/>
            <a:ext cx="111960" cy="194040"/>
          </a:xfrm>
          <a:custGeom>
            <a:avLst/>
            <a:gdLst>
              <a:gd name="textAreaLeft" fmla="*/ 0 w 111960"/>
              <a:gd name="textAreaRight" fmla="*/ 112680 w 111960"/>
              <a:gd name="textAreaTop" fmla="*/ 0 h 194040"/>
              <a:gd name="textAreaBottom" fmla="*/ 194760 h 194040"/>
            </a:gdLst>
            <a:ahLst/>
            <a:cxnLst/>
            <a:rect l="textAreaLeft" t="textAreaTop" r="textAreaRight" b="textAreaBottom"/>
            <a:pathLst>
              <a:path w="112649" h="194817">
                <a:moveTo>
                  <a:pt x="112649" y="143002"/>
                </a:moveTo>
                <a:lnTo>
                  <a:pt x="85217" y="143002"/>
                </a:lnTo>
                <a:lnTo>
                  <a:pt x="85217" y="194818"/>
                </a:lnTo>
                <a:lnTo>
                  <a:pt x="112649" y="194818"/>
                </a:lnTo>
                <a:lnTo>
                  <a:pt x="112649" y="143002"/>
                </a:lnTo>
                <a:close/>
              </a:path>
              <a:path w="112649" h="194817">
                <a:moveTo>
                  <a:pt x="112649" y="0"/>
                </a:moveTo>
                <a:lnTo>
                  <a:pt x="85217" y="0"/>
                </a:lnTo>
                <a:lnTo>
                  <a:pt x="0" y="118745"/>
                </a:lnTo>
                <a:lnTo>
                  <a:pt x="0" y="143002"/>
                </a:lnTo>
                <a:lnTo>
                  <a:pt x="140081" y="143002"/>
                </a:lnTo>
                <a:lnTo>
                  <a:pt x="140081" y="121793"/>
                </a:lnTo>
                <a:lnTo>
                  <a:pt x="112649" y="121793"/>
                </a:lnTo>
                <a:lnTo>
                  <a:pt x="24130" y="121666"/>
                </a:lnTo>
                <a:lnTo>
                  <a:pt x="84963" y="33401"/>
                </a:lnTo>
                <a:lnTo>
                  <a:pt x="112649" y="33401"/>
                </a:lnTo>
                <a:lnTo>
                  <a:pt x="112649" y="0"/>
                </a:lnTo>
                <a:close/>
              </a:path>
              <a:path w="112649" h="194817">
                <a:moveTo>
                  <a:pt x="112649" y="33401"/>
                </a:moveTo>
                <a:lnTo>
                  <a:pt x="84963" y="33401"/>
                </a:lnTo>
                <a:lnTo>
                  <a:pt x="84963" y="121666"/>
                </a:lnTo>
                <a:lnTo>
                  <a:pt x="112649" y="121666"/>
                </a:lnTo>
                <a:lnTo>
                  <a:pt x="112649" y="3340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" name="bk object 67"/>
          <p:cNvSpPr/>
          <p:nvPr/>
        </p:nvSpPr>
        <p:spPr>
          <a:xfrm>
            <a:off x="5163480" y="6293520"/>
            <a:ext cx="135000" cy="201600"/>
          </a:xfrm>
          <a:custGeom>
            <a:avLst/>
            <a:gdLst>
              <a:gd name="textAreaLeft" fmla="*/ 0 w 135000"/>
              <a:gd name="textAreaRight" fmla="*/ 135720 w 135000"/>
              <a:gd name="textAreaTop" fmla="*/ 0 h 201600"/>
              <a:gd name="textAreaBottom" fmla="*/ 202320 h 201600"/>
            </a:gdLst>
            <a:ahLst/>
            <a:cxnLst/>
            <a:rect l="textAreaLeft" t="textAreaTop" r="textAreaRight" b="textAreaBottom"/>
            <a:pathLst>
              <a:path w="135636" h="202437">
                <a:moveTo>
                  <a:pt x="93852" y="2920"/>
                </a:moveTo>
                <a:lnTo>
                  <a:pt x="42545" y="2920"/>
                </a:lnTo>
                <a:lnTo>
                  <a:pt x="30479" y="11937"/>
                </a:lnTo>
                <a:lnTo>
                  <a:pt x="15494" y="26911"/>
                </a:lnTo>
                <a:lnTo>
                  <a:pt x="15367" y="29971"/>
                </a:lnTo>
                <a:lnTo>
                  <a:pt x="12573" y="32765"/>
                </a:lnTo>
                <a:lnTo>
                  <a:pt x="9651" y="41782"/>
                </a:lnTo>
                <a:lnTo>
                  <a:pt x="6730" y="53847"/>
                </a:lnTo>
                <a:lnTo>
                  <a:pt x="762" y="75056"/>
                </a:lnTo>
                <a:lnTo>
                  <a:pt x="762" y="102488"/>
                </a:lnTo>
                <a:lnTo>
                  <a:pt x="0" y="102615"/>
                </a:lnTo>
                <a:lnTo>
                  <a:pt x="0" y="130047"/>
                </a:lnTo>
                <a:lnTo>
                  <a:pt x="5969" y="148208"/>
                </a:lnTo>
                <a:lnTo>
                  <a:pt x="11937" y="169417"/>
                </a:lnTo>
                <a:lnTo>
                  <a:pt x="29972" y="193547"/>
                </a:lnTo>
                <a:lnTo>
                  <a:pt x="42037" y="199516"/>
                </a:lnTo>
                <a:lnTo>
                  <a:pt x="54101" y="202437"/>
                </a:lnTo>
                <a:lnTo>
                  <a:pt x="81534" y="202437"/>
                </a:lnTo>
                <a:lnTo>
                  <a:pt x="93599" y="199516"/>
                </a:lnTo>
                <a:lnTo>
                  <a:pt x="105663" y="193547"/>
                </a:lnTo>
                <a:lnTo>
                  <a:pt x="115250" y="180720"/>
                </a:lnTo>
                <a:lnTo>
                  <a:pt x="67183" y="180720"/>
                </a:lnTo>
                <a:lnTo>
                  <a:pt x="61213" y="177799"/>
                </a:lnTo>
                <a:lnTo>
                  <a:pt x="52197" y="177799"/>
                </a:lnTo>
                <a:lnTo>
                  <a:pt x="40259" y="165861"/>
                </a:lnTo>
                <a:lnTo>
                  <a:pt x="34289" y="153796"/>
                </a:lnTo>
                <a:lnTo>
                  <a:pt x="28472" y="123697"/>
                </a:lnTo>
                <a:lnTo>
                  <a:pt x="28448" y="102488"/>
                </a:lnTo>
                <a:lnTo>
                  <a:pt x="34162" y="48005"/>
                </a:lnTo>
                <a:lnTo>
                  <a:pt x="61087" y="24129"/>
                </a:lnTo>
                <a:lnTo>
                  <a:pt x="118109" y="24129"/>
                </a:lnTo>
                <a:lnTo>
                  <a:pt x="105917" y="11937"/>
                </a:lnTo>
                <a:lnTo>
                  <a:pt x="93852" y="2920"/>
                </a:lnTo>
                <a:close/>
              </a:path>
              <a:path w="135636" h="202437">
                <a:moveTo>
                  <a:pt x="118109" y="24129"/>
                </a:moveTo>
                <a:lnTo>
                  <a:pt x="76200" y="24129"/>
                </a:lnTo>
                <a:lnTo>
                  <a:pt x="85216" y="27050"/>
                </a:lnTo>
                <a:lnTo>
                  <a:pt x="91186" y="29971"/>
                </a:lnTo>
                <a:lnTo>
                  <a:pt x="103124" y="48005"/>
                </a:lnTo>
                <a:lnTo>
                  <a:pt x="106045" y="57022"/>
                </a:lnTo>
                <a:lnTo>
                  <a:pt x="106045" y="62991"/>
                </a:lnTo>
                <a:lnTo>
                  <a:pt x="108965" y="78104"/>
                </a:lnTo>
                <a:lnTo>
                  <a:pt x="108965" y="123697"/>
                </a:lnTo>
                <a:lnTo>
                  <a:pt x="106045" y="138810"/>
                </a:lnTo>
                <a:lnTo>
                  <a:pt x="106045" y="147827"/>
                </a:lnTo>
                <a:lnTo>
                  <a:pt x="103124" y="153796"/>
                </a:lnTo>
                <a:lnTo>
                  <a:pt x="97154" y="165861"/>
                </a:lnTo>
                <a:lnTo>
                  <a:pt x="85216" y="177799"/>
                </a:lnTo>
                <a:lnTo>
                  <a:pt x="76200" y="177799"/>
                </a:lnTo>
                <a:lnTo>
                  <a:pt x="67183" y="180720"/>
                </a:lnTo>
                <a:lnTo>
                  <a:pt x="115250" y="180720"/>
                </a:lnTo>
                <a:lnTo>
                  <a:pt x="123698" y="169417"/>
                </a:lnTo>
                <a:lnTo>
                  <a:pt x="129666" y="148208"/>
                </a:lnTo>
                <a:lnTo>
                  <a:pt x="135636" y="130047"/>
                </a:lnTo>
                <a:lnTo>
                  <a:pt x="135600" y="75056"/>
                </a:lnTo>
                <a:lnTo>
                  <a:pt x="123698" y="32765"/>
                </a:lnTo>
                <a:lnTo>
                  <a:pt x="120776" y="26796"/>
                </a:lnTo>
                <a:lnTo>
                  <a:pt x="118109" y="24129"/>
                </a:lnTo>
                <a:close/>
              </a:path>
              <a:path w="135636" h="202437">
                <a:moveTo>
                  <a:pt x="28448" y="102361"/>
                </a:moveTo>
              </a:path>
              <a:path w="135636" h="202437">
                <a:moveTo>
                  <a:pt x="81914" y="0"/>
                </a:moveTo>
                <a:lnTo>
                  <a:pt x="54483" y="0"/>
                </a:lnTo>
                <a:lnTo>
                  <a:pt x="48513" y="2920"/>
                </a:lnTo>
                <a:lnTo>
                  <a:pt x="87884" y="2920"/>
                </a:lnTo>
                <a:lnTo>
                  <a:pt x="81914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" name="bk object 68"/>
          <p:cNvSpPr/>
          <p:nvPr/>
        </p:nvSpPr>
        <p:spPr>
          <a:xfrm>
            <a:off x="5331960" y="6460200"/>
            <a:ext cx="29520" cy="32760"/>
          </a:xfrm>
          <a:custGeom>
            <a:avLst/>
            <a:gdLst>
              <a:gd name="textAreaLeft" fmla="*/ 0 w 29520"/>
              <a:gd name="textAreaRight" fmla="*/ 30240 w 2952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30353" h="33401">
                <a:moveTo>
                  <a:pt x="0" y="16700"/>
                </a:moveTo>
                <a:lnTo>
                  <a:pt x="30353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" name="bk object 69"/>
          <p:cNvSpPr/>
          <p:nvPr/>
        </p:nvSpPr>
        <p:spPr>
          <a:xfrm>
            <a:off x="5389920" y="6298560"/>
            <a:ext cx="138240" cy="195480"/>
          </a:xfrm>
          <a:custGeom>
            <a:avLst/>
            <a:gdLst>
              <a:gd name="textAreaLeft" fmla="*/ 0 w 138240"/>
              <a:gd name="textAreaRight" fmla="*/ 138960 w 138240"/>
              <a:gd name="textAreaTop" fmla="*/ 0 h 195480"/>
              <a:gd name="textAreaBottom" fmla="*/ 196200 h 195480"/>
            </a:gdLst>
            <a:ahLst/>
            <a:cxnLst/>
            <a:rect l="textAreaLeft" t="textAreaTop" r="textAreaRight" b="textAreaBottom"/>
            <a:pathLst>
              <a:path w="139064" h="196341">
                <a:moveTo>
                  <a:pt x="27432" y="142875"/>
                </a:moveTo>
                <a:lnTo>
                  <a:pt x="1270" y="142875"/>
                </a:lnTo>
                <a:lnTo>
                  <a:pt x="1311" y="148844"/>
                </a:lnTo>
                <a:lnTo>
                  <a:pt x="21971" y="181610"/>
                </a:lnTo>
                <a:lnTo>
                  <a:pt x="51955" y="196342"/>
                </a:lnTo>
                <a:lnTo>
                  <a:pt x="82296" y="196342"/>
                </a:lnTo>
                <a:lnTo>
                  <a:pt x="121412" y="175514"/>
                </a:lnTo>
                <a:lnTo>
                  <a:pt x="122903" y="172466"/>
                </a:lnTo>
                <a:lnTo>
                  <a:pt x="57023" y="172466"/>
                </a:lnTo>
                <a:lnTo>
                  <a:pt x="48006" y="169545"/>
                </a:lnTo>
                <a:lnTo>
                  <a:pt x="45085" y="169545"/>
                </a:lnTo>
                <a:lnTo>
                  <a:pt x="33274" y="157734"/>
                </a:lnTo>
                <a:lnTo>
                  <a:pt x="30352" y="151752"/>
                </a:lnTo>
                <a:lnTo>
                  <a:pt x="27432" y="148844"/>
                </a:lnTo>
                <a:lnTo>
                  <a:pt x="27432" y="142875"/>
                </a:lnTo>
                <a:close/>
              </a:path>
              <a:path w="139064" h="196341">
                <a:moveTo>
                  <a:pt x="123638" y="85852"/>
                </a:moveTo>
                <a:lnTo>
                  <a:pt x="75311" y="85852"/>
                </a:lnTo>
                <a:lnTo>
                  <a:pt x="78232" y="88773"/>
                </a:lnTo>
                <a:lnTo>
                  <a:pt x="84200" y="88773"/>
                </a:lnTo>
                <a:lnTo>
                  <a:pt x="90170" y="91694"/>
                </a:lnTo>
                <a:lnTo>
                  <a:pt x="102108" y="103632"/>
                </a:lnTo>
                <a:lnTo>
                  <a:pt x="108076" y="112649"/>
                </a:lnTo>
                <a:lnTo>
                  <a:pt x="108076" y="124714"/>
                </a:lnTo>
                <a:lnTo>
                  <a:pt x="110998" y="130683"/>
                </a:lnTo>
                <a:lnTo>
                  <a:pt x="108076" y="133604"/>
                </a:lnTo>
                <a:lnTo>
                  <a:pt x="107950" y="148844"/>
                </a:lnTo>
                <a:lnTo>
                  <a:pt x="90170" y="166624"/>
                </a:lnTo>
                <a:lnTo>
                  <a:pt x="84200" y="169545"/>
                </a:lnTo>
                <a:lnTo>
                  <a:pt x="75184" y="172466"/>
                </a:lnTo>
                <a:lnTo>
                  <a:pt x="122903" y="172466"/>
                </a:lnTo>
                <a:lnTo>
                  <a:pt x="124333" y="169545"/>
                </a:lnTo>
                <a:lnTo>
                  <a:pt x="133223" y="160655"/>
                </a:lnTo>
                <a:lnTo>
                  <a:pt x="133223" y="151638"/>
                </a:lnTo>
                <a:lnTo>
                  <a:pt x="136144" y="145669"/>
                </a:lnTo>
                <a:lnTo>
                  <a:pt x="139064" y="130556"/>
                </a:lnTo>
                <a:lnTo>
                  <a:pt x="136144" y="115443"/>
                </a:lnTo>
                <a:lnTo>
                  <a:pt x="133223" y="103378"/>
                </a:lnTo>
                <a:lnTo>
                  <a:pt x="127253" y="91313"/>
                </a:lnTo>
                <a:lnTo>
                  <a:pt x="123638" y="85852"/>
                </a:lnTo>
                <a:close/>
              </a:path>
              <a:path w="139064" h="196341">
                <a:moveTo>
                  <a:pt x="1270" y="142748"/>
                </a:moveTo>
                <a:lnTo>
                  <a:pt x="0" y="142875"/>
                </a:lnTo>
                <a:lnTo>
                  <a:pt x="1270" y="142875"/>
                </a:lnTo>
                <a:lnTo>
                  <a:pt x="1270" y="142748"/>
                </a:lnTo>
                <a:close/>
              </a:path>
              <a:path w="139064" h="196341">
                <a:moveTo>
                  <a:pt x="128155" y="0"/>
                </a:moveTo>
                <a:lnTo>
                  <a:pt x="21462" y="0"/>
                </a:lnTo>
                <a:lnTo>
                  <a:pt x="6350" y="103632"/>
                </a:lnTo>
                <a:lnTo>
                  <a:pt x="30607" y="103632"/>
                </a:lnTo>
                <a:lnTo>
                  <a:pt x="33527" y="97663"/>
                </a:lnTo>
                <a:lnTo>
                  <a:pt x="36449" y="97663"/>
                </a:lnTo>
                <a:lnTo>
                  <a:pt x="42430" y="91694"/>
                </a:lnTo>
                <a:lnTo>
                  <a:pt x="45338" y="91694"/>
                </a:lnTo>
                <a:lnTo>
                  <a:pt x="51308" y="88773"/>
                </a:lnTo>
                <a:lnTo>
                  <a:pt x="57276" y="88773"/>
                </a:lnTo>
                <a:lnTo>
                  <a:pt x="66294" y="85852"/>
                </a:lnTo>
                <a:lnTo>
                  <a:pt x="123638" y="85852"/>
                </a:lnTo>
                <a:lnTo>
                  <a:pt x="121285" y="82296"/>
                </a:lnTo>
                <a:lnTo>
                  <a:pt x="112958" y="76073"/>
                </a:lnTo>
                <a:lnTo>
                  <a:pt x="33909" y="76073"/>
                </a:lnTo>
                <a:lnTo>
                  <a:pt x="39877" y="21209"/>
                </a:lnTo>
                <a:lnTo>
                  <a:pt x="128155" y="21209"/>
                </a:lnTo>
                <a:lnTo>
                  <a:pt x="128155" y="0"/>
                </a:lnTo>
                <a:close/>
              </a:path>
              <a:path w="139064" h="196341">
                <a:moveTo>
                  <a:pt x="85089" y="64389"/>
                </a:moveTo>
                <a:lnTo>
                  <a:pt x="60833" y="64389"/>
                </a:lnTo>
                <a:lnTo>
                  <a:pt x="42799" y="70231"/>
                </a:lnTo>
                <a:lnTo>
                  <a:pt x="36830" y="73152"/>
                </a:lnTo>
                <a:lnTo>
                  <a:pt x="33909" y="76073"/>
                </a:lnTo>
                <a:lnTo>
                  <a:pt x="112958" y="76073"/>
                </a:lnTo>
                <a:lnTo>
                  <a:pt x="109220" y="73279"/>
                </a:lnTo>
                <a:lnTo>
                  <a:pt x="97155" y="67310"/>
                </a:lnTo>
                <a:lnTo>
                  <a:pt x="85089" y="6438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9" name="bk object 70"/>
          <p:cNvSpPr/>
          <p:nvPr/>
        </p:nvSpPr>
        <p:spPr>
          <a:xfrm>
            <a:off x="5758200" y="6293160"/>
            <a:ext cx="134640" cy="201960"/>
          </a:xfrm>
          <a:custGeom>
            <a:avLst/>
            <a:gdLst>
              <a:gd name="textAreaLeft" fmla="*/ 0 w 134640"/>
              <a:gd name="textAreaRight" fmla="*/ 135360 w 134640"/>
              <a:gd name="textAreaTop" fmla="*/ 0 h 201960"/>
              <a:gd name="textAreaBottom" fmla="*/ 202680 h 201960"/>
            </a:gdLst>
            <a:ahLst/>
            <a:cxnLst/>
            <a:rect l="textAreaLeft" t="textAreaTop" r="textAreaRight" b="textAreaBottom"/>
            <a:pathLst>
              <a:path w="135473" h="202564">
                <a:moveTo>
                  <a:pt x="93599" y="2921"/>
                </a:moveTo>
                <a:lnTo>
                  <a:pt x="42290" y="2921"/>
                </a:lnTo>
                <a:lnTo>
                  <a:pt x="30225" y="11938"/>
                </a:lnTo>
                <a:lnTo>
                  <a:pt x="15239" y="26924"/>
                </a:lnTo>
                <a:lnTo>
                  <a:pt x="12319" y="32893"/>
                </a:lnTo>
                <a:lnTo>
                  <a:pt x="9398" y="41910"/>
                </a:lnTo>
                <a:lnTo>
                  <a:pt x="6476" y="53975"/>
                </a:lnTo>
                <a:lnTo>
                  <a:pt x="508" y="75184"/>
                </a:lnTo>
                <a:lnTo>
                  <a:pt x="508" y="102616"/>
                </a:lnTo>
                <a:lnTo>
                  <a:pt x="0" y="102870"/>
                </a:lnTo>
                <a:lnTo>
                  <a:pt x="0" y="130302"/>
                </a:lnTo>
                <a:lnTo>
                  <a:pt x="5969" y="148463"/>
                </a:lnTo>
                <a:lnTo>
                  <a:pt x="8889" y="160528"/>
                </a:lnTo>
                <a:lnTo>
                  <a:pt x="11811" y="169545"/>
                </a:lnTo>
                <a:lnTo>
                  <a:pt x="29845" y="193675"/>
                </a:lnTo>
                <a:lnTo>
                  <a:pt x="41910" y="199644"/>
                </a:lnTo>
                <a:lnTo>
                  <a:pt x="53975" y="202565"/>
                </a:lnTo>
                <a:lnTo>
                  <a:pt x="81407" y="202565"/>
                </a:lnTo>
                <a:lnTo>
                  <a:pt x="93472" y="199644"/>
                </a:lnTo>
                <a:lnTo>
                  <a:pt x="105537" y="193675"/>
                </a:lnTo>
                <a:lnTo>
                  <a:pt x="115123" y="180848"/>
                </a:lnTo>
                <a:lnTo>
                  <a:pt x="66675" y="180848"/>
                </a:lnTo>
                <a:lnTo>
                  <a:pt x="60706" y="177927"/>
                </a:lnTo>
                <a:lnTo>
                  <a:pt x="51688" y="177927"/>
                </a:lnTo>
                <a:lnTo>
                  <a:pt x="39877" y="166116"/>
                </a:lnTo>
                <a:lnTo>
                  <a:pt x="33909" y="154038"/>
                </a:lnTo>
                <a:lnTo>
                  <a:pt x="28066" y="123825"/>
                </a:lnTo>
                <a:lnTo>
                  <a:pt x="27939" y="102616"/>
                </a:lnTo>
                <a:lnTo>
                  <a:pt x="27964" y="78232"/>
                </a:lnTo>
                <a:lnTo>
                  <a:pt x="33782" y="48133"/>
                </a:lnTo>
                <a:lnTo>
                  <a:pt x="45720" y="30099"/>
                </a:lnTo>
                <a:lnTo>
                  <a:pt x="48640" y="27178"/>
                </a:lnTo>
                <a:lnTo>
                  <a:pt x="51562" y="27178"/>
                </a:lnTo>
                <a:lnTo>
                  <a:pt x="60578" y="24257"/>
                </a:lnTo>
                <a:lnTo>
                  <a:pt x="117982" y="24257"/>
                </a:lnTo>
                <a:lnTo>
                  <a:pt x="105663" y="11938"/>
                </a:lnTo>
                <a:lnTo>
                  <a:pt x="93599" y="2921"/>
                </a:lnTo>
                <a:close/>
              </a:path>
              <a:path w="135473" h="202564">
                <a:moveTo>
                  <a:pt x="117982" y="24257"/>
                </a:moveTo>
                <a:lnTo>
                  <a:pt x="75691" y="24257"/>
                </a:lnTo>
                <a:lnTo>
                  <a:pt x="84709" y="27178"/>
                </a:lnTo>
                <a:lnTo>
                  <a:pt x="90677" y="30099"/>
                </a:lnTo>
                <a:lnTo>
                  <a:pt x="102615" y="48133"/>
                </a:lnTo>
                <a:lnTo>
                  <a:pt x="105537" y="57150"/>
                </a:lnTo>
                <a:lnTo>
                  <a:pt x="105537" y="63119"/>
                </a:lnTo>
                <a:lnTo>
                  <a:pt x="108458" y="78232"/>
                </a:lnTo>
                <a:lnTo>
                  <a:pt x="108458" y="123825"/>
                </a:lnTo>
                <a:lnTo>
                  <a:pt x="105537" y="138938"/>
                </a:lnTo>
                <a:lnTo>
                  <a:pt x="105537" y="147955"/>
                </a:lnTo>
                <a:lnTo>
                  <a:pt x="102559" y="154038"/>
                </a:lnTo>
                <a:lnTo>
                  <a:pt x="96647" y="165989"/>
                </a:lnTo>
                <a:lnTo>
                  <a:pt x="84709" y="177927"/>
                </a:lnTo>
                <a:lnTo>
                  <a:pt x="75691" y="177927"/>
                </a:lnTo>
                <a:lnTo>
                  <a:pt x="66675" y="180848"/>
                </a:lnTo>
                <a:lnTo>
                  <a:pt x="115123" y="180848"/>
                </a:lnTo>
                <a:lnTo>
                  <a:pt x="123571" y="169545"/>
                </a:lnTo>
                <a:lnTo>
                  <a:pt x="129539" y="148336"/>
                </a:lnTo>
                <a:lnTo>
                  <a:pt x="135467" y="130302"/>
                </a:lnTo>
                <a:lnTo>
                  <a:pt x="135473" y="75184"/>
                </a:lnTo>
                <a:lnTo>
                  <a:pt x="123571" y="32893"/>
                </a:lnTo>
                <a:lnTo>
                  <a:pt x="120650" y="26924"/>
                </a:lnTo>
                <a:lnTo>
                  <a:pt x="117982" y="24257"/>
                </a:lnTo>
                <a:close/>
              </a:path>
              <a:path w="135473" h="202564">
                <a:moveTo>
                  <a:pt x="81661" y="0"/>
                </a:moveTo>
                <a:lnTo>
                  <a:pt x="54228" y="0"/>
                </a:lnTo>
                <a:lnTo>
                  <a:pt x="48260" y="2921"/>
                </a:lnTo>
                <a:lnTo>
                  <a:pt x="87630" y="2921"/>
                </a:lnTo>
                <a:lnTo>
                  <a:pt x="8166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0" name="bk object 71"/>
          <p:cNvSpPr/>
          <p:nvPr/>
        </p:nvSpPr>
        <p:spPr>
          <a:xfrm>
            <a:off x="5926320" y="6460200"/>
            <a:ext cx="29520" cy="32760"/>
          </a:xfrm>
          <a:custGeom>
            <a:avLst/>
            <a:gdLst>
              <a:gd name="textAreaLeft" fmla="*/ 0 w 29520"/>
              <a:gd name="textAreaRight" fmla="*/ 30240 w 2952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30353" h="33401">
                <a:moveTo>
                  <a:pt x="0" y="16700"/>
                </a:moveTo>
                <a:lnTo>
                  <a:pt x="30353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bk object 72"/>
          <p:cNvSpPr/>
          <p:nvPr/>
        </p:nvSpPr>
        <p:spPr>
          <a:xfrm>
            <a:off x="5986800" y="6292440"/>
            <a:ext cx="137520" cy="201600"/>
          </a:xfrm>
          <a:custGeom>
            <a:avLst/>
            <a:gdLst>
              <a:gd name="textAreaLeft" fmla="*/ 0 w 137520"/>
              <a:gd name="textAreaRight" fmla="*/ 138240 w 137520"/>
              <a:gd name="textAreaTop" fmla="*/ 0 h 201600"/>
              <a:gd name="textAreaBottom" fmla="*/ 202320 h 201600"/>
            </a:gdLst>
            <a:ahLst/>
            <a:cxnLst/>
            <a:rect l="textAreaLeft" t="textAreaTop" r="textAreaRight" b="textAreaBottom"/>
            <a:pathLst>
              <a:path w="138303" h="202311">
                <a:moveTo>
                  <a:pt x="90424" y="0"/>
                </a:moveTo>
                <a:lnTo>
                  <a:pt x="60071" y="0"/>
                </a:lnTo>
                <a:lnTo>
                  <a:pt x="48006" y="5969"/>
                </a:lnTo>
                <a:lnTo>
                  <a:pt x="32893" y="11925"/>
                </a:lnTo>
                <a:lnTo>
                  <a:pt x="14859" y="36068"/>
                </a:lnTo>
                <a:lnTo>
                  <a:pt x="5842" y="57277"/>
                </a:lnTo>
                <a:lnTo>
                  <a:pt x="2921" y="78486"/>
                </a:lnTo>
                <a:lnTo>
                  <a:pt x="0" y="90551"/>
                </a:lnTo>
                <a:lnTo>
                  <a:pt x="87" y="130810"/>
                </a:lnTo>
                <a:lnTo>
                  <a:pt x="2921" y="151384"/>
                </a:lnTo>
                <a:lnTo>
                  <a:pt x="11937" y="169545"/>
                </a:lnTo>
                <a:lnTo>
                  <a:pt x="14859" y="178562"/>
                </a:lnTo>
                <a:lnTo>
                  <a:pt x="20700" y="184404"/>
                </a:lnTo>
                <a:lnTo>
                  <a:pt x="32766" y="193421"/>
                </a:lnTo>
                <a:lnTo>
                  <a:pt x="44831" y="199390"/>
                </a:lnTo>
                <a:lnTo>
                  <a:pt x="56896" y="202311"/>
                </a:lnTo>
                <a:lnTo>
                  <a:pt x="84328" y="202311"/>
                </a:lnTo>
                <a:lnTo>
                  <a:pt x="96393" y="199390"/>
                </a:lnTo>
                <a:lnTo>
                  <a:pt x="108458" y="193421"/>
                </a:lnTo>
                <a:lnTo>
                  <a:pt x="120142" y="181737"/>
                </a:lnTo>
                <a:lnTo>
                  <a:pt x="59182" y="181737"/>
                </a:lnTo>
                <a:lnTo>
                  <a:pt x="50164" y="178816"/>
                </a:lnTo>
                <a:lnTo>
                  <a:pt x="44196" y="172847"/>
                </a:lnTo>
                <a:lnTo>
                  <a:pt x="38226" y="169926"/>
                </a:lnTo>
                <a:lnTo>
                  <a:pt x="38226" y="167005"/>
                </a:lnTo>
                <a:lnTo>
                  <a:pt x="32385" y="155067"/>
                </a:lnTo>
                <a:lnTo>
                  <a:pt x="29463" y="146050"/>
                </a:lnTo>
                <a:lnTo>
                  <a:pt x="29463" y="127889"/>
                </a:lnTo>
                <a:lnTo>
                  <a:pt x="32385" y="121920"/>
                </a:lnTo>
                <a:lnTo>
                  <a:pt x="35306" y="112903"/>
                </a:lnTo>
                <a:lnTo>
                  <a:pt x="41275" y="106934"/>
                </a:lnTo>
                <a:lnTo>
                  <a:pt x="47244" y="104000"/>
                </a:lnTo>
                <a:lnTo>
                  <a:pt x="53212" y="98044"/>
                </a:lnTo>
                <a:lnTo>
                  <a:pt x="127508" y="98044"/>
                </a:lnTo>
                <a:lnTo>
                  <a:pt x="123444" y="93980"/>
                </a:lnTo>
                <a:lnTo>
                  <a:pt x="27050" y="93980"/>
                </a:lnTo>
                <a:lnTo>
                  <a:pt x="29972" y="81915"/>
                </a:lnTo>
                <a:lnTo>
                  <a:pt x="29972" y="66802"/>
                </a:lnTo>
                <a:lnTo>
                  <a:pt x="32893" y="54737"/>
                </a:lnTo>
                <a:lnTo>
                  <a:pt x="38862" y="42672"/>
                </a:lnTo>
                <a:lnTo>
                  <a:pt x="53721" y="27800"/>
                </a:lnTo>
                <a:lnTo>
                  <a:pt x="59689" y="24892"/>
                </a:lnTo>
                <a:lnTo>
                  <a:pt x="65659" y="24892"/>
                </a:lnTo>
                <a:lnTo>
                  <a:pt x="74675" y="21971"/>
                </a:lnTo>
                <a:lnTo>
                  <a:pt x="125432" y="21971"/>
                </a:lnTo>
                <a:lnTo>
                  <a:pt x="123444" y="17907"/>
                </a:lnTo>
                <a:lnTo>
                  <a:pt x="114426" y="8890"/>
                </a:lnTo>
                <a:lnTo>
                  <a:pt x="102362" y="2921"/>
                </a:lnTo>
                <a:lnTo>
                  <a:pt x="96393" y="2921"/>
                </a:lnTo>
                <a:lnTo>
                  <a:pt x="90424" y="0"/>
                </a:lnTo>
                <a:close/>
              </a:path>
              <a:path w="138303" h="202311">
                <a:moveTo>
                  <a:pt x="127508" y="98044"/>
                </a:moveTo>
                <a:lnTo>
                  <a:pt x="80645" y="98044"/>
                </a:lnTo>
                <a:lnTo>
                  <a:pt x="92583" y="103886"/>
                </a:lnTo>
                <a:lnTo>
                  <a:pt x="104521" y="115824"/>
                </a:lnTo>
                <a:lnTo>
                  <a:pt x="107442" y="121793"/>
                </a:lnTo>
                <a:lnTo>
                  <a:pt x="107442" y="130810"/>
                </a:lnTo>
                <a:lnTo>
                  <a:pt x="110362" y="139827"/>
                </a:lnTo>
                <a:lnTo>
                  <a:pt x="110109" y="139954"/>
                </a:lnTo>
                <a:lnTo>
                  <a:pt x="107187" y="145923"/>
                </a:lnTo>
                <a:lnTo>
                  <a:pt x="107146" y="155067"/>
                </a:lnTo>
                <a:lnTo>
                  <a:pt x="104267" y="163957"/>
                </a:lnTo>
                <a:lnTo>
                  <a:pt x="98298" y="169926"/>
                </a:lnTo>
                <a:lnTo>
                  <a:pt x="92329" y="172847"/>
                </a:lnTo>
                <a:lnTo>
                  <a:pt x="86360" y="178816"/>
                </a:lnTo>
                <a:lnTo>
                  <a:pt x="80391" y="181737"/>
                </a:lnTo>
                <a:lnTo>
                  <a:pt x="120142" y="181737"/>
                </a:lnTo>
                <a:lnTo>
                  <a:pt x="126492" y="175387"/>
                </a:lnTo>
                <a:lnTo>
                  <a:pt x="132461" y="163322"/>
                </a:lnTo>
                <a:lnTo>
                  <a:pt x="138303" y="139192"/>
                </a:lnTo>
                <a:lnTo>
                  <a:pt x="135382" y="124079"/>
                </a:lnTo>
                <a:lnTo>
                  <a:pt x="135382" y="115062"/>
                </a:lnTo>
                <a:lnTo>
                  <a:pt x="129412" y="99949"/>
                </a:lnTo>
                <a:lnTo>
                  <a:pt x="127508" y="98044"/>
                </a:lnTo>
                <a:close/>
              </a:path>
              <a:path w="138303" h="202311">
                <a:moveTo>
                  <a:pt x="84328" y="73152"/>
                </a:moveTo>
                <a:lnTo>
                  <a:pt x="60071" y="73152"/>
                </a:lnTo>
                <a:lnTo>
                  <a:pt x="51054" y="76073"/>
                </a:lnTo>
                <a:lnTo>
                  <a:pt x="33020" y="88011"/>
                </a:lnTo>
                <a:lnTo>
                  <a:pt x="27050" y="93980"/>
                </a:lnTo>
                <a:lnTo>
                  <a:pt x="123444" y="93980"/>
                </a:lnTo>
                <a:lnTo>
                  <a:pt x="111379" y="81915"/>
                </a:lnTo>
                <a:lnTo>
                  <a:pt x="99441" y="76073"/>
                </a:lnTo>
                <a:lnTo>
                  <a:pt x="84328" y="73152"/>
                </a:lnTo>
                <a:close/>
              </a:path>
              <a:path w="138303" h="202311">
                <a:moveTo>
                  <a:pt x="125432" y="21971"/>
                </a:moveTo>
                <a:lnTo>
                  <a:pt x="74675" y="21971"/>
                </a:lnTo>
                <a:lnTo>
                  <a:pt x="83693" y="24892"/>
                </a:lnTo>
                <a:lnTo>
                  <a:pt x="89662" y="24892"/>
                </a:lnTo>
                <a:lnTo>
                  <a:pt x="95631" y="27800"/>
                </a:lnTo>
                <a:lnTo>
                  <a:pt x="101600" y="33782"/>
                </a:lnTo>
                <a:lnTo>
                  <a:pt x="107442" y="45720"/>
                </a:lnTo>
                <a:lnTo>
                  <a:pt x="107442" y="51689"/>
                </a:lnTo>
                <a:lnTo>
                  <a:pt x="110362" y="54610"/>
                </a:lnTo>
                <a:lnTo>
                  <a:pt x="134620" y="54610"/>
                </a:lnTo>
                <a:lnTo>
                  <a:pt x="135255" y="53848"/>
                </a:lnTo>
                <a:lnTo>
                  <a:pt x="135255" y="44831"/>
                </a:lnTo>
                <a:lnTo>
                  <a:pt x="132334" y="38862"/>
                </a:lnTo>
                <a:lnTo>
                  <a:pt x="132334" y="32893"/>
                </a:lnTo>
                <a:lnTo>
                  <a:pt x="126364" y="23876"/>
                </a:lnTo>
                <a:lnTo>
                  <a:pt x="125432" y="2197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bk object 73"/>
          <p:cNvSpPr/>
          <p:nvPr/>
        </p:nvSpPr>
        <p:spPr>
          <a:xfrm>
            <a:off x="6350040" y="6293520"/>
            <a:ext cx="134280" cy="201600"/>
          </a:xfrm>
          <a:custGeom>
            <a:avLst/>
            <a:gdLst>
              <a:gd name="textAreaLeft" fmla="*/ 0 w 134280"/>
              <a:gd name="textAreaRight" fmla="*/ 135000 w 134280"/>
              <a:gd name="textAreaTop" fmla="*/ 0 h 201600"/>
              <a:gd name="textAreaBottom" fmla="*/ 202320 h 201600"/>
            </a:gdLst>
            <a:ahLst/>
            <a:cxnLst/>
            <a:rect l="textAreaLeft" t="textAreaTop" r="textAreaRight" b="textAreaBottom"/>
            <a:pathLst>
              <a:path w="134929" h="202437">
                <a:moveTo>
                  <a:pt x="93090" y="2920"/>
                </a:moveTo>
                <a:lnTo>
                  <a:pt x="41782" y="2920"/>
                </a:lnTo>
                <a:lnTo>
                  <a:pt x="29717" y="11937"/>
                </a:lnTo>
                <a:lnTo>
                  <a:pt x="14731" y="26911"/>
                </a:lnTo>
                <a:lnTo>
                  <a:pt x="11811" y="32892"/>
                </a:lnTo>
                <a:lnTo>
                  <a:pt x="8889" y="41909"/>
                </a:lnTo>
                <a:lnTo>
                  <a:pt x="5968" y="53974"/>
                </a:lnTo>
                <a:lnTo>
                  <a:pt x="3048" y="62991"/>
                </a:lnTo>
                <a:lnTo>
                  <a:pt x="126" y="75056"/>
                </a:lnTo>
                <a:lnTo>
                  <a:pt x="0" y="130428"/>
                </a:lnTo>
                <a:lnTo>
                  <a:pt x="5841" y="148462"/>
                </a:lnTo>
                <a:lnTo>
                  <a:pt x="8762" y="160527"/>
                </a:lnTo>
                <a:lnTo>
                  <a:pt x="11683" y="169544"/>
                </a:lnTo>
                <a:lnTo>
                  <a:pt x="14604" y="175513"/>
                </a:lnTo>
                <a:lnTo>
                  <a:pt x="20574" y="181482"/>
                </a:lnTo>
                <a:lnTo>
                  <a:pt x="29590" y="193547"/>
                </a:lnTo>
                <a:lnTo>
                  <a:pt x="47625" y="202437"/>
                </a:lnTo>
                <a:lnTo>
                  <a:pt x="81025" y="202437"/>
                </a:lnTo>
                <a:lnTo>
                  <a:pt x="93090" y="199516"/>
                </a:lnTo>
                <a:lnTo>
                  <a:pt x="105155" y="193547"/>
                </a:lnTo>
                <a:lnTo>
                  <a:pt x="114185" y="181482"/>
                </a:lnTo>
                <a:lnTo>
                  <a:pt x="114692" y="180974"/>
                </a:lnTo>
                <a:lnTo>
                  <a:pt x="69341" y="180974"/>
                </a:lnTo>
                <a:lnTo>
                  <a:pt x="60325" y="178053"/>
                </a:lnTo>
                <a:lnTo>
                  <a:pt x="51307" y="178053"/>
                </a:lnTo>
                <a:lnTo>
                  <a:pt x="39369" y="166115"/>
                </a:lnTo>
                <a:lnTo>
                  <a:pt x="33400" y="154050"/>
                </a:lnTo>
                <a:lnTo>
                  <a:pt x="27558" y="123824"/>
                </a:lnTo>
                <a:lnTo>
                  <a:pt x="27431" y="78231"/>
                </a:lnTo>
                <a:lnTo>
                  <a:pt x="33274" y="48005"/>
                </a:lnTo>
                <a:lnTo>
                  <a:pt x="45212" y="29971"/>
                </a:lnTo>
                <a:lnTo>
                  <a:pt x="51180" y="27050"/>
                </a:lnTo>
                <a:lnTo>
                  <a:pt x="60198" y="24129"/>
                </a:lnTo>
                <a:lnTo>
                  <a:pt x="117358" y="24129"/>
                </a:lnTo>
                <a:lnTo>
                  <a:pt x="105155" y="11937"/>
                </a:lnTo>
                <a:lnTo>
                  <a:pt x="93090" y="2920"/>
                </a:lnTo>
                <a:close/>
              </a:path>
              <a:path w="134929" h="202437">
                <a:moveTo>
                  <a:pt x="117358" y="24129"/>
                </a:moveTo>
                <a:lnTo>
                  <a:pt x="75311" y="24129"/>
                </a:lnTo>
                <a:lnTo>
                  <a:pt x="84327" y="27050"/>
                </a:lnTo>
                <a:lnTo>
                  <a:pt x="90296" y="29971"/>
                </a:lnTo>
                <a:lnTo>
                  <a:pt x="102235" y="48005"/>
                </a:lnTo>
                <a:lnTo>
                  <a:pt x="108076" y="78231"/>
                </a:lnTo>
                <a:lnTo>
                  <a:pt x="108076" y="123824"/>
                </a:lnTo>
                <a:lnTo>
                  <a:pt x="102235" y="154050"/>
                </a:lnTo>
                <a:lnTo>
                  <a:pt x="96265" y="166115"/>
                </a:lnTo>
                <a:lnTo>
                  <a:pt x="84327" y="178053"/>
                </a:lnTo>
                <a:lnTo>
                  <a:pt x="75311" y="178053"/>
                </a:lnTo>
                <a:lnTo>
                  <a:pt x="69341" y="180974"/>
                </a:lnTo>
                <a:lnTo>
                  <a:pt x="114692" y="180974"/>
                </a:lnTo>
                <a:lnTo>
                  <a:pt x="120141" y="175513"/>
                </a:lnTo>
                <a:lnTo>
                  <a:pt x="123062" y="169544"/>
                </a:lnTo>
                <a:lnTo>
                  <a:pt x="129031" y="148335"/>
                </a:lnTo>
                <a:lnTo>
                  <a:pt x="134917" y="130428"/>
                </a:lnTo>
                <a:lnTo>
                  <a:pt x="134929" y="75056"/>
                </a:lnTo>
                <a:lnTo>
                  <a:pt x="123062" y="32892"/>
                </a:lnTo>
                <a:lnTo>
                  <a:pt x="120141" y="26911"/>
                </a:lnTo>
                <a:lnTo>
                  <a:pt x="117358" y="24129"/>
                </a:lnTo>
                <a:close/>
              </a:path>
              <a:path w="134929" h="202437">
                <a:moveTo>
                  <a:pt x="81152" y="0"/>
                </a:moveTo>
                <a:lnTo>
                  <a:pt x="53720" y="0"/>
                </a:lnTo>
                <a:lnTo>
                  <a:pt x="47751" y="2920"/>
                </a:lnTo>
                <a:lnTo>
                  <a:pt x="87121" y="2920"/>
                </a:lnTo>
                <a:lnTo>
                  <a:pt x="81152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3" name="bk object 74"/>
          <p:cNvSpPr/>
          <p:nvPr/>
        </p:nvSpPr>
        <p:spPr>
          <a:xfrm>
            <a:off x="6517440" y="6460200"/>
            <a:ext cx="29520" cy="32760"/>
          </a:xfrm>
          <a:custGeom>
            <a:avLst/>
            <a:gdLst>
              <a:gd name="textAreaLeft" fmla="*/ 0 w 29520"/>
              <a:gd name="textAreaRight" fmla="*/ 30240 w 2952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30353" h="33401">
                <a:moveTo>
                  <a:pt x="0" y="16700"/>
                </a:moveTo>
                <a:lnTo>
                  <a:pt x="30353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4" name="bk object 75"/>
          <p:cNvSpPr/>
          <p:nvPr/>
        </p:nvSpPr>
        <p:spPr>
          <a:xfrm>
            <a:off x="6577200" y="6300000"/>
            <a:ext cx="133200" cy="192960"/>
          </a:xfrm>
          <a:custGeom>
            <a:avLst/>
            <a:gdLst>
              <a:gd name="textAreaLeft" fmla="*/ 0 w 133200"/>
              <a:gd name="textAreaRight" fmla="*/ 133920 w 133200"/>
              <a:gd name="textAreaTop" fmla="*/ 0 h 192960"/>
              <a:gd name="textAreaBottom" fmla="*/ 193680 h 192960"/>
            </a:gdLst>
            <a:ahLst/>
            <a:cxnLst/>
            <a:rect l="textAreaLeft" t="textAreaTop" r="textAreaRight" b="textAreaBottom"/>
            <a:pathLst>
              <a:path w="133984" h="193675">
                <a:moveTo>
                  <a:pt x="133984" y="0"/>
                </a:moveTo>
                <a:lnTo>
                  <a:pt x="0" y="0"/>
                </a:lnTo>
                <a:lnTo>
                  <a:pt x="0" y="24256"/>
                </a:lnTo>
                <a:lnTo>
                  <a:pt x="106679" y="24256"/>
                </a:lnTo>
                <a:lnTo>
                  <a:pt x="94615" y="39369"/>
                </a:lnTo>
                <a:lnTo>
                  <a:pt x="91694" y="45338"/>
                </a:lnTo>
                <a:lnTo>
                  <a:pt x="76580" y="60451"/>
                </a:lnTo>
                <a:lnTo>
                  <a:pt x="70611" y="69468"/>
                </a:lnTo>
                <a:lnTo>
                  <a:pt x="67691" y="78485"/>
                </a:lnTo>
                <a:lnTo>
                  <a:pt x="55625" y="102730"/>
                </a:lnTo>
                <a:lnTo>
                  <a:pt x="43687" y="120776"/>
                </a:lnTo>
                <a:lnTo>
                  <a:pt x="37656" y="142240"/>
                </a:lnTo>
                <a:lnTo>
                  <a:pt x="31750" y="166230"/>
                </a:lnTo>
                <a:lnTo>
                  <a:pt x="31750" y="175259"/>
                </a:lnTo>
                <a:lnTo>
                  <a:pt x="28828" y="193420"/>
                </a:lnTo>
                <a:lnTo>
                  <a:pt x="28575" y="193675"/>
                </a:lnTo>
                <a:lnTo>
                  <a:pt x="56006" y="193675"/>
                </a:lnTo>
                <a:lnTo>
                  <a:pt x="58927" y="172465"/>
                </a:lnTo>
                <a:lnTo>
                  <a:pt x="61849" y="160400"/>
                </a:lnTo>
                <a:lnTo>
                  <a:pt x="67889" y="141985"/>
                </a:lnTo>
                <a:lnTo>
                  <a:pt x="73786" y="121031"/>
                </a:lnTo>
                <a:lnTo>
                  <a:pt x="82803" y="99822"/>
                </a:lnTo>
                <a:lnTo>
                  <a:pt x="91821" y="81660"/>
                </a:lnTo>
                <a:lnTo>
                  <a:pt x="103885" y="63500"/>
                </a:lnTo>
                <a:lnTo>
                  <a:pt x="112902" y="48387"/>
                </a:lnTo>
                <a:lnTo>
                  <a:pt x="121920" y="39369"/>
                </a:lnTo>
                <a:lnTo>
                  <a:pt x="133984" y="21209"/>
                </a:lnTo>
                <a:lnTo>
                  <a:pt x="133984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5" name="bk object 76"/>
          <p:cNvSpPr/>
          <p:nvPr/>
        </p:nvSpPr>
        <p:spPr>
          <a:xfrm>
            <a:off x="6941160" y="6293160"/>
            <a:ext cx="134280" cy="201240"/>
          </a:xfrm>
          <a:custGeom>
            <a:avLst/>
            <a:gdLst>
              <a:gd name="textAreaLeft" fmla="*/ 0 w 134280"/>
              <a:gd name="textAreaRight" fmla="*/ 135000 w 134280"/>
              <a:gd name="textAreaTop" fmla="*/ 0 h 201240"/>
              <a:gd name="textAreaBottom" fmla="*/ 201960 h 201240"/>
            </a:gdLst>
            <a:ahLst/>
            <a:cxnLst/>
            <a:rect l="textAreaLeft" t="textAreaTop" r="textAreaRight" b="textAreaBottom"/>
            <a:pathLst>
              <a:path w="135127" h="201929">
                <a:moveTo>
                  <a:pt x="93345" y="2921"/>
                </a:moveTo>
                <a:lnTo>
                  <a:pt x="42037" y="2921"/>
                </a:lnTo>
                <a:lnTo>
                  <a:pt x="29972" y="11938"/>
                </a:lnTo>
                <a:lnTo>
                  <a:pt x="6223" y="53975"/>
                </a:lnTo>
                <a:lnTo>
                  <a:pt x="380" y="102616"/>
                </a:lnTo>
                <a:lnTo>
                  <a:pt x="40" y="102616"/>
                </a:lnTo>
                <a:lnTo>
                  <a:pt x="5842" y="147828"/>
                </a:lnTo>
                <a:lnTo>
                  <a:pt x="20700" y="180975"/>
                </a:lnTo>
                <a:lnTo>
                  <a:pt x="29718" y="193040"/>
                </a:lnTo>
                <a:lnTo>
                  <a:pt x="41782" y="199009"/>
                </a:lnTo>
                <a:lnTo>
                  <a:pt x="53848" y="201930"/>
                </a:lnTo>
                <a:lnTo>
                  <a:pt x="81279" y="201930"/>
                </a:lnTo>
                <a:lnTo>
                  <a:pt x="93345" y="199009"/>
                </a:lnTo>
                <a:lnTo>
                  <a:pt x="105410" y="193040"/>
                </a:lnTo>
                <a:lnTo>
                  <a:pt x="114332" y="181102"/>
                </a:lnTo>
                <a:lnTo>
                  <a:pt x="69596" y="181102"/>
                </a:lnTo>
                <a:lnTo>
                  <a:pt x="60578" y="178181"/>
                </a:lnTo>
                <a:lnTo>
                  <a:pt x="51562" y="178181"/>
                </a:lnTo>
                <a:lnTo>
                  <a:pt x="39624" y="166243"/>
                </a:lnTo>
                <a:lnTo>
                  <a:pt x="33654" y="154178"/>
                </a:lnTo>
                <a:lnTo>
                  <a:pt x="27813" y="123952"/>
                </a:lnTo>
                <a:lnTo>
                  <a:pt x="27686" y="102616"/>
                </a:lnTo>
                <a:lnTo>
                  <a:pt x="380" y="102616"/>
                </a:lnTo>
                <a:lnTo>
                  <a:pt x="0" y="102235"/>
                </a:lnTo>
                <a:lnTo>
                  <a:pt x="27686" y="102235"/>
                </a:lnTo>
                <a:lnTo>
                  <a:pt x="27686" y="78359"/>
                </a:lnTo>
                <a:lnTo>
                  <a:pt x="33527" y="48133"/>
                </a:lnTo>
                <a:lnTo>
                  <a:pt x="45466" y="30099"/>
                </a:lnTo>
                <a:lnTo>
                  <a:pt x="51435" y="27178"/>
                </a:lnTo>
                <a:lnTo>
                  <a:pt x="60451" y="24257"/>
                </a:lnTo>
                <a:lnTo>
                  <a:pt x="117728" y="24257"/>
                </a:lnTo>
                <a:lnTo>
                  <a:pt x="105410" y="11938"/>
                </a:lnTo>
                <a:lnTo>
                  <a:pt x="93345" y="2921"/>
                </a:lnTo>
                <a:close/>
              </a:path>
              <a:path w="135127" h="201929">
                <a:moveTo>
                  <a:pt x="117728" y="24257"/>
                </a:moveTo>
                <a:lnTo>
                  <a:pt x="78613" y="24257"/>
                </a:lnTo>
                <a:lnTo>
                  <a:pt x="90550" y="30099"/>
                </a:lnTo>
                <a:lnTo>
                  <a:pt x="102489" y="48133"/>
                </a:lnTo>
                <a:lnTo>
                  <a:pt x="108330" y="78359"/>
                </a:lnTo>
                <a:lnTo>
                  <a:pt x="108330" y="123952"/>
                </a:lnTo>
                <a:lnTo>
                  <a:pt x="102489" y="154178"/>
                </a:lnTo>
                <a:lnTo>
                  <a:pt x="96520" y="166243"/>
                </a:lnTo>
                <a:lnTo>
                  <a:pt x="84581" y="178181"/>
                </a:lnTo>
                <a:lnTo>
                  <a:pt x="78613" y="178181"/>
                </a:lnTo>
                <a:lnTo>
                  <a:pt x="69596" y="181102"/>
                </a:lnTo>
                <a:lnTo>
                  <a:pt x="114332" y="181102"/>
                </a:lnTo>
                <a:lnTo>
                  <a:pt x="114426" y="180975"/>
                </a:lnTo>
                <a:lnTo>
                  <a:pt x="120396" y="175006"/>
                </a:lnTo>
                <a:lnTo>
                  <a:pt x="123317" y="169037"/>
                </a:lnTo>
                <a:lnTo>
                  <a:pt x="129286" y="160020"/>
                </a:lnTo>
                <a:lnTo>
                  <a:pt x="132206" y="147955"/>
                </a:lnTo>
                <a:lnTo>
                  <a:pt x="132206" y="138938"/>
                </a:lnTo>
                <a:lnTo>
                  <a:pt x="135127" y="129921"/>
                </a:lnTo>
                <a:lnTo>
                  <a:pt x="135127" y="75057"/>
                </a:lnTo>
                <a:lnTo>
                  <a:pt x="132206" y="62992"/>
                </a:lnTo>
                <a:lnTo>
                  <a:pt x="132206" y="53975"/>
                </a:lnTo>
                <a:lnTo>
                  <a:pt x="129286" y="41910"/>
                </a:lnTo>
                <a:lnTo>
                  <a:pt x="123317" y="32893"/>
                </a:lnTo>
                <a:lnTo>
                  <a:pt x="120396" y="26924"/>
                </a:lnTo>
                <a:lnTo>
                  <a:pt x="117728" y="24257"/>
                </a:lnTo>
                <a:close/>
              </a:path>
              <a:path w="135127" h="201929">
                <a:moveTo>
                  <a:pt x="81406" y="0"/>
                </a:moveTo>
                <a:lnTo>
                  <a:pt x="53975" y="0"/>
                </a:lnTo>
                <a:lnTo>
                  <a:pt x="48005" y="2921"/>
                </a:lnTo>
                <a:lnTo>
                  <a:pt x="87375" y="2921"/>
                </a:lnTo>
                <a:lnTo>
                  <a:pt x="81406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" name="bk object 77"/>
          <p:cNvSpPr/>
          <p:nvPr/>
        </p:nvSpPr>
        <p:spPr>
          <a:xfrm>
            <a:off x="7108920" y="6460200"/>
            <a:ext cx="29520" cy="32760"/>
          </a:xfrm>
          <a:custGeom>
            <a:avLst/>
            <a:gdLst>
              <a:gd name="textAreaLeft" fmla="*/ 0 w 29520"/>
              <a:gd name="textAreaRight" fmla="*/ 30240 w 2952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30353" h="33401">
                <a:moveTo>
                  <a:pt x="0" y="16700"/>
                </a:moveTo>
                <a:lnTo>
                  <a:pt x="30353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7" name="bk object 78"/>
          <p:cNvSpPr/>
          <p:nvPr/>
        </p:nvSpPr>
        <p:spPr>
          <a:xfrm>
            <a:off x="7170480" y="6293880"/>
            <a:ext cx="134640" cy="199800"/>
          </a:xfrm>
          <a:custGeom>
            <a:avLst/>
            <a:gdLst>
              <a:gd name="textAreaLeft" fmla="*/ 0 w 134640"/>
              <a:gd name="textAreaRight" fmla="*/ 135360 w 134640"/>
              <a:gd name="textAreaTop" fmla="*/ 0 h 199800"/>
              <a:gd name="textAreaBottom" fmla="*/ 200520 h 199800"/>
            </a:gdLst>
            <a:ahLst/>
            <a:cxnLst/>
            <a:rect l="textAreaLeft" t="textAreaTop" r="textAreaRight" b="textAreaBottom"/>
            <a:pathLst>
              <a:path w="135254" h="200405">
                <a:moveTo>
                  <a:pt x="32493" y="89606"/>
                </a:moveTo>
                <a:lnTo>
                  <a:pt x="26669" y="92456"/>
                </a:lnTo>
                <a:lnTo>
                  <a:pt x="23749" y="95377"/>
                </a:lnTo>
                <a:lnTo>
                  <a:pt x="17779" y="98298"/>
                </a:lnTo>
                <a:lnTo>
                  <a:pt x="14858" y="101219"/>
                </a:lnTo>
                <a:lnTo>
                  <a:pt x="2920" y="119253"/>
                </a:lnTo>
                <a:lnTo>
                  <a:pt x="0" y="128270"/>
                </a:lnTo>
                <a:lnTo>
                  <a:pt x="0" y="140335"/>
                </a:lnTo>
                <a:lnTo>
                  <a:pt x="20827" y="188595"/>
                </a:lnTo>
                <a:lnTo>
                  <a:pt x="44957" y="197485"/>
                </a:lnTo>
                <a:lnTo>
                  <a:pt x="53975" y="200406"/>
                </a:lnTo>
                <a:lnTo>
                  <a:pt x="81406" y="200406"/>
                </a:lnTo>
                <a:lnTo>
                  <a:pt x="105536" y="194551"/>
                </a:lnTo>
                <a:lnTo>
                  <a:pt x="114553" y="188595"/>
                </a:lnTo>
                <a:lnTo>
                  <a:pt x="120523" y="182626"/>
                </a:lnTo>
                <a:lnTo>
                  <a:pt x="123071" y="177419"/>
                </a:lnTo>
                <a:lnTo>
                  <a:pt x="53593" y="177419"/>
                </a:lnTo>
                <a:lnTo>
                  <a:pt x="44576" y="174498"/>
                </a:lnTo>
                <a:lnTo>
                  <a:pt x="38734" y="168656"/>
                </a:lnTo>
                <a:lnTo>
                  <a:pt x="35813" y="162687"/>
                </a:lnTo>
                <a:lnTo>
                  <a:pt x="29844" y="156718"/>
                </a:lnTo>
                <a:lnTo>
                  <a:pt x="29844" y="150749"/>
                </a:lnTo>
                <a:lnTo>
                  <a:pt x="26924" y="141732"/>
                </a:lnTo>
                <a:lnTo>
                  <a:pt x="29844" y="132588"/>
                </a:lnTo>
                <a:lnTo>
                  <a:pt x="29844" y="123571"/>
                </a:lnTo>
                <a:lnTo>
                  <a:pt x="41655" y="111760"/>
                </a:lnTo>
                <a:lnTo>
                  <a:pt x="53593" y="105918"/>
                </a:lnTo>
                <a:lnTo>
                  <a:pt x="126386" y="105918"/>
                </a:lnTo>
                <a:lnTo>
                  <a:pt x="123443" y="101473"/>
                </a:lnTo>
                <a:lnTo>
                  <a:pt x="111505" y="95631"/>
                </a:lnTo>
                <a:lnTo>
                  <a:pt x="108584" y="92710"/>
                </a:lnTo>
                <a:lnTo>
                  <a:pt x="102615" y="89776"/>
                </a:lnTo>
                <a:lnTo>
                  <a:pt x="33019" y="89776"/>
                </a:lnTo>
                <a:lnTo>
                  <a:pt x="32493" y="89606"/>
                </a:lnTo>
                <a:close/>
              </a:path>
              <a:path w="135254" h="200405">
                <a:moveTo>
                  <a:pt x="126386" y="105918"/>
                </a:moveTo>
                <a:lnTo>
                  <a:pt x="81025" y="105918"/>
                </a:lnTo>
                <a:lnTo>
                  <a:pt x="90042" y="108826"/>
                </a:lnTo>
                <a:lnTo>
                  <a:pt x="96011" y="111760"/>
                </a:lnTo>
                <a:lnTo>
                  <a:pt x="101980" y="117729"/>
                </a:lnTo>
                <a:lnTo>
                  <a:pt x="104839" y="123571"/>
                </a:lnTo>
                <a:lnTo>
                  <a:pt x="104901" y="126619"/>
                </a:lnTo>
                <a:lnTo>
                  <a:pt x="107823" y="132588"/>
                </a:lnTo>
                <a:lnTo>
                  <a:pt x="107823" y="150749"/>
                </a:lnTo>
                <a:lnTo>
                  <a:pt x="104901" y="156718"/>
                </a:lnTo>
                <a:lnTo>
                  <a:pt x="104901" y="159626"/>
                </a:lnTo>
                <a:lnTo>
                  <a:pt x="90042" y="174498"/>
                </a:lnTo>
                <a:lnTo>
                  <a:pt x="81025" y="177419"/>
                </a:lnTo>
                <a:lnTo>
                  <a:pt x="123071" y="177419"/>
                </a:lnTo>
                <a:lnTo>
                  <a:pt x="126364" y="170688"/>
                </a:lnTo>
                <a:lnTo>
                  <a:pt x="132333" y="164719"/>
                </a:lnTo>
                <a:lnTo>
                  <a:pt x="132333" y="158750"/>
                </a:lnTo>
                <a:lnTo>
                  <a:pt x="135254" y="152781"/>
                </a:lnTo>
                <a:lnTo>
                  <a:pt x="135172" y="128270"/>
                </a:lnTo>
                <a:lnTo>
                  <a:pt x="129412" y="110490"/>
                </a:lnTo>
                <a:lnTo>
                  <a:pt x="126386" y="105918"/>
                </a:lnTo>
                <a:close/>
              </a:path>
              <a:path w="135254" h="200405">
                <a:moveTo>
                  <a:pt x="103364" y="89535"/>
                </a:moveTo>
                <a:lnTo>
                  <a:pt x="32638" y="89535"/>
                </a:lnTo>
                <a:lnTo>
                  <a:pt x="33019" y="89776"/>
                </a:lnTo>
                <a:lnTo>
                  <a:pt x="102615" y="89776"/>
                </a:lnTo>
                <a:lnTo>
                  <a:pt x="103364" y="89535"/>
                </a:lnTo>
                <a:close/>
              </a:path>
              <a:path w="135254" h="200405">
                <a:moveTo>
                  <a:pt x="78485" y="0"/>
                </a:moveTo>
                <a:lnTo>
                  <a:pt x="57276" y="0"/>
                </a:lnTo>
                <a:lnTo>
                  <a:pt x="48259" y="2921"/>
                </a:lnTo>
                <a:lnTo>
                  <a:pt x="36194" y="5842"/>
                </a:lnTo>
                <a:lnTo>
                  <a:pt x="18160" y="17780"/>
                </a:lnTo>
                <a:lnTo>
                  <a:pt x="12191" y="26797"/>
                </a:lnTo>
                <a:lnTo>
                  <a:pt x="6350" y="50927"/>
                </a:lnTo>
                <a:lnTo>
                  <a:pt x="15112" y="77978"/>
                </a:lnTo>
                <a:lnTo>
                  <a:pt x="24002" y="86868"/>
                </a:lnTo>
                <a:lnTo>
                  <a:pt x="32493" y="89606"/>
                </a:lnTo>
                <a:lnTo>
                  <a:pt x="32638" y="89535"/>
                </a:lnTo>
                <a:lnTo>
                  <a:pt x="103364" y="89535"/>
                </a:lnTo>
                <a:lnTo>
                  <a:pt x="111632" y="86868"/>
                </a:lnTo>
                <a:lnTo>
                  <a:pt x="115570" y="82931"/>
                </a:lnTo>
                <a:lnTo>
                  <a:pt x="59689" y="82931"/>
                </a:lnTo>
                <a:lnTo>
                  <a:pt x="59689" y="80010"/>
                </a:lnTo>
                <a:lnTo>
                  <a:pt x="56768" y="80010"/>
                </a:lnTo>
                <a:lnTo>
                  <a:pt x="38861" y="71247"/>
                </a:lnTo>
                <a:lnTo>
                  <a:pt x="35940" y="65278"/>
                </a:lnTo>
                <a:lnTo>
                  <a:pt x="35940" y="59309"/>
                </a:lnTo>
                <a:lnTo>
                  <a:pt x="33019" y="50292"/>
                </a:lnTo>
                <a:lnTo>
                  <a:pt x="35940" y="44196"/>
                </a:lnTo>
                <a:lnTo>
                  <a:pt x="35940" y="38227"/>
                </a:lnTo>
                <a:lnTo>
                  <a:pt x="38861" y="32258"/>
                </a:lnTo>
                <a:lnTo>
                  <a:pt x="44830" y="29337"/>
                </a:lnTo>
                <a:lnTo>
                  <a:pt x="50800" y="23368"/>
                </a:lnTo>
                <a:lnTo>
                  <a:pt x="56768" y="23368"/>
                </a:lnTo>
                <a:lnTo>
                  <a:pt x="59689" y="20447"/>
                </a:lnTo>
                <a:lnTo>
                  <a:pt x="119367" y="20447"/>
                </a:lnTo>
                <a:lnTo>
                  <a:pt x="117601" y="17780"/>
                </a:lnTo>
                <a:lnTo>
                  <a:pt x="111632" y="11811"/>
                </a:lnTo>
                <a:lnTo>
                  <a:pt x="102615" y="5842"/>
                </a:lnTo>
                <a:lnTo>
                  <a:pt x="78485" y="0"/>
                </a:lnTo>
                <a:close/>
              </a:path>
              <a:path w="135254" h="200405">
                <a:moveTo>
                  <a:pt x="119367" y="20447"/>
                </a:moveTo>
                <a:lnTo>
                  <a:pt x="74815" y="20447"/>
                </a:lnTo>
                <a:lnTo>
                  <a:pt x="80772" y="23368"/>
                </a:lnTo>
                <a:lnTo>
                  <a:pt x="86740" y="23368"/>
                </a:lnTo>
                <a:lnTo>
                  <a:pt x="89661" y="29337"/>
                </a:lnTo>
                <a:lnTo>
                  <a:pt x="95630" y="32258"/>
                </a:lnTo>
                <a:lnTo>
                  <a:pt x="101473" y="44196"/>
                </a:lnTo>
                <a:lnTo>
                  <a:pt x="101473" y="59309"/>
                </a:lnTo>
                <a:lnTo>
                  <a:pt x="95630" y="71247"/>
                </a:lnTo>
                <a:lnTo>
                  <a:pt x="92709" y="74168"/>
                </a:lnTo>
                <a:lnTo>
                  <a:pt x="74815" y="82931"/>
                </a:lnTo>
                <a:lnTo>
                  <a:pt x="115570" y="82931"/>
                </a:lnTo>
                <a:lnTo>
                  <a:pt x="120523" y="77978"/>
                </a:lnTo>
                <a:lnTo>
                  <a:pt x="126491" y="68961"/>
                </a:lnTo>
                <a:lnTo>
                  <a:pt x="129412" y="59944"/>
                </a:lnTo>
                <a:lnTo>
                  <a:pt x="129412" y="50927"/>
                </a:lnTo>
                <a:lnTo>
                  <a:pt x="123570" y="26797"/>
                </a:lnTo>
                <a:lnTo>
                  <a:pt x="119367" y="20447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8" name="bk object 79"/>
          <p:cNvSpPr/>
          <p:nvPr/>
        </p:nvSpPr>
        <p:spPr>
          <a:xfrm>
            <a:off x="7531920" y="6293160"/>
            <a:ext cx="134640" cy="201240"/>
          </a:xfrm>
          <a:custGeom>
            <a:avLst/>
            <a:gdLst>
              <a:gd name="textAreaLeft" fmla="*/ 0 w 134640"/>
              <a:gd name="textAreaRight" fmla="*/ 135360 w 134640"/>
              <a:gd name="textAreaTop" fmla="*/ 0 h 201240"/>
              <a:gd name="textAreaBottom" fmla="*/ 201960 h 201240"/>
            </a:gdLst>
            <a:ahLst/>
            <a:cxnLst/>
            <a:rect l="textAreaLeft" t="textAreaTop" r="textAreaRight" b="textAreaBottom"/>
            <a:pathLst>
              <a:path w="135394" h="202056">
                <a:moveTo>
                  <a:pt x="0" y="102235"/>
                </a:moveTo>
                <a:lnTo>
                  <a:pt x="5842" y="147828"/>
                </a:lnTo>
                <a:lnTo>
                  <a:pt x="29845" y="193167"/>
                </a:lnTo>
                <a:lnTo>
                  <a:pt x="53975" y="202057"/>
                </a:lnTo>
                <a:lnTo>
                  <a:pt x="81407" y="202057"/>
                </a:lnTo>
                <a:lnTo>
                  <a:pt x="93472" y="199136"/>
                </a:lnTo>
                <a:lnTo>
                  <a:pt x="105537" y="193167"/>
                </a:lnTo>
                <a:lnTo>
                  <a:pt x="117221" y="181483"/>
                </a:lnTo>
                <a:lnTo>
                  <a:pt x="69723" y="181483"/>
                </a:lnTo>
                <a:lnTo>
                  <a:pt x="60706" y="178562"/>
                </a:lnTo>
                <a:lnTo>
                  <a:pt x="51689" y="178562"/>
                </a:lnTo>
                <a:lnTo>
                  <a:pt x="39751" y="166624"/>
                </a:lnTo>
                <a:lnTo>
                  <a:pt x="36830" y="154559"/>
                </a:lnTo>
                <a:lnTo>
                  <a:pt x="33909" y="148590"/>
                </a:lnTo>
                <a:lnTo>
                  <a:pt x="30988" y="139573"/>
                </a:lnTo>
                <a:lnTo>
                  <a:pt x="30988" y="124460"/>
                </a:lnTo>
                <a:lnTo>
                  <a:pt x="28067" y="103238"/>
                </a:lnTo>
                <a:lnTo>
                  <a:pt x="27927" y="102616"/>
                </a:lnTo>
                <a:lnTo>
                  <a:pt x="635" y="102616"/>
                </a:lnTo>
                <a:lnTo>
                  <a:pt x="0" y="102235"/>
                </a:lnTo>
                <a:close/>
              </a:path>
              <a:path w="135394" h="202056">
                <a:moveTo>
                  <a:pt x="119407" y="24384"/>
                </a:moveTo>
                <a:lnTo>
                  <a:pt x="78740" y="24384"/>
                </a:lnTo>
                <a:lnTo>
                  <a:pt x="84709" y="27305"/>
                </a:lnTo>
                <a:lnTo>
                  <a:pt x="87630" y="27305"/>
                </a:lnTo>
                <a:lnTo>
                  <a:pt x="90551" y="30213"/>
                </a:lnTo>
                <a:lnTo>
                  <a:pt x="102489" y="48260"/>
                </a:lnTo>
                <a:lnTo>
                  <a:pt x="108407" y="63246"/>
                </a:lnTo>
                <a:lnTo>
                  <a:pt x="108458" y="139573"/>
                </a:lnTo>
                <a:lnTo>
                  <a:pt x="102489" y="154686"/>
                </a:lnTo>
                <a:lnTo>
                  <a:pt x="96520" y="166738"/>
                </a:lnTo>
                <a:lnTo>
                  <a:pt x="84709" y="178562"/>
                </a:lnTo>
                <a:lnTo>
                  <a:pt x="78740" y="178562"/>
                </a:lnTo>
                <a:lnTo>
                  <a:pt x="69723" y="181483"/>
                </a:lnTo>
                <a:lnTo>
                  <a:pt x="117221" y="181483"/>
                </a:lnTo>
                <a:lnTo>
                  <a:pt x="117602" y="181102"/>
                </a:lnTo>
                <a:lnTo>
                  <a:pt x="123571" y="169037"/>
                </a:lnTo>
                <a:lnTo>
                  <a:pt x="129540" y="160020"/>
                </a:lnTo>
                <a:lnTo>
                  <a:pt x="132461" y="147955"/>
                </a:lnTo>
                <a:lnTo>
                  <a:pt x="132461" y="138938"/>
                </a:lnTo>
                <a:lnTo>
                  <a:pt x="135394" y="129921"/>
                </a:lnTo>
                <a:lnTo>
                  <a:pt x="135394" y="75057"/>
                </a:lnTo>
                <a:lnTo>
                  <a:pt x="132553" y="63373"/>
                </a:lnTo>
                <a:lnTo>
                  <a:pt x="132461" y="53975"/>
                </a:lnTo>
                <a:lnTo>
                  <a:pt x="129540" y="41910"/>
                </a:lnTo>
                <a:lnTo>
                  <a:pt x="123571" y="32893"/>
                </a:lnTo>
                <a:lnTo>
                  <a:pt x="119407" y="24384"/>
                </a:lnTo>
                <a:close/>
              </a:path>
              <a:path w="135394" h="202056">
                <a:moveTo>
                  <a:pt x="93599" y="2921"/>
                </a:moveTo>
                <a:lnTo>
                  <a:pt x="42291" y="2921"/>
                </a:lnTo>
                <a:lnTo>
                  <a:pt x="30226" y="11938"/>
                </a:lnTo>
                <a:lnTo>
                  <a:pt x="21209" y="20955"/>
                </a:lnTo>
                <a:lnTo>
                  <a:pt x="18288" y="26924"/>
                </a:lnTo>
                <a:lnTo>
                  <a:pt x="12319" y="32893"/>
                </a:lnTo>
                <a:lnTo>
                  <a:pt x="9398" y="41910"/>
                </a:lnTo>
                <a:lnTo>
                  <a:pt x="6477" y="53975"/>
                </a:lnTo>
                <a:lnTo>
                  <a:pt x="3556" y="75184"/>
                </a:lnTo>
                <a:lnTo>
                  <a:pt x="635" y="102616"/>
                </a:lnTo>
                <a:lnTo>
                  <a:pt x="27927" y="102616"/>
                </a:lnTo>
                <a:lnTo>
                  <a:pt x="30861" y="78359"/>
                </a:lnTo>
                <a:lnTo>
                  <a:pt x="30985" y="62992"/>
                </a:lnTo>
                <a:lnTo>
                  <a:pt x="33782" y="57277"/>
                </a:lnTo>
                <a:lnTo>
                  <a:pt x="39624" y="39243"/>
                </a:lnTo>
                <a:lnTo>
                  <a:pt x="45593" y="30213"/>
                </a:lnTo>
                <a:lnTo>
                  <a:pt x="51562" y="27305"/>
                </a:lnTo>
                <a:lnTo>
                  <a:pt x="60579" y="24384"/>
                </a:lnTo>
                <a:lnTo>
                  <a:pt x="119407" y="24384"/>
                </a:lnTo>
                <a:lnTo>
                  <a:pt x="117729" y="20955"/>
                </a:lnTo>
                <a:lnTo>
                  <a:pt x="93599" y="2921"/>
                </a:lnTo>
                <a:close/>
              </a:path>
              <a:path w="135394" h="202056">
                <a:moveTo>
                  <a:pt x="81661" y="0"/>
                </a:moveTo>
                <a:lnTo>
                  <a:pt x="54229" y="0"/>
                </a:lnTo>
                <a:lnTo>
                  <a:pt x="48260" y="2921"/>
                </a:lnTo>
                <a:lnTo>
                  <a:pt x="87630" y="2921"/>
                </a:lnTo>
                <a:lnTo>
                  <a:pt x="8166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9" name="bk object 80"/>
          <p:cNvSpPr/>
          <p:nvPr/>
        </p:nvSpPr>
        <p:spPr>
          <a:xfrm>
            <a:off x="7700040" y="6460200"/>
            <a:ext cx="29520" cy="32760"/>
          </a:xfrm>
          <a:custGeom>
            <a:avLst/>
            <a:gdLst>
              <a:gd name="textAreaLeft" fmla="*/ 0 w 29520"/>
              <a:gd name="textAreaRight" fmla="*/ 30240 w 2952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30365" h="33401">
                <a:moveTo>
                  <a:pt x="0" y="16700"/>
                </a:moveTo>
                <a:lnTo>
                  <a:pt x="30365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0" name="bk object 81"/>
          <p:cNvSpPr/>
          <p:nvPr/>
        </p:nvSpPr>
        <p:spPr>
          <a:xfrm>
            <a:off x="7761240" y="6293520"/>
            <a:ext cx="137880" cy="201240"/>
          </a:xfrm>
          <a:custGeom>
            <a:avLst/>
            <a:gdLst>
              <a:gd name="textAreaLeft" fmla="*/ 0 w 137880"/>
              <a:gd name="textAreaRight" fmla="*/ 138600 w 137880"/>
              <a:gd name="textAreaTop" fmla="*/ 0 h 201240"/>
              <a:gd name="textAreaBottom" fmla="*/ 201960 h 201240"/>
            </a:gdLst>
            <a:ahLst/>
            <a:cxnLst/>
            <a:rect l="textAreaLeft" t="textAreaTop" r="textAreaRight" b="textAreaBottom"/>
            <a:pathLst>
              <a:path w="138429" h="202056">
                <a:moveTo>
                  <a:pt x="27558" y="147954"/>
                </a:moveTo>
                <a:lnTo>
                  <a:pt x="126" y="147954"/>
                </a:lnTo>
                <a:lnTo>
                  <a:pt x="0" y="157225"/>
                </a:lnTo>
                <a:lnTo>
                  <a:pt x="2802" y="162940"/>
                </a:lnTo>
                <a:lnTo>
                  <a:pt x="2921" y="166115"/>
                </a:lnTo>
                <a:lnTo>
                  <a:pt x="32893" y="199135"/>
                </a:lnTo>
                <a:lnTo>
                  <a:pt x="44957" y="202056"/>
                </a:lnTo>
                <a:lnTo>
                  <a:pt x="78358" y="202056"/>
                </a:lnTo>
                <a:lnTo>
                  <a:pt x="90436" y="199135"/>
                </a:lnTo>
                <a:lnTo>
                  <a:pt x="114553" y="181101"/>
                </a:lnTo>
                <a:lnTo>
                  <a:pt x="114781" y="180720"/>
                </a:lnTo>
                <a:lnTo>
                  <a:pt x="54355" y="180720"/>
                </a:lnTo>
                <a:lnTo>
                  <a:pt x="48386" y="177799"/>
                </a:lnTo>
                <a:lnTo>
                  <a:pt x="39370" y="174878"/>
                </a:lnTo>
                <a:lnTo>
                  <a:pt x="33400" y="168909"/>
                </a:lnTo>
                <a:lnTo>
                  <a:pt x="30479" y="162940"/>
                </a:lnTo>
                <a:lnTo>
                  <a:pt x="27558" y="160007"/>
                </a:lnTo>
                <a:lnTo>
                  <a:pt x="27558" y="147954"/>
                </a:lnTo>
                <a:close/>
              </a:path>
              <a:path w="138429" h="202056">
                <a:moveTo>
                  <a:pt x="136073" y="108584"/>
                </a:moveTo>
                <a:lnTo>
                  <a:pt x="108203" y="108584"/>
                </a:lnTo>
                <a:lnTo>
                  <a:pt x="108203" y="126745"/>
                </a:lnTo>
                <a:lnTo>
                  <a:pt x="105282" y="138810"/>
                </a:lnTo>
                <a:lnTo>
                  <a:pt x="102361" y="147827"/>
                </a:lnTo>
                <a:lnTo>
                  <a:pt x="96393" y="159892"/>
                </a:lnTo>
                <a:lnTo>
                  <a:pt x="93472" y="168909"/>
                </a:lnTo>
                <a:lnTo>
                  <a:pt x="84454" y="174878"/>
                </a:lnTo>
                <a:lnTo>
                  <a:pt x="72516" y="180720"/>
                </a:lnTo>
                <a:lnTo>
                  <a:pt x="114781" y="180720"/>
                </a:lnTo>
                <a:lnTo>
                  <a:pt x="123571" y="165988"/>
                </a:lnTo>
                <a:lnTo>
                  <a:pt x="135508" y="123570"/>
                </a:lnTo>
                <a:lnTo>
                  <a:pt x="135533" y="111378"/>
                </a:lnTo>
                <a:lnTo>
                  <a:pt x="136073" y="108584"/>
                </a:lnTo>
                <a:close/>
              </a:path>
              <a:path w="138429" h="202056">
                <a:moveTo>
                  <a:pt x="81533" y="0"/>
                </a:moveTo>
                <a:lnTo>
                  <a:pt x="51180" y="0"/>
                </a:lnTo>
                <a:lnTo>
                  <a:pt x="39115" y="2920"/>
                </a:lnTo>
                <a:lnTo>
                  <a:pt x="27050" y="8889"/>
                </a:lnTo>
                <a:lnTo>
                  <a:pt x="9144" y="26796"/>
                </a:lnTo>
                <a:lnTo>
                  <a:pt x="3175" y="38861"/>
                </a:lnTo>
                <a:lnTo>
                  <a:pt x="253" y="50926"/>
                </a:lnTo>
                <a:lnTo>
                  <a:pt x="253" y="78358"/>
                </a:lnTo>
                <a:lnTo>
                  <a:pt x="27050" y="120395"/>
                </a:lnTo>
                <a:lnTo>
                  <a:pt x="45084" y="129285"/>
                </a:lnTo>
                <a:lnTo>
                  <a:pt x="78485" y="129285"/>
                </a:lnTo>
                <a:lnTo>
                  <a:pt x="87502" y="126364"/>
                </a:lnTo>
                <a:lnTo>
                  <a:pt x="96520" y="120395"/>
                </a:lnTo>
                <a:lnTo>
                  <a:pt x="99440" y="117474"/>
                </a:lnTo>
                <a:lnTo>
                  <a:pt x="102361" y="117474"/>
                </a:lnTo>
                <a:lnTo>
                  <a:pt x="105282" y="114553"/>
                </a:lnTo>
                <a:lnTo>
                  <a:pt x="108203" y="108584"/>
                </a:lnTo>
                <a:lnTo>
                  <a:pt x="136073" y="108584"/>
                </a:lnTo>
                <a:lnTo>
                  <a:pt x="136196" y="107949"/>
                </a:lnTo>
                <a:lnTo>
                  <a:pt x="66166" y="107949"/>
                </a:lnTo>
                <a:lnTo>
                  <a:pt x="48132" y="102107"/>
                </a:lnTo>
                <a:lnTo>
                  <a:pt x="36195" y="96265"/>
                </a:lnTo>
                <a:lnTo>
                  <a:pt x="33286" y="90296"/>
                </a:lnTo>
                <a:lnTo>
                  <a:pt x="30352" y="81279"/>
                </a:lnTo>
                <a:lnTo>
                  <a:pt x="27419" y="75310"/>
                </a:lnTo>
                <a:lnTo>
                  <a:pt x="27419" y="56768"/>
                </a:lnTo>
                <a:lnTo>
                  <a:pt x="30352" y="47751"/>
                </a:lnTo>
                <a:lnTo>
                  <a:pt x="33161" y="42036"/>
                </a:lnTo>
                <a:lnTo>
                  <a:pt x="33286" y="38861"/>
                </a:lnTo>
                <a:lnTo>
                  <a:pt x="48005" y="24129"/>
                </a:lnTo>
                <a:lnTo>
                  <a:pt x="57023" y="24129"/>
                </a:lnTo>
                <a:lnTo>
                  <a:pt x="66039" y="21208"/>
                </a:lnTo>
                <a:lnTo>
                  <a:pt x="117982" y="21208"/>
                </a:lnTo>
                <a:lnTo>
                  <a:pt x="105663" y="8889"/>
                </a:lnTo>
                <a:lnTo>
                  <a:pt x="93611" y="2920"/>
                </a:lnTo>
                <a:lnTo>
                  <a:pt x="81533" y="0"/>
                </a:lnTo>
                <a:close/>
              </a:path>
              <a:path w="138429" h="202056">
                <a:moveTo>
                  <a:pt x="117982" y="21208"/>
                </a:moveTo>
                <a:lnTo>
                  <a:pt x="66039" y="21208"/>
                </a:lnTo>
                <a:lnTo>
                  <a:pt x="75044" y="24129"/>
                </a:lnTo>
                <a:lnTo>
                  <a:pt x="84086" y="24129"/>
                </a:lnTo>
                <a:lnTo>
                  <a:pt x="101980" y="42036"/>
                </a:lnTo>
                <a:lnTo>
                  <a:pt x="104777" y="47751"/>
                </a:lnTo>
                <a:lnTo>
                  <a:pt x="104901" y="78358"/>
                </a:lnTo>
                <a:lnTo>
                  <a:pt x="101980" y="81279"/>
                </a:lnTo>
                <a:lnTo>
                  <a:pt x="99059" y="90296"/>
                </a:lnTo>
                <a:lnTo>
                  <a:pt x="99059" y="93217"/>
                </a:lnTo>
                <a:lnTo>
                  <a:pt x="96138" y="96138"/>
                </a:lnTo>
                <a:lnTo>
                  <a:pt x="90170" y="99059"/>
                </a:lnTo>
                <a:lnTo>
                  <a:pt x="81152" y="105028"/>
                </a:lnTo>
                <a:lnTo>
                  <a:pt x="75183" y="105028"/>
                </a:lnTo>
                <a:lnTo>
                  <a:pt x="66166" y="107949"/>
                </a:lnTo>
                <a:lnTo>
                  <a:pt x="136196" y="107949"/>
                </a:lnTo>
                <a:lnTo>
                  <a:pt x="138429" y="96392"/>
                </a:lnTo>
                <a:lnTo>
                  <a:pt x="135508" y="72135"/>
                </a:lnTo>
                <a:lnTo>
                  <a:pt x="132587" y="50926"/>
                </a:lnTo>
                <a:lnTo>
                  <a:pt x="123571" y="32765"/>
                </a:lnTo>
                <a:lnTo>
                  <a:pt x="123571" y="29832"/>
                </a:lnTo>
                <a:lnTo>
                  <a:pt x="120650" y="23875"/>
                </a:lnTo>
                <a:lnTo>
                  <a:pt x="117982" y="2120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1" name="bk object 82"/>
          <p:cNvSpPr/>
          <p:nvPr/>
        </p:nvSpPr>
        <p:spPr>
          <a:xfrm>
            <a:off x="8142480" y="6293520"/>
            <a:ext cx="71280" cy="200160"/>
          </a:xfrm>
          <a:custGeom>
            <a:avLst/>
            <a:gdLst>
              <a:gd name="textAreaLeft" fmla="*/ 0 w 71280"/>
              <a:gd name="textAreaRight" fmla="*/ 72000 w 71280"/>
              <a:gd name="textAreaTop" fmla="*/ 0 h 200160"/>
              <a:gd name="textAreaBottom" fmla="*/ 200880 h 200160"/>
            </a:gdLst>
            <a:ahLst/>
            <a:cxnLst/>
            <a:rect l="textAreaLeft" t="textAreaTop" r="textAreaRight" b="textAreaBottom"/>
            <a:pathLst>
              <a:path w="72135" h="201041">
                <a:moveTo>
                  <a:pt x="72135" y="0"/>
                </a:moveTo>
                <a:lnTo>
                  <a:pt x="53975" y="0"/>
                </a:lnTo>
                <a:lnTo>
                  <a:pt x="51053" y="2920"/>
                </a:lnTo>
                <a:lnTo>
                  <a:pt x="51053" y="8889"/>
                </a:lnTo>
                <a:lnTo>
                  <a:pt x="45211" y="20827"/>
                </a:lnTo>
                <a:lnTo>
                  <a:pt x="36207" y="26784"/>
                </a:lnTo>
                <a:lnTo>
                  <a:pt x="30225" y="32765"/>
                </a:lnTo>
                <a:lnTo>
                  <a:pt x="21208" y="35686"/>
                </a:lnTo>
                <a:lnTo>
                  <a:pt x="0" y="35686"/>
                </a:lnTo>
                <a:lnTo>
                  <a:pt x="0" y="56895"/>
                </a:lnTo>
                <a:lnTo>
                  <a:pt x="45593" y="56895"/>
                </a:lnTo>
                <a:lnTo>
                  <a:pt x="45593" y="200024"/>
                </a:lnTo>
                <a:lnTo>
                  <a:pt x="44703" y="201040"/>
                </a:lnTo>
                <a:lnTo>
                  <a:pt x="72135" y="201040"/>
                </a:lnTo>
                <a:lnTo>
                  <a:pt x="72135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" name="bk object 83"/>
          <p:cNvSpPr/>
          <p:nvPr/>
        </p:nvSpPr>
        <p:spPr>
          <a:xfrm>
            <a:off x="8270280" y="6460200"/>
            <a:ext cx="29520" cy="32760"/>
          </a:xfrm>
          <a:custGeom>
            <a:avLst/>
            <a:gdLst>
              <a:gd name="textAreaLeft" fmla="*/ 0 w 29520"/>
              <a:gd name="textAreaRight" fmla="*/ 30240 w 2952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30353" h="33401">
                <a:moveTo>
                  <a:pt x="0" y="16700"/>
                </a:moveTo>
                <a:lnTo>
                  <a:pt x="30353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3" name="bk object 84"/>
          <p:cNvSpPr/>
          <p:nvPr/>
        </p:nvSpPr>
        <p:spPr>
          <a:xfrm>
            <a:off x="8330760" y="6293520"/>
            <a:ext cx="134640" cy="201960"/>
          </a:xfrm>
          <a:custGeom>
            <a:avLst/>
            <a:gdLst>
              <a:gd name="textAreaLeft" fmla="*/ 0 w 134640"/>
              <a:gd name="textAreaRight" fmla="*/ 135360 w 134640"/>
              <a:gd name="textAreaTop" fmla="*/ 0 h 201960"/>
              <a:gd name="textAreaBottom" fmla="*/ 202680 h 201960"/>
            </a:gdLst>
            <a:ahLst/>
            <a:cxnLst/>
            <a:rect l="textAreaLeft" t="textAreaTop" r="textAreaRight" b="textAreaBottom"/>
            <a:pathLst>
              <a:path w="135508" h="202564">
                <a:moveTo>
                  <a:pt x="93598" y="2920"/>
                </a:moveTo>
                <a:lnTo>
                  <a:pt x="42290" y="2920"/>
                </a:lnTo>
                <a:lnTo>
                  <a:pt x="30225" y="11937"/>
                </a:lnTo>
                <a:lnTo>
                  <a:pt x="18287" y="23875"/>
                </a:lnTo>
                <a:lnTo>
                  <a:pt x="18287" y="26784"/>
                </a:lnTo>
                <a:lnTo>
                  <a:pt x="12318" y="32765"/>
                </a:lnTo>
                <a:lnTo>
                  <a:pt x="12318" y="38734"/>
                </a:lnTo>
                <a:lnTo>
                  <a:pt x="9397" y="41655"/>
                </a:lnTo>
                <a:lnTo>
                  <a:pt x="6476" y="53720"/>
                </a:lnTo>
                <a:lnTo>
                  <a:pt x="3527" y="75310"/>
                </a:lnTo>
                <a:lnTo>
                  <a:pt x="634" y="102361"/>
                </a:lnTo>
                <a:lnTo>
                  <a:pt x="0" y="102742"/>
                </a:lnTo>
                <a:lnTo>
                  <a:pt x="5841" y="148335"/>
                </a:lnTo>
                <a:lnTo>
                  <a:pt x="29844" y="193674"/>
                </a:lnTo>
                <a:lnTo>
                  <a:pt x="53975" y="202564"/>
                </a:lnTo>
                <a:lnTo>
                  <a:pt x="81406" y="202564"/>
                </a:lnTo>
                <a:lnTo>
                  <a:pt x="93471" y="199643"/>
                </a:lnTo>
                <a:lnTo>
                  <a:pt x="105536" y="193674"/>
                </a:lnTo>
                <a:lnTo>
                  <a:pt x="117601" y="181609"/>
                </a:lnTo>
                <a:lnTo>
                  <a:pt x="117727" y="181355"/>
                </a:lnTo>
                <a:lnTo>
                  <a:pt x="69722" y="181355"/>
                </a:lnTo>
                <a:lnTo>
                  <a:pt x="60718" y="178434"/>
                </a:lnTo>
                <a:lnTo>
                  <a:pt x="54736" y="178434"/>
                </a:lnTo>
                <a:lnTo>
                  <a:pt x="45719" y="172465"/>
                </a:lnTo>
                <a:lnTo>
                  <a:pt x="39750" y="166484"/>
                </a:lnTo>
                <a:lnTo>
                  <a:pt x="36829" y="154431"/>
                </a:lnTo>
                <a:lnTo>
                  <a:pt x="33908" y="148462"/>
                </a:lnTo>
                <a:lnTo>
                  <a:pt x="30987" y="139445"/>
                </a:lnTo>
                <a:lnTo>
                  <a:pt x="30987" y="124332"/>
                </a:lnTo>
                <a:lnTo>
                  <a:pt x="28066" y="103123"/>
                </a:lnTo>
                <a:lnTo>
                  <a:pt x="27939" y="102361"/>
                </a:lnTo>
                <a:lnTo>
                  <a:pt x="30860" y="78104"/>
                </a:lnTo>
                <a:lnTo>
                  <a:pt x="30860" y="62991"/>
                </a:lnTo>
                <a:lnTo>
                  <a:pt x="33781" y="57022"/>
                </a:lnTo>
                <a:lnTo>
                  <a:pt x="39623" y="38988"/>
                </a:lnTo>
                <a:lnTo>
                  <a:pt x="45592" y="29959"/>
                </a:lnTo>
                <a:lnTo>
                  <a:pt x="54609" y="27050"/>
                </a:lnTo>
                <a:lnTo>
                  <a:pt x="60578" y="24129"/>
                </a:lnTo>
                <a:lnTo>
                  <a:pt x="119282" y="24129"/>
                </a:lnTo>
                <a:lnTo>
                  <a:pt x="117728" y="20954"/>
                </a:lnTo>
                <a:lnTo>
                  <a:pt x="93598" y="2920"/>
                </a:lnTo>
                <a:close/>
              </a:path>
              <a:path w="135508" h="202564">
                <a:moveTo>
                  <a:pt x="119282" y="24129"/>
                </a:moveTo>
                <a:lnTo>
                  <a:pt x="78739" y="24129"/>
                </a:lnTo>
                <a:lnTo>
                  <a:pt x="90677" y="29959"/>
                </a:lnTo>
                <a:lnTo>
                  <a:pt x="102615" y="48005"/>
                </a:lnTo>
                <a:lnTo>
                  <a:pt x="108534" y="62991"/>
                </a:lnTo>
                <a:lnTo>
                  <a:pt x="108534" y="139445"/>
                </a:lnTo>
                <a:lnTo>
                  <a:pt x="102615" y="154431"/>
                </a:lnTo>
                <a:lnTo>
                  <a:pt x="96646" y="166484"/>
                </a:lnTo>
                <a:lnTo>
                  <a:pt x="84708" y="178434"/>
                </a:lnTo>
                <a:lnTo>
                  <a:pt x="78739" y="178434"/>
                </a:lnTo>
                <a:lnTo>
                  <a:pt x="69722" y="181355"/>
                </a:lnTo>
                <a:lnTo>
                  <a:pt x="117727" y="181355"/>
                </a:lnTo>
                <a:lnTo>
                  <a:pt x="123570" y="169544"/>
                </a:lnTo>
                <a:lnTo>
                  <a:pt x="132587" y="148335"/>
                </a:lnTo>
                <a:lnTo>
                  <a:pt x="135508" y="130174"/>
                </a:lnTo>
                <a:lnTo>
                  <a:pt x="135456" y="74929"/>
                </a:lnTo>
                <a:lnTo>
                  <a:pt x="132587" y="54101"/>
                </a:lnTo>
                <a:lnTo>
                  <a:pt x="123508" y="32765"/>
                </a:lnTo>
                <a:lnTo>
                  <a:pt x="119282" y="24129"/>
                </a:lnTo>
                <a:close/>
              </a:path>
              <a:path w="135508" h="202564">
                <a:moveTo>
                  <a:pt x="81660" y="0"/>
                </a:moveTo>
                <a:lnTo>
                  <a:pt x="54228" y="0"/>
                </a:lnTo>
                <a:lnTo>
                  <a:pt x="48259" y="2920"/>
                </a:lnTo>
                <a:lnTo>
                  <a:pt x="87629" y="2920"/>
                </a:lnTo>
                <a:lnTo>
                  <a:pt x="8166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4" name="bk object 85"/>
          <p:cNvSpPr/>
          <p:nvPr/>
        </p:nvSpPr>
        <p:spPr>
          <a:xfrm>
            <a:off x="2387520" y="55396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5" name="bk object 86"/>
          <p:cNvSpPr/>
          <p:nvPr/>
        </p:nvSpPr>
        <p:spPr>
          <a:xfrm>
            <a:off x="2448360" y="55335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6" name="bk object 87"/>
          <p:cNvSpPr/>
          <p:nvPr/>
        </p:nvSpPr>
        <p:spPr>
          <a:xfrm>
            <a:off x="2506320" y="55274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7" name="bk object 88"/>
          <p:cNvSpPr/>
          <p:nvPr/>
        </p:nvSpPr>
        <p:spPr>
          <a:xfrm>
            <a:off x="2567520" y="55242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" name="bk object 89"/>
          <p:cNvSpPr/>
          <p:nvPr/>
        </p:nvSpPr>
        <p:spPr>
          <a:xfrm>
            <a:off x="2625120" y="55180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9" name="bk object 90"/>
          <p:cNvSpPr/>
          <p:nvPr/>
        </p:nvSpPr>
        <p:spPr>
          <a:xfrm>
            <a:off x="2683440" y="55119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0" name="bk object 91"/>
          <p:cNvSpPr/>
          <p:nvPr/>
        </p:nvSpPr>
        <p:spPr>
          <a:xfrm>
            <a:off x="2744280" y="55058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1" name="bk object 92"/>
          <p:cNvSpPr/>
          <p:nvPr/>
        </p:nvSpPr>
        <p:spPr>
          <a:xfrm>
            <a:off x="2802240" y="55029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2" name="bk object 93"/>
          <p:cNvSpPr/>
          <p:nvPr/>
        </p:nvSpPr>
        <p:spPr>
          <a:xfrm>
            <a:off x="2863080" y="54968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3" name="bk object 94"/>
          <p:cNvSpPr/>
          <p:nvPr/>
        </p:nvSpPr>
        <p:spPr>
          <a:xfrm>
            <a:off x="2921040" y="54907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4" name="bk object 95"/>
          <p:cNvSpPr/>
          <p:nvPr/>
        </p:nvSpPr>
        <p:spPr>
          <a:xfrm>
            <a:off x="2981880" y="54846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5" name="bk object 96"/>
          <p:cNvSpPr/>
          <p:nvPr/>
        </p:nvSpPr>
        <p:spPr>
          <a:xfrm>
            <a:off x="3039840" y="54784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6" name="bk object 97"/>
          <p:cNvSpPr/>
          <p:nvPr/>
        </p:nvSpPr>
        <p:spPr>
          <a:xfrm>
            <a:off x="3097800" y="54723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7" name="bk object 98"/>
          <p:cNvSpPr/>
          <p:nvPr/>
        </p:nvSpPr>
        <p:spPr>
          <a:xfrm>
            <a:off x="3158640" y="54662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8" name="bk object 99"/>
          <p:cNvSpPr/>
          <p:nvPr/>
        </p:nvSpPr>
        <p:spPr>
          <a:xfrm>
            <a:off x="3216600" y="54601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9" name="bk object 100"/>
          <p:cNvSpPr/>
          <p:nvPr/>
        </p:nvSpPr>
        <p:spPr>
          <a:xfrm>
            <a:off x="3277440" y="54540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0" name="bk object 101"/>
          <p:cNvSpPr/>
          <p:nvPr/>
        </p:nvSpPr>
        <p:spPr>
          <a:xfrm>
            <a:off x="3335400" y="54482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1" name="bk object 102"/>
          <p:cNvSpPr/>
          <p:nvPr/>
        </p:nvSpPr>
        <p:spPr>
          <a:xfrm>
            <a:off x="3393360" y="54417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2" name="bk object 103"/>
          <p:cNvSpPr/>
          <p:nvPr/>
        </p:nvSpPr>
        <p:spPr>
          <a:xfrm>
            <a:off x="3454560" y="54327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3" name="bk object 104"/>
          <p:cNvSpPr/>
          <p:nvPr/>
        </p:nvSpPr>
        <p:spPr>
          <a:xfrm>
            <a:off x="3512520" y="54266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4" name="bk object 105"/>
          <p:cNvSpPr/>
          <p:nvPr/>
        </p:nvSpPr>
        <p:spPr>
          <a:xfrm>
            <a:off x="3573360" y="54205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5" name="bk object 106"/>
          <p:cNvSpPr/>
          <p:nvPr/>
        </p:nvSpPr>
        <p:spPr>
          <a:xfrm>
            <a:off x="3630960" y="54115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6" name="bk object 107"/>
          <p:cNvSpPr/>
          <p:nvPr/>
        </p:nvSpPr>
        <p:spPr>
          <a:xfrm>
            <a:off x="3692160" y="54054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7" name="bk object 108"/>
          <p:cNvSpPr/>
          <p:nvPr/>
        </p:nvSpPr>
        <p:spPr>
          <a:xfrm>
            <a:off x="3750120" y="53960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8" name="bk object 109"/>
          <p:cNvSpPr/>
          <p:nvPr/>
        </p:nvSpPr>
        <p:spPr>
          <a:xfrm>
            <a:off x="3808080" y="53902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9" name="bk object 110"/>
          <p:cNvSpPr/>
          <p:nvPr/>
        </p:nvSpPr>
        <p:spPr>
          <a:xfrm>
            <a:off x="3868920" y="53809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0" name="bk object 111"/>
          <p:cNvSpPr/>
          <p:nvPr/>
        </p:nvSpPr>
        <p:spPr>
          <a:xfrm>
            <a:off x="3926880" y="53748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1" name="bk object 112"/>
          <p:cNvSpPr/>
          <p:nvPr/>
        </p:nvSpPr>
        <p:spPr>
          <a:xfrm>
            <a:off x="3987720" y="53658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2" name="bk object 113"/>
          <p:cNvSpPr/>
          <p:nvPr/>
        </p:nvSpPr>
        <p:spPr>
          <a:xfrm>
            <a:off x="4045680" y="53564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3" name="bk object 114"/>
          <p:cNvSpPr/>
          <p:nvPr/>
        </p:nvSpPr>
        <p:spPr>
          <a:xfrm>
            <a:off x="4103640" y="53474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4" name="bk object 115"/>
          <p:cNvSpPr/>
          <p:nvPr/>
        </p:nvSpPr>
        <p:spPr>
          <a:xfrm>
            <a:off x="4164480" y="53380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5" name="bk object 116"/>
          <p:cNvSpPr/>
          <p:nvPr/>
        </p:nvSpPr>
        <p:spPr>
          <a:xfrm>
            <a:off x="4222440" y="53290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6" name="bk object 117"/>
          <p:cNvSpPr/>
          <p:nvPr/>
        </p:nvSpPr>
        <p:spPr>
          <a:xfrm>
            <a:off x="4283640" y="53200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7" name="bk object 118"/>
          <p:cNvSpPr/>
          <p:nvPr/>
        </p:nvSpPr>
        <p:spPr>
          <a:xfrm>
            <a:off x="4341600" y="53110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8" name="bk object 119"/>
          <p:cNvSpPr/>
          <p:nvPr/>
        </p:nvSpPr>
        <p:spPr>
          <a:xfrm>
            <a:off x="4402080" y="53017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9" name="bk object 120"/>
          <p:cNvSpPr/>
          <p:nvPr/>
        </p:nvSpPr>
        <p:spPr>
          <a:xfrm>
            <a:off x="4460040" y="52894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0" name="bk object 121"/>
          <p:cNvSpPr/>
          <p:nvPr/>
        </p:nvSpPr>
        <p:spPr>
          <a:xfrm>
            <a:off x="4518000" y="52804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1" name="bk object 122"/>
          <p:cNvSpPr/>
          <p:nvPr/>
        </p:nvSpPr>
        <p:spPr>
          <a:xfrm>
            <a:off x="4579200" y="52682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2" name="bk object 123"/>
          <p:cNvSpPr/>
          <p:nvPr/>
        </p:nvSpPr>
        <p:spPr>
          <a:xfrm>
            <a:off x="4637160" y="52592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3" name="bk object 124"/>
          <p:cNvSpPr/>
          <p:nvPr/>
        </p:nvSpPr>
        <p:spPr>
          <a:xfrm>
            <a:off x="4698000" y="52470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4" name="bk object 125"/>
          <p:cNvSpPr/>
          <p:nvPr/>
        </p:nvSpPr>
        <p:spPr>
          <a:xfrm>
            <a:off x="4755960" y="52347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5" name="bk object 126"/>
          <p:cNvSpPr/>
          <p:nvPr/>
        </p:nvSpPr>
        <p:spPr>
          <a:xfrm>
            <a:off x="4816800" y="52225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6" name="bk object 127"/>
          <p:cNvSpPr/>
          <p:nvPr/>
        </p:nvSpPr>
        <p:spPr>
          <a:xfrm>
            <a:off x="4874760" y="52102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7" name="bk object 128"/>
          <p:cNvSpPr/>
          <p:nvPr/>
        </p:nvSpPr>
        <p:spPr>
          <a:xfrm>
            <a:off x="4932720" y="51980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8" name="bk object 129"/>
          <p:cNvSpPr/>
          <p:nvPr/>
        </p:nvSpPr>
        <p:spPr>
          <a:xfrm>
            <a:off x="4993560" y="51858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9" name="bk object 130"/>
          <p:cNvSpPr/>
          <p:nvPr/>
        </p:nvSpPr>
        <p:spPr>
          <a:xfrm>
            <a:off x="5051520" y="51706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0" name="bk object 131"/>
          <p:cNvSpPr/>
          <p:nvPr/>
        </p:nvSpPr>
        <p:spPr>
          <a:xfrm>
            <a:off x="5112720" y="51584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1" name="bk object 132"/>
          <p:cNvSpPr/>
          <p:nvPr/>
        </p:nvSpPr>
        <p:spPr>
          <a:xfrm>
            <a:off x="5170320" y="51433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2" name="bk object 133"/>
          <p:cNvSpPr/>
          <p:nvPr/>
        </p:nvSpPr>
        <p:spPr>
          <a:xfrm>
            <a:off x="5228280" y="51278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3" name="bk object 134"/>
          <p:cNvSpPr/>
          <p:nvPr/>
        </p:nvSpPr>
        <p:spPr>
          <a:xfrm>
            <a:off x="5289120" y="51127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4" name="bk object 135"/>
          <p:cNvSpPr/>
          <p:nvPr/>
        </p:nvSpPr>
        <p:spPr>
          <a:xfrm>
            <a:off x="5347080" y="50976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5" name="bk object 136"/>
          <p:cNvSpPr/>
          <p:nvPr/>
        </p:nvSpPr>
        <p:spPr>
          <a:xfrm>
            <a:off x="5407920" y="50792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6" name="bk object 137"/>
          <p:cNvSpPr/>
          <p:nvPr/>
        </p:nvSpPr>
        <p:spPr>
          <a:xfrm>
            <a:off x="5465880" y="50641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7" name="bk object 138"/>
          <p:cNvSpPr/>
          <p:nvPr/>
        </p:nvSpPr>
        <p:spPr>
          <a:xfrm>
            <a:off x="5527080" y="50457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8" name="bk object 139"/>
          <p:cNvSpPr/>
          <p:nvPr/>
        </p:nvSpPr>
        <p:spPr>
          <a:xfrm>
            <a:off x="5585040" y="50274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9" name="bk object 140"/>
          <p:cNvSpPr/>
          <p:nvPr/>
        </p:nvSpPr>
        <p:spPr>
          <a:xfrm>
            <a:off x="5642640" y="50090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0" name="bk object 141"/>
          <p:cNvSpPr/>
          <p:nvPr/>
        </p:nvSpPr>
        <p:spPr>
          <a:xfrm>
            <a:off x="5703840" y="49910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1" name="bk object 142"/>
          <p:cNvSpPr/>
          <p:nvPr/>
        </p:nvSpPr>
        <p:spPr>
          <a:xfrm>
            <a:off x="5761800" y="49694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2" name="bk object 143"/>
          <p:cNvSpPr/>
          <p:nvPr/>
        </p:nvSpPr>
        <p:spPr>
          <a:xfrm>
            <a:off x="5822640" y="49482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3" name="bk object 144"/>
          <p:cNvSpPr/>
          <p:nvPr/>
        </p:nvSpPr>
        <p:spPr>
          <a:xfrm>
            <a:off x="5880600" y="49269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4" name="bk object 145"/>
          <p:cNvSpPr/>
          <p:nvPr/>
        </p:nvSpPr>
        <p:spPr>
          <a:xfrm>
            <a:off x="5938560" y="49053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5" name="bk object 146"/>
          <p:cNvSpPr/>
          <p:nvPr/>
        </p:nvSpPr>
        <p:spPr>
          <a:xfrm>
            <a:off x="5999400" y="48808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6" name="bk object 147"/>
          <p:cNvSpPr/>
          <p:nvPr/>
        </p:nvSpPr>
        <p:spPr>
          <a:xfrm>
            <a:off x="6057360" y="48567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7" name="bk object 148"/>
          <p:cNvSpPr/>
          <p:nvPr/>
        </p:nvSpPr>
        <p:spPr>
          <a:xfrm>
            <a:off x="6118200" y="48322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33">
                <a:moveTo>
                  <a:pt x="0" y="0"/>
                </a:moveTo>
                <a:lnTo>
                  <a:pt x="2933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8" name="bk object 149"/>
          <p:cNvSpPr/>
          <p:nvPr/>
        </p:nvSpPr>
        <p:spPr>
          <a:xfrm>
            <a:off x="6176160" y="48049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9" name="bk object 150"/>
          <p:cNvSpPr/>
          <p:nvPr/>
        </p:nvSpPr>
        <p:spPr>
          <a:xfrm>
            <a:off x="6237360" y="47775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0" name="bk object 151"/>
          <p:cNvSpPr/>
          <p:nvPr/>
        </p:nvSpPr>
        <p:spPr>
          <a:xfrm>
            <a:off x="6295320" y="47502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1" name="bk object 152"/>
          <p:cNvSpPr/>
          <p:nvPr/>
        </p:nvSpPr>
        <p:spPr>
          <a:xfrm>
            <a:off x="6353280" y="47196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2" name="bk object 153"/>
          <p:cNvSpPr/>
          <p:nvPr/>
        </p:nvSpPr>
        <p:spPr>
          <a:xfrm>
            <a:off x="6413760" y="46861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3" name="bk object 154"/>
          <p:cNvSpPr/>
          <p:nvPr/>
        </p:nvSpPr>
        <p:spPr>
          <a:xfrm>
            <a:off x="6471720" y="46555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4" name="bk object 155"/>
          <p:cNvSpPr/>
          <p:nvPr/>
        </p:nvSpPr>
        <p:spPr>
          <a:xfrm>
            <a:off x="6532920" y="46191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5" name="bk object 156"/>
          <p:cNvSpPr/>
          <p:nvPr/>
        </p:nvSpPr>
        <p:spPr>
          <a:xfrm>
            <a:off x="6590880" y="45824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6" name="bk object 157"/>
          <p:cNvSpPr/>
          <p:nvPr/>
        </p:nvSpPr>
        <p:spPr>
          <a:xfrm>
            <a:off x="6651720" y="45457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33">
                <a:moveTo>
                  <a:pt x="0" y="0"/>
                </a:moveTo>
                <a:lnTo>
                  <a:pt x="2933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7" name="bk object 158"/>
          <p:cNvSpPr/>
          <p:nvPr/>
        </p:nvSpPr>
        <p:spPr>
          <a:xfrm>
            <a:off x="6709680" y="45061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8" name="bk object 159"/>
          <p:cNvSpPr/>
          <p:nvPr/>
        </p:nvSpPr>
        <p:spPr>
          <a:xfrm>
            <a:off x="6767640" y="44636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9" name="bk object 160"/>
          <p:cNvSpPr/>
          <p:nvPr/>
        </p:nvSpPr>
        <p:spPr>
          <a:xfrm>
            <a:off x="6828480" y="44179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0" name="bk object 161"/>
          <p:cNvSpPr/>
          <p:nvPr/>
        </p:nvSpPr>
        <p:spPr>
          <a:xfrm>
            <a:off x="6886440" y="43722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1" name="bk object 162"/>
          <p:cNvSpPr/>
          <p:nvPr/>
        </p:nvSpPr>
        <p:spPr>
          <a:xfrm>
            <a:off x="6947280" y="43203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19">
                <a:moveTo>
                  <a:pt x="0" y="0"/>
                </a:moveTo>
                <a:lnTo>
                  <a:pt x="2919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2" name="bk object 163"/>
          <p:cNvSpPr/>
          <p:nvPr/>
        </p:nvSpPr>
        <p:spPr>
          <a:xfrm>
            <a:off x="7005240" y="42685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19">
                <a:moveTo>
                  <a:pt x="0" y="0"/>
                </a:moveTo>
                <a:lnTo>
                  <a:pt x="2919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3" name="bk object 164"/>
          <p:cNvSpPr/>
          <p:nvPr/>
        </p:nvSpPr>
        <p:spPr>
          <a:xfrm>
            <a:off x="7063200" y="42105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4" name="bk object 165"/>
          <p:cNvSpPr/>
          <p:nvPr/>
        </p:nvSpPr>
        <p:spPr>
          <a:xfrm>
            <a:off x="7124040" y="41526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5" name="bk object 166"/>
          <p:cNvSpPr/>
          <p:nvPr/>
        </p:nvSpPr>
        <p:spPr>
          <a:xfrm>
            <a:off x="7182000" y="40885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2">
                <a:moveTo>
                  <a:pt x="0" y="0"/>
                </a:moveTo>
                <a:lnTo>
                  <a:pt x="2922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6" name="bk object 167"/>
          <p:cNvSpPr/>
          <p:nvPr/>
        </p:nvSpPr>
        <p:spPr>
          <a:xfrm>
            <a:off x="7242840" y="40186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7" name="bk object 168"/>
          <p:cNvSpPr/>
          <p:nvPr/>
        </p:nvSpPr>
        <p:spPr>
          <a:xfrm>
            <a:off x="7300800" y="39452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8" name="bk object 169"/>
          <p:cNvSpPr/>
          <p:nvPr/>
        </p:nvSpPr>
        <p:spPr>
          <a:xfrm>
            <a:off x="7362000" y="38660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9" name="bk object 170"/>
          <p:cNvSpPr/>
          <p:nvPr/>
        </p:nvSpPr>
        <p:spPr>
          <a:xfrm>
            <a:off x="7419960" y="37839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0" name="bk object 171"/>
          <p:cNvSpPr/>
          <p:nvPr/>
        </p:nvSpPr>
        <p:spPr>
          <a:xfrm>
            <a:off x="7477560" y="36925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1" name="bk object 172"/>
          <p:cNvSpPr/>
          <p:nvPr/>
        </p:nvSpPr>
        <p:spPr>
          <a:xfrm>
            <a:off x="7538760" y="35917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19">
                <a:moveTo>
                  <a:pt x="0" y="0"/>
                </a:moveTo>
                <a:lnTo>
                  <a:pt x="2919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2" name="bk object 173"/>
          <p:cNvSpPr/>
          <p:nvPr/>
        </p:nvSpPr>
        <p:spPr>
          <a:xfrm>
            <a:off x="7596720" y="34851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19">
                <a:moveTo>
                  <a:pt x="0" y="0"/>
                </a:moveTo>
                <a:lnTo>
                  <a:pt x="2919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3" name="bk object 174"/>
          <p:cNvSpPr/>
          <p:nvPr/>
        </p:nvSpPr>
        <p:spPr>
          <a:xfrm>
            <a:off x="7657560" y="33663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4" name="bk object 175"/>
          <p:cNvSpPr/>
          <p:nvPr/>
        </p:nvSpPr>
        <p:spPr>
          <a:xfrm>
            <a:off x="7715520" y="32382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2">
                <a:moveTo>
                  <a:pt x="0" y="0"/>
                </a:moveTo>
                <a:lnTo>
                  <a:pt x="2922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5" name="bk object 176"/>
          <p:cNvSpPr/>
          <p:nvPr/>
        </p:nvSpPr>
        <p:spPr>
          <a:xfrm>
            <a:off x="7773480" y="30981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2">
                <a:moveTo>
                  <a:pt x="0" y="0"/>
                </a:moveTo>
                <a:lnTo>
                  <a:pt x="2922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6" name="bk object 177"/>
          <p:cNvSpPr/>
          <p:nvPr/>
        </p:nvSpPr>
        <p:spPr>
          <a:xfrm>
            <a:off x="7834320" y="29426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7" name="bk object 178"/>
          <p:cNvSpPr/>
          <p:nvPr/>
        </p:nvSpPr>
        <p:spPr>
          <a:xfrm>
            <a:off x="7892280" y="27687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8" name="bk object 179"/>
          <p:cNvSpPr/>
          <p:nvPr/>
        </p:nvSpPr>
        <p:spPr>
          <a:xfrm>
            <a:off x="7953480" y="25768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9" name="bk object 180"/>
          <p:cNvSpPr/>
          <p:nvPr/>
        </p:nvSpPr>
        <p:spPr>
          <a:xfrm>
            <a:off x="8011080" y="23572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08">
                <a:moveTo>
                  <a:pt x="0" y="0"/>
                </a:moveTo>
                <a:lnTo>
                  <a:pt x="2908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0" name="bk object 181"/>
          <p:cNvSpPr/>
          <p:nvPr/>
        </p:nvSpPr>
        <p:spPr>
          <a:xfrm>
            <a:off x="8071920" y="21106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19">
                <a:moveTo>
                  <a:pt x="0" y="0"/>
                </a:moveTo>
                <a:lnTo>
                  <a:pt x="2919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1" name="bk object 182"/>
          <p:cNvSpPr/>
          <p:nvPr/>
        </p:nvSpPr>
        <p:spPr>
          <a:xfrm>
            <a:off x="8129880" y="18302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2" name="bk object 183"/>
          <p:cNvSpPr/>
          <p:nvPr/>
        </p:nvSpPr>
        <p:spPr>
          <a:xfrm>
            <a:off x="8187840" y="15069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3" name="bk object 184"/>
          <p:cNvSpPr/>
          <p:nvPr/>
        </p:nvSpPr>
        <p:spPr>
          <a:xfrm>
            <a:off x="8248680" y="11289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4" name="bk object 185"/>
          <p:cNvSpPr/>
          <p:nvPr/>
        </p:nvSpPr>
        <p:spPr>
          <a:xfrm>
            <a:off x="8306640" y="6840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5" name="bk object 186"/>
          <p:cNvSpPr/>
          <p:nvPr/>
        </p:nvSpPr>
        <p:spPr>
          <a:xfrm>
            <a:off x="2387520" y="695160"/>
            <a:ext cx="5905800" cy="4843440"/>
          </a:xfrm>
          <a:custGeom>
            <a:avLst/>
            <a:gdLst>
              <a:gd name="textAreaLeft" fmla="*/ 0 w 5905800"/>
              <a:gd name="textAreaRight" fmla="*/ 5906520 w 5905800"/>
              <a:gd name="textAreaTop" fmla="*/ 0 h 4843440"/>
              <a:gd name="textAreaBottom" fmla="*/ 4844160 h 4843440"/>
            </a:gdLst>
            <a:ahLst/>
            <a:cxnLst/>
            <a:rect l="textAreaLeft" t="textAreaTop" r="textAreaRight" b="textAreaBottom"/>
            <a:pathLst>
              <a:path w="5906515" h="4844288">
                <a:moveTo>
                  <a:pt x="0" y="4844288"/>
                </a:moveTo>
                <a:lnTo>
                  <a:pt x="60832" y="4838319"/>
                </a:lnTo>
                <a:lnTo>
                  <a:pt x="118617" y="4832350"/>
                </a:lnTo>
                <a:lnTo>
                  <a:pt x="179450" y="4829429"/>
                </a:lnTo>
                <a:lnTo>
                  <a:pt x="237235" y="4823459"/>
                </a:lnTo>
                <a:lnTo>
                  <a:pt x="295020" y="4817491"/>
                </a:lnTo>
                <a:lnTo>
                  <a:pt x="355853" y="4811521"/>
                </a:lnTo>
                <a:lnTo>
                  <a:pt x="413638" y="4808601"/>
                </a:lnTo>
                <a:lnTo>
                  <a:pt x="474471" y="4802632"/>
                </a:lnTo>
                <a:lnTo>
                  <a:pt x="532256" y="4796663"/>
                </a:lnTo>
                <a:lnTo>
                  <a:pt x="593089" y="4790694"/>
                </a:lnTo>
                <a:lnTo>
                  <a:pt x="650874" y="4784725"/>
                </a:lnTo>
                <a:lnTo>
                  <a:pt x="708659" y="4778756"/>
                </a:lnTo>
                <a:lnTo>
                  <a:pt x="769492" y="4772786"/>
                </a:lnTo>
                <a:lnTo>
                  <a:pt x="827277" y="4766818"/>
                </a:lnTo>
                <a:lnTo>
                  <a:pt x="888110" y="4760849"/>
                </a:lnTo>
                <a:lnTo>
                  <a:pt x="1003680" y="4748910"/>
                </a:lnTo>
                <a:lnTo>
                  <a:pt x="1064513" y="4739894"/>
                </a:lnTo>
                <a:lnTo>
                  <a:pt x="1122298" y="4733925"/>
                </a:lnTo>
                <a:lnTo>
                  <a:pt x="1183131" y="4727956"/>
                </a:lnTo>
                <a:lnTo>
                  <a:pt x="1240916" y="4718938"/>
                </a:lnTo>
                <a:lnTo>
                  <a:pt x="1301749" y="4712970"/>
                </a:lnTo>
                <a:lnTo>
                  <a:pt x="1359534" y="4703953"/>
                </a:lnTo>
                <a:lnTo>
                  <a:pt x="1417319" y="4697983"/>
                </a:lnTo>
                <a:lnTo>
                  <a:pt x="1478152" y="4688967"/>
                </a:lnTo>
                <a:lnTo>
                  <a:pt x="1535937" y="4682998"/>
                </a:lnTo>
                <a:lnTo>
                  <a:pt x="1596770" y="4673981"/>
                </a:lnTo>
                <a:lnTo>
                  <a:pt x="1654555" y="4664963"/>
                </a:lnTo>
                <a:lnTo>
                  <a:pt x="1712340" y="4655947"/>
                </a:lnTo>
                <a:lnTo>
                  <a:pt x="1773173" y="4646930"/>
                </a:lnTo>
                <a:lnTo>
                  <a:pt x="1830958" y="4637912"/>
                </a:lnTo>
                <a:lnTo>
                  <a:pt x="1891791" y="4628896"/>
                </a:lnTo>
                <a:lnTo>
                  <a:pt x="1949576" y="4619879"/>
                </a:lnTo>
                <a:lnTo>
                  <a:pt x="2010409" y="4610861"/>
                </a:lnTo>
                <a:lnTo>
                  <a:pt x="2068194" y="4598797"/>
                </a:lnTo>
                <a:lnTo>
                  <a:pt x="2125979" y="4589780"/>
                </a:lnTo>
                <a:lnTo>
                  <a:pt x="2186812" y="4577715"/>
                </a:lnTo>
                <a:lnTo>
                  <a:pt x="2244597" y="4568698"/>
                </a:lnTo>
                <a:lnTo>
                  <a:pt x="2305430" y="4556633"/>
                </a:lnTo>
                <a:lnTo>
                  <a:pt x="2363215" y="4544568"/>
                </a:lnTo>
                <a:lnTo>
                  <a:pt x="2424048" y="4532503"/>
                </a:lnTo>
                <a:lnTo>
                  <a:pt x="2481833" y="4520437"/>
                </a:lnTo>
                <a:lnTo>
                  <a:pt x="2539618" y="4508373"/>
                </a:lnTo>
                <a:lnTo>
                  <a:pt x="2600451" y="4496308"/>
                </a:lnTo>
                <a:lnTo>
                  <a:pt x="2658236" y="4481195"/>
                </a:lnTo>
                <a:lnTo>
                  <a:pt x="2719069" y="4469130"/>
                </a:lnTo>
                <a:lnTo>
                  <a:pt x="2776854" y="4454017"/>
                </a:lnTo>
                <a:lnTo>
                  <a:pt x="2834639" y="4438904"/>
                </a:lnTo>
                <a:lnTo>
                  <a:pt x="2895472" y="4423791"/>
                </a:lnTo>
                <a:lnTo>
                  <a:pt x="2953257" y="4408678"/>
                </a:lnTo>
                <a:lnTo>
                  <a:pt x="3014090" y="4390517"/>
                </a:lnTo>
                <a:lnTo>
                  <a:pt x="3071875" y="4375404"/>
                </a:lnTo>
                <a:lnTo>
                  <a:pt x="3132708" y="4357243"/>
                </a:lnTo>
                <a:lnTo>
                  <a:pt x="3190493" y="4339082"/>
                </a:lnTo>
                <a:lnTo>
                  <a:pt x="3248278" y="4320921"/>
                </a:lnTo>
                <a:lnTo>
                  <a:pt x="3309111" y="4302759"/>
                </a:lnTo>
                <a:lnTo>
                  <a:pt x="3366896" y="4281551"/>
                </a:lnTo>
                <a:lnTo>
                  <a:pt x="3427729" y="4260342"/>
                </a:lnTo>
                <a:lnTo>
                  <a:pt x="3543299" y="4217924"/>
                </a:lnTo>
                <a:lnTo>
                  <a:pt x="3604132" y="4193666"/>
                </a:lnTo>
                <a:lnTo>
                  <a:pt x="3661917" y="4169409"/>
                </a:lnTo>
                <a:lnTo>
                  <a:pt x="3722750" y="4145153"/>
                </a:lnTo>
                <a:lnTo>
                  <a:pt x="3780535" y="4117721"/>
                </a:lnTo>
                <a:lnTo>
                  <a:pt x="3841368" y="4090288"/>
                </a:lnTo>
                <a:lnTo>
                  <a:pt x="3899153" y="4062856"/>
                </a:lnTo>
                <a:lnTo>
                  <a:pt x="3956938" y="4032504"/>
                </a:lnTo>
                <a:lnTo>
                  <a:pt x="4017771" y="3999103"/>
                </a:lnTo>
                <a:lnTo>
                  <a:pt x="4075556" y="3968750"/>
                </a:lnTo>
                <a:lnTo>
                  <a:pt x="4136389" y="3932301"/>
                </a:lnTo>
                <a:lnTo>
                  <a:pt x="4194174" y="3895852"/>
                </a:lnTo>
                <a:lnTo>
                  <a:pt x="4255007" y="3859403"/>
                </a:lnTo>
                <a:lnTo>
                  <a:pt x="4312792" y="3819779"/>
                </a:lnTo>
                <a:lnTo>
                  <a:pt x="4370577" y="3777221"/>
                </a:lnTo>
                <a:lnTo>
                  <a:pt x="4431410" y="3731641"/>
                </a:lnTo>
                <a:lnTo>
                  <a:pt x="4489195" y="3686048"/>
                </a:lnTo>
                <a:lnTo>
                  <a:pt x="4550028" y="3634231"/>
                </a:lnTo>
                <a:lnTo>
                  <a:pt x="4607812" y="3582416"/>
                </a:lnTo>
                <a:lnTo>
                  <a:pt x="4665598" y="3524630"/>
                </a:lnTo>
                <a:lnTo>
                  <a:pt x="4726431" y="3466846"/>
                </a:lnTo>
                <a:lnTo>
                  <a:pt x="4784216" y="3402837"/>
                </a:lnTo>
                <a:lnTo>
                  <a:pt x="4845049" y="3332860"/>
                </a:lnTo>
                <a:lnTo>
                  <a:pt x="4902834" y="3259835"/>
                </a:lnTo>
                <a:lnTo>
                  <a:pt x="4963667" y="3180587"/>
                </a:lnTo>
                <a:lnTo>
                  <a:pt x="5021452" y="3098418"/>
                </a:lnTo>
                <a:lnTo>
                  <a:pt x="5079237" y="3007105"/>
                </a:lnTo>
                <a:lnTo>
                  <a:pt x="5140070" y="2906649"/>
                </a:lnTo>
                <a:lnTo>
                  <a:pt x="5197855" y="2799968"/>
                </a:lnTo>
                <a:lnTo>
                  <a:pt x="5258687" y="2681224"/>
                </a:lnTo>
                <a:lnTo>
                  <a:pt x="5316473" y="2553207"/>
                </a:lnTo>
                <a:lnTo>
                  <a:pt x="5374258" y="2413127"/>
                </a:lnTo>
                <a:lnTo>
                  <a:pt x="5435091" y="2257679"/>
                </a:lnTo>
                <a:lnTo>
                  <a:pt x="5492875" y="2084069"/>
                </a:lnTo>
                <a:lnTo>
                  <a:pt x="5553709" y="1892172"/>
                </a:lnTo>
                <a:lnTo>
                  <a:pt x="5611494" y="1672716"/>
                </a:lnTo>
                <a:lnTo>
                  <a:pt x="5672327" y="1425955"/>
                </a:lnTo>
                <a:lnTo>
                  <a:pt x="5730112" y="1145666"/>
                </a:lnTo>
                <a:lnTo>
                  <a:pt x="5787897" y="822705"/>
                </a:lnTo>
                <a:lnTo>
                  <a:pt x="5848730" y="444880"/>
                </a:lnTo>
                <a:lnTo>
                  <a:pt x="5906515" y="0"/>
                </a:lnTo>
              </a:path>
            </a:pathLst>
          </a:custGeom>
          <a:noFill/>
          <a:ln w="635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6" name="bk object 187"/>
          <p:cNvSpPr/>
          <p:nvPr/>
        </p:nvSpPr>
        <p:spPr>
          <a:xfrm>
            <a:off x="3711600" y="1895040"/>
            <a:ext cx="2564640" cy="659520"/>
          </a:xfrm>
          <a:custGeom>
            <a:avLst/>
            <a:gdLst>
              <a:gd name="textAreaLeft" fmla="*/ 0 w 2564640"/>
              <a:gd name="textAreaRight" fmla="*/ 2565360 w 2564640"/>
              <a:gd name="textAreaTop" fmla="*/ 0 h 659520"/>
              <a:gd name="textAreaBottom" fmla="*/ 660240 h 659520"/>
            </a:gdLst>
            <a:ahLst/>
            <a:cxnLst/>
            <a:rect l="textAreaLeft" t="textAreaTop" r="textAreaRight" b="textAreaBottom"/>
            <a:pathLst>
              <a:path w="2565400" h="660400">
                <a:moveTo>
                  <a:pt x="0" y="660400"/>
                </a:moveTo>
                <a:lnTo>
                  <a:pt x="2565400" y="660400"/>
                </a:lnTo>
                <a:lnTo>
                  <a:pt x="2565400" y="0"/>
                </a:lnTo>
                <a:lnTo>
                  <a:pt x="0" y="0"/>
                </a:lnTo>
                <a:lnTo>
                  <a:pt x="0" y="6604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3568320" y="1161000"/>
            <a:ext cx="2920680" cy="48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 type="ftr" idx="10"/>
          </p:nvPr>
        </p:nvSpPr>
        <p:spPr>
          <a:xfrm>
            <a:off x="3420000" y="7228440"/>
            <a:ext cx="32180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89" name="PlaceHolder 3"/>
          <p:cNvSpPr>
            <a:spLocks noGrp="1"/>
          </p:cNvSpPr>
          <p:nvPr>
            <p:ph type="dt" idx="11"/>
          </p:nvPr>
        </p:nvSpPr>
        <p:spPr>
          <a:xfrm>
            <a:off x="502920" y="7228440"/>
            <a:ext cx="23126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PlaceHolder 4"/>
          <p:cNvSpPr>
            <a:spLocks noGrp="1"/>
          </p:cNvSpPr>
          <p:nvPr>
            <p:ph type="sldNum" idx="12"/>
          </p:nvPr>
        </p:nvSpPr>
        <p:spPr>
          <a:xfrm>
            <a:off x="8089920" y="7223400"/>
            <a:ext cx="1568160" cy="20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12600"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O</a:t>
            </a:r>
            <a:r>
              <a:rPr lang="en-US" sz="1500" b="0" i="1" u="none" strike="noStrike" spc="-88" baseline="2000">
                <a:solidFill>
                  <a:schemeClr val="dk1"/>
                </a:solidFill>
                <a:effectLst/>
                <a:uFillTx/>
                <a:latin typeface="Arial"/>
              </a:rPr>
              <a:t>c </a:t>
            </a:r>
            <a:r>
              <a:rPr lang="en-US" sz="1500" b="0" i="1" u="none" strike="noStrike" spc="74" baseline="200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C.</a:t>
            </a:r>
            <a:r>
              <a:rPr lang="en-US" sz="1000" b="0" i="1" u="none" strike="noStrike" spc="51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20">
                <a:solidFill>
                  <a:schemeClr val="dk1"/>
                </a:solidFill>
                <a:effectLst/>
                <a:uFillTx/>
                <a:latin typeface="Arial"/>
              </a:rPr>
              <a:t>D.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31">
                <a:solidFill>
                  <a:schemeClr val="dk1"/>
                </a:solidFill>
                <a:effectLst/>
                <a:uFillTx/>
                <a:latin typeface="Arial"/>
              </a:rPr>
              <a:t>Ca</a:t>
            </a:r>
            <a:r>
              <a:rPr lang="en-US" sz="1000" b="0" i="1" u="none" strike="noStrike" spc="-60">
                <a:solidFill>
                  <a:schemeClr val="dk1"/>
                </a:solidFill>
                <a:effectLst/>
                <a:uFillTx/>
                <a:latin typeface="Arial"/>
              </a:rPr>
              <a:t>n</a:t>
            </a:r>
            <a:r>
              <a:rPr lang="en-US" sz="1000" b="0" i="1" u="none" strike="noStrike" spc="31">
                <a:solidFill>
                  <a:schemeClr val="dk1"/>
                </a:solidFill>
                <a:effectLst/>
                <a:uFillTx/>
                <a:latin typeface="Arial"/>
              </a:rPr>
              <a:t>trell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34">
                <a:solidFill>
                  <a:schemeClr val="dk1"/>
                </a:solidFill>
                <a:effectLst/>
                <a:uFillTx/>
                <a:latin typeface="Arial"/>
              </a:rPr>
              <a:t>(09/</a:t>
            </a:r>
            <a:fld id="{061F9705-5889-4F40-9C66-F2C11886F55A}" type="slidenum">
              <a:rPr lang="en-US" sz="1000" b="0" i="1" u="none" strike="noStrike" spc="-65">
                <a:solidFill>
                  <a:schemeClr val="dk1"/>
                </a:solidFill>
                <a:effectLst/>
                <a:uFillTx/>
                <a:latin typeface="Arial"/>
              </a:rPr>
              <a:t>‹#›</a:t>
            </a:fld>
            <a:r>
              <a:rPr lang="en-US" sz="1000" b="0" i="1" u="none" strike="noStrike" spc="-20">
                <a:solidFill>
                  <a:schemeClr val="dk1"/>
                </a:solidFill>
                <a:effectLst/>
                <a:uFillTx/>
                <a:latin typeface="Arial"/>
              </a:rPr>
              <a:t>98)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ftr" idx="13"/>
          </p:nvPr>
        </p:nvSpPr>
        <p:spPr>
          <a:xfrm>
            <a:off x="3420000" y="7228440"/>
            <a:ext cx="32180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92" name="PlaceHolder 2"/>
          <p:cNvSpPr>
            <a:spLocks noGrp="1"/>
          </p:cNvSpPr>
          <p:nvPr>
            <p:ph type="dt" idx="14"/>
          </p:nvPr>
        </p:nvSpPr>
        <p:spPr>
          <a:xfrm>
            <a:off x="502920" y="7228440"/>
            <a:ext cx="23126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sldNum" idx="15"/>
          </p:nvPr>
        </p:nvSpPr>
        <p:spPr>
          <a:xfrm>
            <a:off x="8089920" y="7223400"/>
            <a:ext cx="1568160" cy="20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12600"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O</a:t>
            </a:r>
            <a:r>
              <a:rPr lang="en-US" sz="1500" b="0" i="1" u="none" strike="noStrike" spc="-88" baseline="2000">
                <a:solidFill>
                  <a:schemeClr val="dk1"/>
                </a:solidFill>
                <a:effectLst/>
                <a:uFillTx/>
                <a:latin typeface="Arial"/>
              </a:rPr>
              <a:t>c </a:t>
            </a:r>
            <a:r>
              <a:rPr lang="en-US" sz="1500" b="0" i="1" u="none" strike="noStrike" spc="74" baseline="200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C.</a:t>
            </a:r>
            <a:r>
              <a:rPr lang="en-US" sz="1000" b="0" i="1" u="none" strike="noStrike" spc="51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20">
                <a:solidFill>
                  <a:schemeClr val="dk1"/>
                </a:solidFill>
                <a:effectLst/>
                <a:uFillTx/>
                <a:latin typeface="Arial"/>
              </a:rPr>
              <a:t>D.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31">
                <a:solidFill>
                  <a:schemeClr val="dk1"/>
                </a:solidFill>
                <a:effectLst/>
                <a:uFillTx/>
                <a:latin typeface="Arial"/>
              </a:rPr>
              <a:t>Ca</a:t>
            </a:r>
            <a:r>
              <a:rPr lang="en-US" sz="1000" b="0" i="1" u="none" strike="noStrike" spc="-60">
                <a:solidFill>
                  <a:schemeClr val="dk1"/>
                </a:solidFill>
                <a:effectLst/>
                <a:uFillTx/>
                <a:latin typeface="Arial"/>
              </a:rPr>
              <a:t>n</a:t>
            </a:r>
            <a:r>
              <a:rPr lang="en-US" sz="1000" b="0" i="1" u="none" strike="noStrike" spc="31">
                <a:solidFill>
                  <a:schemeClr val="dk1"/>
                </a:solidFill>
                <a:effectLst/>
                <a:uFillTx/>
                <a:latin typeface="Arial"/>
              </a:rPr>
              <a:t>trell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34">
                <a:solidFill>
                  <a:schemeClr val="dk1"/>
                </a:solidFill>
                <a:effectLst/>
                <a:uFillTx/>
                <a:latin typeface="Arial"/>
              </a:rPr>
              <a:t>(09/</a:t>
            </a:r>
            <a:fld id="{0EBD7EAC-8FD1-4434-9C95-79BE485A3A12}" type="slidenum">
              <a:rPr lang="en-US" sz="1000" b="0" i="1" u="none" strike="noStrike" spc="-65">
                <a:solidFill>
                  <a:schemeClr val="dk1"/>
                </a:solidFill>
                <a:effectLst/>
                <a:uFillTx/>
                <a:latin typeface="Arial"/>
              </a:rPr>
              <a:t>‹#›</a:t>
            </a:fld>
            <a:r>
              <a:rPr lang="en-US" sz="1000" b="0" i="1" u="none" strike="noStrike" spc="-20">
                <a:solidFill>
                  <a:schemeClr val="dk1"/>
                </a:solidFill>
                <a:effectLst/>
                <a:uFillTx/>
                <a:latin typeface="Arial"/>
              </a:rPr>
              <a:t>98)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PlaceHolder 4"/>
          <p:cNvSpPr>
            <a:spLocks noGrp="1"/>
          </p:cNvSpPr>
          <p:nvPr>
            <p:ph type="title"/>
          </p:nvPr>
        </p:nvSpPr>
        <p:spPr>
          <a:xfrm>
            <a:off x="502920" y="309960"/>
            <a:ext cx="9051840" cy="1297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PlaceHolder 5"/>
          <p:cNvSpPr>
            <a:spLocks noGrp="1"/>
          </p:cNvSpPr>
          <p:nvPr>
            <p:ph type="body"/>
          </p:nvPr>
        </p:nvSpPr>
        <p:spPr>
          <a:xfrm>
            <a:off x="502920" y="1818720"/>
            <a:ext cx="9051840" cy="450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197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8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9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502920" y="311400"/>
            <a:ext cx="9051840" cy="12945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502920" y="1739880"/>
            <a:ext cx="4443480" cy="7243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spcBef>
                <a:spcPts val="527"/>
              </a:spcBef>
              <a:buNone/>
              <a:tabLst>
                <a:tab pos="0" algn="l"/>
              </a:tabLst>
            </a:pPr>
            <a:r>
              <a:rPr lang="en-US" sz="2640" b="1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body"/>
          </p:nvPr>
        </p:nvSpPr>
        <p:spPr>
          <a:xfrm>
            <a:off x="502920" y="2464920"/>
            <a:ext cx="4443480" cy="44773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PlaceHolder 4"/>
          <p:cNvSpPr>
            <a:spLocks noGrp="1"/>
          </p:cNvSpPr>
          <p:nvPr>
            <p:ph type="body"/>
          </p:nvPr>
        </p:nvSpPr>
        <p:spPr>
          <a:xfrm>
            <a:off x="5109480" y="1739880"/>
            <a:ext cx="4445280" cy="7243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spcBef>
                <a:spcPts val="527"/>
              </a:spcBef>
              <a:buNone/>
              <a:tabLst>
                <a:tab pos="0" algn="l"/>
              </a:tabLst>
            </a:pPr>
            <a:r>
              <a:rPr lang="en-US" sz="2640" b="1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PlaceHolder 5"/>
          <p:cNvSpPr>
            <a:spLocks noGrp="1"/>
          </p:cNvSpPr>
          <p:nvPr>
            <p:ph type="body"/>
          </p:nvPr>
        </p:nvSpPr>
        <p:spPr>
          <a:xfrm>
            <a:off x="5109480" y="2464920"/>
            <a:ext cx="4445280" cy="44773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fault 3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06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7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8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4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11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2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3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15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6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7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502920" y="309600"/>
            <a:ext cx="3308400" cy="13161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20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3932640" y="309600"/>
            <a:ext cx="5622120" cy="663264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703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52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5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body"/>
          </p:nvPr>
        </p:nvSpPr>
        <p:spPr>
          <a:xfrm>
            <a:off x="502920" y="1626480"/>
            <a:ext cx="3308400" cy="53157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309"/>
              </a:spcBef>
              <a:buNone/>
              <a:tabLst>
                <a:tab pos="0" algn="l"/>
              </a:tabLst>
            </a:pPr>
            <a:r>
              <a:rPr lang="en-US" sz="15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15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22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3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24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1971360" y="5440680"/>
            <a:ext cx="6034320" cy="641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20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PlaceHolder 2"/>
          <p:cNvSpPr>
            <a:spLocks noGrp="1"/>
          </p:cNvSpPr>
          <p:nvPr>
            <p:ph type="body"/>
          </p:nvPr>
        </p:nvSpPr>
        <p:spPr>
          <a:xfrm>
            <a:off x="1971360" y="694440"/>
            <a:ext cx="6034320" cy="4662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52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icon to add picture</a:t>
            </a:r>
            <a:endParaRPr lang="en-US" sz="35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 type="body"/>
          </p:nvPr>
        </p:nvSpPr>
        <p:spPr>
          <a:xfrm>
            <a:off x="1971360" y="6082920"/>
            <a:ext cx="6034320" cy="911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309"/>
              </a:spcBef>
              <a:buNone/>
              <a:tabLst>
                <a:tab pos="0" algn="l"/>
              </a:tabLst>
            </a:pPr>
            <a:r>
              <a:rPr lang="en-US" sz="15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15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Rectangle 21" hidden="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29" name="Text Box 22" hidden="1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0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31" name="Rectangle 29" hidden="1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32" name="Rectangle 3"/>
          <p:cNvSpPr/>
          <p:nvPr/>
        </p:nvSpPr>
        <p:spPr>
          <a:xfrm>
            <a:off x="2514600" y="0"/>
            <a:ext cx="7543080" cy="603720"/>
          </a:xfrm>
          <a:prstGeom prst="rect">
            <a:avLst/>
          </a:prstGeom>
          <a:solidFill>
            <a:srgbClr val="6C9D30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33" name="Rectangle 4"/>
          <p:cNvSpPr/>
          <p:nvPr/>
        </p:nvSpPr>
        <p:spPr>
          <a:xfrm>
            <a:off x="0" y="0"/>
            <a:ext cx="2513880" cy="603720"/>
          </a:xfrm>
          <a:prstGeom prst="rect">
            <a:avLst/>
          </a:prstGeom>
          <a:solidFill>
            <a:srgbClr val="E4701D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34" name="Line 9"/>
          <p:cNvSpPr/>
          <p:nvPr/>
        </p:nvSpPr>
        <p:spPr>
          <a:xfrm>
            <a:off x="0" y="604440"/>
            <a:ext cx="10058400" cy="36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35" name="Line 10"/>
          <p:cNvSpPr/>
          <p:nvPr/>
        </p:nvSpPr>
        <p:spPr>
          <a:xfrm>
            <a:off x="2514600" y="0"/>
            <a:ext cx="360" cy="60444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36" name="Text Box 11"/>
          <p:cNvSpPr/>
          <p:nvPr/>
        </p:nvSpPr>
        <p:spPr>
          <a:xfrm>
            <a:off x="381600" y="102600"/>
            <a:ext cx="1625400" cy="396360"/>
          </a:xfrm>
          <a:prstGeom prst="rect">
            <a:avLst/>
          </a:prstGeom>
          <a:noFill/>
          <a:ln w="9525">
            <a:noFill/>
          </a:ln>
          <a:effectLst>
            <a:outerShdw dist="25455" dir="2700000" algn="ctr" rotWithShape="0">
              <a:srgbClr val="808080"/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979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ＭＳ Ｐゴシック"/>
              </a:rPr>
              <a:t>UT DALLAS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Box 12"/>
          <p:cNvSpPr/>
          <p:nvPr/>
        </p:nvSpPr>
        <p:spPr>
          <a:xfrm>
            <a:off x="2682360" y="136800"/>
            <a:ext cx="6788880" cy="32868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771"/>
              </a:spcBef>
            </a:pPr>
            <a:r>
              <a:rPr lang="en-US" sz="154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Erik Jonsson School of Engineering &amp; Computer Science</a:t>
            </a:r>
            <a:endParaRPr lang="en-US" sz="1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Rectangle 9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39" name="Text Box 14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0" name="Picture 16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41" name="Line 17"/>
          <p:cNvSpPr/>
          <p:nvPr/>
        </p:nvSpPr>
        <p:spPr>
          <a:xfrm>
            <a:off x="0" y="7081200"/>
            <a:ext cx="10058400" cy="36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754560" y="1986120"/>
            <a:ext cx="8548920" cy="12945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959" b="1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9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44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5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46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8548920" cy="3539880"/>
          </a:xfrm>
          <a:prstGeom prst="rect">
            <a:avLst/>
          </a:prstGeom>
          <a:noFill/>
          <a:ln w="9360">
            <a:noFill/>
          </a:ln>
        </p:spPr>
        <p:txBody>
          <a:bodyPr vert="eaVert"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50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1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52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7166520" y="172800"/>
            <a:ext cx="2136600" cy="5180760"/>
          </a:xfrm>
          <a:prstGeom prst="rect">
            <a:avLst/>
          </a:prstGeom>
          <a:noFill/>
          <a:ln w="9360">
            <a:noFill/>
          </a:ln>
        </p:spPr>
        <p:txBody>
          <a:bodyPr vert="eaVert"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PlaceHolder 2"/>
          <p:cNvSpPr>
            <a:spLocks noGrp="1"/>
          </p:cNvSpPr>
          <p:nvPr>
            <p:ph type="body"/>
          </p:nvPr>
        </p:nvSpPr>
        <p:spPr>
          <a:xfrm>
            <a:off x="754560" y="172800"/>
            <a:ext cx="6243840" cy="5180760"/>
          </a:xfrm>
          <a:prstGeom prst="rect">
            <a:avLst/>
          </a:prstGeom>
          <a:noFill/>
          <a:ln w="9360">
            <a:noFill/>
          </a:ln>
        </p:spPr>
        <p:txBody>
          <a:bodyPr vert="eaVert"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56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7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58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59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4190400" cy="35398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body"/>
          </p:nvPr>
        </p:nvSpPr>
        <p:spPr>
          <a:xfrm>
            <a:off x="5113080" y="1813680"/>
            <a:ext cx="4190400" cy="16833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PlaceHolder 4"/>
          <p:cNvSpPr>
            <a:spLocks noGrp="1"/>
          </p:cNvSpPr>
          <p:nvPr>
            <p:ph type="body"/>
          </p:nvPr>
        </p:nvSpPr>
        <p:spPr>
          <a:xfrm>
            <a:off x="5113080" y="3670200"/>
            <a:ext cx="4190400" cy="16833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64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5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6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67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8548920" cy="3539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icon to add table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fault 1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70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1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72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73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8548920" cy="35398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76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7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78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79" name="PlaceHolder 1"/>
          <p:cNvSpPr>
            <a:spLocks noGrp="1"/>
          </p:cNvSpPr>
          <p:nvPr>
            <p:ph type="title"/>
          </p:nvPr>
        </p:nvSpPr>
        <p:spPr>
          <a:xfrm>
            <a:off x="794520" y="4994640"/>
            <a:ext cx="8548920" cy="15429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1" u="none" strike="noStrike" cap="all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PlaceHolder 2"/>
          <p:cNvSpPr>
            <a:spLocks noGrp="1"/>
          </p:cNvSpPr>
          <p:nvPr>
            <p:ph type="body"/>
          </p:nvPr>
        </p:nvSpPr>
        <p:spPr>
          <a:xfrm>
            <a:off x="794520" y="3294360"/>
            <a:ext cx="8548920" cy="16995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fault 2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82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83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84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85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4190400" cy="35398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PlaceHolder 3"/>
          <p:cNvSpPr>
            <a:spLocks noGrp="1"/>
          </p:cNvSpPr>
          <p:nvPr>
            <p:ph type="body"/>
          </p:nvPr>
        </p:nvSpPr>
        <p:spPr>
          <a:xfrm>
            <a:off x="5113080" y="1813680"/>
            <a:ext cx="4190400" cy="35398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3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89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0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91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502920" y="311400"/>
            <a:ext cx="9051840" cy="12945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PlaceHolder 2"/>
          <p:cNvSpPr>
            <a:spLocks noGrp="1"/>
          </p:cNvSpPr>
          <p:nvPr>
            <p:ph type="body"/>
          </p:nvPr>
        </p:nvSpPr>
        <p:spPr>
          <a:xfrm>
            <a:off x="502920" y="1739880"/>
            <a:ext cx="4443480" cy="7243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spcBef>
                <a:spcPts val="527"/>
              </a:spcBef>
              <a:buNone/>
              <a:tabLst>
                <a:tab pos="0" algn="l"/>
              </a:tabLst>
            </a:pPr>
            <a:r>
              <a:rPr lang="en-US" sz="2640" b="1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 type="body"/>
          </p:nvPr>
        </p:nvSpPr>
        <p:spPr>
          <a:xfrm>
            <a:off x="502920" y="2464920"/>
            <a:ext cx="4443480" cy="44773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PlaceHolder 4"/>
          <p:cNvSpPr>
            <a:spLocks noGrp="1"/>
          </p:cNvSpPr>
          <p:nvPr>
            <p:ph type="body"/>
          </p:nvPr>
        </p:nvSpPr>
        <p:spPr>
          <a:xfrm>
            <a:off x="5109480" y="1739880"/>
            <a:ext cx="4445280" cy="7243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spcBef>
                <a:spcPts val="527"/>
              </a:spcBef>
              <a:buNone/>
              <a:tabLst>
                <a:tab pos="0" algn="l"/>
              </a:tabLst>
            </a:pPr>
            <a:r>
              <a:rPr lang="en-US" sz="2640" b="1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PlaceHolder 5"/>
          <p:cNvSpPr>
            <a:spLocks noGrp="1"/>
          </p:cNvSpPr>
          <p:nvPr>
            <p:ph type="body"/>
          </p:nvPr>
        </p:nvSpPr>
        <p:spPr>
          <a:xfrm>
            <a:off x="5109480" y="2464920"/>
            <a:ext cx="4445280" cy="44773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fault 14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98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9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0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01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5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03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04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5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6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07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08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9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10" name="PlaceHolder 1"/>
          <p:cNvSpPr>
            <a:spLocks noGrp="1"/>
          </p:cNvSpPr>
          <p:nvPr>
            <p:ph type="title"/>
          </p:nvPr>
        </p:nvSpPr>
        <p:spPr>
          <a:xfrm>
            <a:off x="502920" y="309600"/>
            <a:ext cx="3308400" cy="13161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20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PlaceHolder 2"/>
          <p:cNvSpPr>
            <a:spLocks noGrp="1"/>
          </p:cNvSpPr>
          <p:nvPr>
            <p:ph type="body"/>
          </p:nvPr>
        </p:nvSpPr>
        <p:spPr>
          <a:xfrm>
            <a:off x="3932640" y="309600"/>
            <a:ext cx="5622120" cy="663264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703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52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5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 type="body"/>
          </p:nvPr>
        </p:nvSpPr>
        <p:spPr>
          <a:xfrm>
            <a:off x="502920" y="1626480"/>
            <a:ext cx="3308400" cy="53157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309"/>
              </a:spcBef>
              <a:buNone/>
              <a:tabLst>
                <a:tab pos="0" algn="l"/>
              </a:tabLst>
            </a:pPr>
            <a:r>
              <a:rPr lang="en-US" sz="15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15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7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14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5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16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17" name="PlaceHolder 1"/>
          <p:cNvSpPr>
            <a:spLocks noGrp="1"/>
          </p:cNvSpPr>
          <p:nvPr>
            <p:ph type="title"/>
          </p:nvPr>
        </p:nvSpPr>
        <p:spPr>
          <a:xfrm>
            <a:off x="1971360" y="5440680"/>
            <a:ext cx="6034320" cy="641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20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1971360" y="694440"/>
            <a:ext cx="6034320" cy="4662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52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icon to add picture</a:t>
            </a:r>
            <a:endParaRPr lang="en-US" sz="35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body"/>
          </p:nvPr>
        </p:nvSpPr>
        <p:spPr>
          <a:xfrm>
            <a:off x="1971360" y="6082920"/>
            <a:ext cx="6034320" cy="911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309"/>
              </a:spcBef>
              <a:buNone/>
              <a:tabLst>
                <a:tab pos="0" algn="l"/>
              </a:tabLst>
            </a:pPr>
            <a:r>
              <a:rPr lang="en-US" sz="15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15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 5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Rectangle 21" hidden="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21" name="Text Box 22" hidden="1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2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23" name="Rectangle 29" hidden="1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24" name="Rectangle 3"/>
          <p:cNvSpPr/>
          <p:nvPr/>
        </p:nvSpPr>
        <p:spPr>
          <a:xfrm>
            <a:off x="2514600" y="0"/>
            <a:ext cx="7543080" cy="603720"/>
          </a:xfrm>
          <a:prstGeom prst="rect">
            <a:avLst/>
          </a:prstGeom>
          <a:solidFill>
            <a:srgbClr val="6C9D30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25" name="Rectangle 4"/>
          <p:cNvSpPr/>
          <p:nvPr/>
        </p:nvSpPr>
        <p:spPr>
          <a:xfrm>
            <a:off x="0" y="0"/>
            <a:ext cx="2513880" cy="603720"/>
          </a:xfrm>
          <a:prstGeom prst="rect">
            <a:avLst/>
          </a:prstGeom>
          <a:solidFill>
            <a:srgbClr val="E4701D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26" name="Line 9"/>
          <p:cNvSpPr/>
          <p:nvPr/>
        </p:nvSpPr>
        <p:spPr>
          <a:xfrm>
            <a:off x="0" y="604440"/>
            <a:ext cx="10058400" cy="36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27" name="Line 10"/>
          <p:cNvSpPr/>
          <p:nvPr/>
        </p:nvSpPr>
        <p:spPr>
          <a:xfrm>
            <a:off x="2514600" y="0"/>
            <a:ext cx="360" cy="60444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28" name="Text Box 11"/>
          <p:cNvSpPr/>
          <p:nvPr/>
        </p:nvSpPr>
        <p:spPr>
          <a:xfrm>
            <a:off x="381600" y="102600"/>
            <a:ext cx="1625400" cy="396360"/>
          </a:xfrm>
          <a:prstGeom prst="rect">
            <a:avLst/>
          </a:prstGeom>
          <a:noFill/>
          <a:ln w="9525">
            <a:noFill/>
          </a:ln>
          <a:effectLst>
            <a:outerShdw dist="25455" dir="2700000" algn="ctr" rotWithShape="0">
              <a:srgbClr val="808080"/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979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ＭＳ Ｐゴシック"/>
              </a:rPr>
              <a:t>UT DALLAS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Box 12"/>
          <p:cNvSpPr/>
          <p:nvPr/>
        </p:nvSpPr>
        <p:spPr>
          <a:xfrm>
            <a:off x="2682360" y="136800"/>
            <a:ext cx="6788880" cy="32868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771"/>
              </a:spcBef>
            </a:pPr>
            <a:r>
              <a:rPr lang="en-US" sz="154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Erik Jonsson School of Engineering &amp; Computer Science</a:t>
            </a:r>
            <a:endParaRPr lang="en-US" sz="1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Rectangle 9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31" name="Text Box 14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2" name="Picture 16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33" name="Line 17"/>
          <p:cNvSpPr/>
          <p:nvPr/>
        </p:nvSpPr>
        <p:spPr>
          <a:xfrm>
            <a:off x="0" y="7081200"/>
            <a:ext cx="10058400" cy="36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34" name="PlaceHolder 1"/>
          <p:cNvSpPr>
            <a:spLocks noGrp="1"/>
          </p:cNvSpPr>
          <p:nvPr>
            <p:ph type="title"/>
          </p:nvPr>
        </p:nvSpPr>
        <p:spPr>
          <a:xfrm>
            <a:off x="754560" y="1986120"/>
            <a:ext cx="8548920" cy="12945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959" b="1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9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Default 6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36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37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38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39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8548920" cy="3539880"/>
          </a:xfrm>
          <a:prstGeom prst="rect">
            <a:avLst/>
          </a:prstGeom>
          <a:noFill/>
          <a:ln w="9360">
            <a:noFill/>
          </a:ln>
        </p:spPr>
        <p:txBody>
          <a:bodyPr vert="eaVert"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efault 7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42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43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44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45" name="PlaceHolder 1"/>
          <p:cNvSpPr>
            <a:spLocks noGrp="1"/>
          </p:cNvSpPr>
          <p:nvPr>
            <p:ph type="title"/>
          </p:nvPr>
        </p:nvSpPr>
        <p:spPr>
          <a:xfrm>
            <a:off x="7166520" y="172800"/>
            <a:ext cx="2136600" cy="5180760"/>
          </a:xfrm>
          <a:prstGeom prst="rect">
            <a:avLst/>
          </a:prstGeom>
          <a:noFill/>
          <a:ln w="9360">
            <a:noFill/>
          </a:ln>
        </p:spPr>
        <p:txBody>
          <a:bodyPr vert="eaVert"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PlaceHolder 2"/>
          <p:cNvSpPr>
            <a:spLocks noGrp="1"/>
          </p:cNvSpPr>
          <p:nvPr>
            <p:ph type="body"/>
          </p:nvPr>
        </p:nvSpPr>
        <p:spPr>
          <a:xfrm>
            <a:off x="754560" y="172800"/>
            <a:ext cx="6243840" cy="5180760"/>
          </a:xfrm>
          <a:prstGeom prst="rect">
            <a:avLst/>
          </a:prstGeom>
          <a:noFill/>
          <a:ln w="9360">
            <a:noFill/>
          </a:ln>
        </p:spPr>
        <p:txBody>
          <a:bodyPr vert="eaVert"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Default 8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48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49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50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51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4190400" cy="35398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PlaceHolder 3"/>
          <p:cNvSpPr>
            <a:spLocks noGrp="1"/>
          </p:cNvSpPr>
          <p:nvPr>
            <p:ph type="body"/>
          </p:nvPr>
        </p:nvSpPr>
        <p:spPr>
          <a:xfrm>
            <a:off x="5113080" y="1813680"/>
            <a:ext cx="4190400" cy="16833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PlaceHolder 4"/>
          <p:cNvSpPr>
            <a:spLocks noGrp="1"/>
          </p:cNvSpPr>
          <p:nvPr>
            <p:ph type="body"/>
          </p:nvPr>
        </p:nvSpPr>
        <p:spPr>
          <a:xfrm>
            <a:off x="5113080" y="3670200"/>
            <a:ext cx="4190400" cy="16833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Default 9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56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57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58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59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8548920" cy="3539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icon to add table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fault 10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62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3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64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65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6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8548920" cy="35398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1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68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9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70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71" name="PlaceHolder 1"/>
          <p:cNvSpPr>
            <a:spLocks noGrp="1"/>
          </p:cNvSpPr>
          <p:nvPr>
            <p:ph type="title"/>
          </p:nvPr>
        </p:nvSpPr>
        <p:spPr>
          <a:xfrm>
            <a:off x="794520" y="4994640"/>
            <a:ext cx="8548920" cy="15429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1" u="none" strike="noStrike" cap="all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PlaceHolder 2"/>
          <p:cNvSpPr>
            <a:spLocks noGrp="1"/>
          </p:cNvSpPr>
          <p:nvPr>
            <p:ph type="body"/>
          </p:nvPr>
        </p:nvSpPr>
        <p:spPr>
          <a:xfrm>
            <a:off x="794520" y="3294360"/>
            <a:ext cx="8548920" cy="16995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fault 12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74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75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76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77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8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4190400" cy="35398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PlaceHolder 3"/>
          <p:cNvSpPr>
            <a:spLocks noGrp="1"/>
          </p:cNvSpPr>
          <p:nvPr>
            <p:ph type="body"/>
          </p:nvPr>
        </p:nvSpPr>
        <p:spPr>
          <a:xfrm>
            <a:off x="5113080" y="1813680"/>
            <a:ext cx="4190400" cy="35398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8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Loops and Iteration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Where We Left Off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1">
                <a:latin typeface="Cambria"/>
              </a:rPr>
              <a:t>Arrays</a:t>
            </a:r>
            <a:r>
              <a:rPr sz="2800" b="0">
                <a:latin typeface="Cambria"/>
              </a:rPr>
              <a:t> hold many values of one type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1">
                <a:latin typeface="Cambria"/>
              </a:rPr>
              <a:t>Operators</a:t>
            </a:r>
            <a:r>
              <a:rPr sz="2800" b="0">
                <a:latin typeface="Cambria"/>
              </a:rPr>
              <a:t> compute with each value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1">
                <a:latin typeface="Cambria"/>
              </a:rPr>
              <a:t>Functions</a:t>
            </a:r>
            <a:r>
              <a:rPr sz="2800" b="0">
                <a:latin typeface="Cambria"/>
              </a:rPr>
              <a:t> name a group of statements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Missing:  a way to </a:t>
            </a:r>
            <a:r>
              <a:rPr sz="2800" b="1">
                <a:latin typeface="Cambria"/>
              </a:rPr>
              <a:t>repeat</a:t>
            </a:r>
            <a:r>
              <a:rPr sz="2800" b="0">
                <a:latin typeface="Cambria"/>
              </a:rPr>
              <a:t> statements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Doing Something 100 Times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sum = sum + psi[0]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sum = sum + psi[1]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sum = sum + psi[2]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	...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sum = sum + psi[99]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100 lines that differ in </a:t>
            </a:r>
            <a:r>
              <a:rPr sz="2600" b="1">
                <a:latin typeface="Cambria"/>
              </a:rPr>
              <a:t>one number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And if the array grows to 10,000?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What a Loop Is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A </a:t>
            </a:r>
            <a:r>
              <a:rPr sz="2800" b="1">
                <a:latin typeface="Cambria"/>
              </a:rPr>
              <a:t>loop</a:t>
            </a:r>
            <a:r>
              <a:rPr sz="2800" b="0">
                <a:latin typeface="Cambria"/>
              </a:rPr>
              <a:t> repeats a block of statements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It keeps going while a </a:t>
            </a:r>
            <a:r>
              <a:rPr sz="2800" b="1">
                <a:latin typeface="Cambria"/>
              </a:rPr>
              <a:t>condition</a:t>
            </a:r>
            <a:r>
              <a:rPr sz="2800" b="0">
                <a:latin typeface="Cambria"/>
              </a:rPr>
              <a:t> is true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Each pass through the block is one </a:t>
            </a:r>
            <a:r>
              <a:rPr sz="2800" b="1">
                <a:latin typeface="Cambria"/>
              </a:rPr>
              <a:t>iteration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The same few lines run 100 or 10,000 times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Every Loop Has Four Parts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2468880" algn="l"/>
              </a:tabLst>
            </a:pPr>
            <a:r>
              <a:rPr sz="2600" b="0">
                <a:latin typeface="Cambria"/>
              </a:rPr>
              <a:t>1.	</a:t>
            </a:r>
            <a:r>
              <a:rPr sz="2600" b="1">
                <a:latin typeface="Cambria"/>
              </a:rPr>
              <a:t>Initialize</a:t>
            </a:r>
            <a:r>
              <a:rPr sz="2600" b="0">
                <a:latin typeface="Cambria"/>
              </a:rPr>
              <a:t>	set up before the first pass</a:t>
            </a:r>
          </a:p>
          <a:p>
            <a:pPr>
              <a:tabLst>
                <a:tab pos="548640" algn="l"/>
                <a:tab pos="246888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548640" algn="l"/>
                <a:tab pos="2468880" algn="l"/>
              </a:tabLst>
            </a:pPr>
            <a:r>
              <a:rPr sz="2600" b="0">
                <a:latin typeface="Cambria"/>
              </a:rPr>
              <a:t>2.	</a:t>
            </a:r>
            <a:r>
              <a:rPr sz="2600" b="1">
                <a:latin typeface="Cambria"/>
              </a:rPr>
              <a:t>Test</a:t>
            </a:r>
            <a:r>
              <a:rPr sz="2600" b="0">
                <a:latin typeface="Cambria"/>
              </a:rPr>
              <a:t>	should we run the body again?</a:t>
            </a:r>
          </a:p>
          <a:p>
            <a:pPr>
              <a:tabLst>
                <a:tab pos="548640" algn="l"/>
                <a:tab pos="246888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548640" algn="l"/>
                <a:tab pos="2468880" algn="l"/>
              </a:tabLst>
            </a:pPr>
            <a:r>
              <a:rPr sz="2600" b="0">
                <a:latin typeface="Cambria"/>
              </a:rPr>
              <a:t>3.	</a:t>
            </a:r>
            <a:r>
              <a:rPr sz="2600" b="1">
                <a:latin typeface="Cambria"/>
              </a:rPr>
              <a:t>Body</a:t>
            </a:r>
            <a:r>
              <a:rPr sz="2600" b="0">
                <a:latin typeface="Cambria"/>
              </a:rPr>
              <a:t>	the work, done once per iteration</a:t>
            </a:r>
          </a:p>
          <a:p>
            <a:pPr>
              <a:tabLst>
                <a:tab pos="548640" algn="l"/>
                <a:tab pos="246888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548640" algn="l"/>
                <a:tab pos="2468880" algn="l"/>
              </a:tabLst>
            </a:pPr>
            <a:r>
              <a:rPr sz="2600" b="0">
                <a:latin typeface="Cambria"/>
              </a:rPr>
              <a:t>4.	</a:t>
            </a:r>
            <a:r>
              <a:rPr sz="2600" b="1">
                <a:latin typeface="Cambria"/>
              </a:rPr>
              <a:t>Update</a:t>
            </a:r>
            <a:r>
              <a:rPr sz="2600" b="0">
                <a:latin typeface="Cambria"/>
              </a:rPr>
              <a:t>	move toward the end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How a Loop Flows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Rectangle 387"/>
          <p:cNvSpPr/>
          <p:nvPr/>
        </p:nvSpPr>
        <p:spPr>
          <a:xfrm>
            <a:off x="2103120" y="2057400"/>
            <a:ext cx="2468880" cy="658368"/>
          </a:xfrm>
          <a:prstGeom prst="rect">
            <a:avLst/>
          </a:prstGeom>
          <a:solidFill>
            <a:srgbClr val="F2F2F2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/>
            <a:r>
              <a:rPr sz="1700" b="1">
                <a:solidFill>
                  <a:srgbClr val="000000"/>
                </a:solidFill>
                <a:latin typeface="Cambria"/>
              </a:rPr>
              <a:t>initialize</a:t>
            </a:r>
          </a:p>
        </p:txBody>
      </p:sp>
      <p:sp>
        <p:nvSpPr>
          <p:cNvPr id="389" name="Diamond 388"/>
          <p:cNvSpPr/>
          <p:nvPr/>
        </p:nvSpPr>
        <p:spPr>
          <a:xfrm>
            <a:off x="2103120" y="3127248"/>
            <a:ext cx="2468880" cy="1188720"/>
          </a:xfrm>
          <a:prstGeom prst="diamond">
            <a:avLst/>
          </a:prstGeom>
          <a:noFill/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/>
            <a:r>
              <a:rPr sz="1700" b="1">
                <a:solidFill>
                  <a:srgbClr val="000000"/>
                </a:solidFill>
                <a:latin typeface="Cambria"/>
              </a:rPr>
              <a:t>test ?</a:t>
            </a:r>
          </a:p>
        </p:txBody>
      </p:sp>
      <p:sp>
        <p:nvSpPr>
          <p:cNvPr id="390" name="Rectangle 389"/>
          <p:cNvSpPr/>
          <p:nvPr/>
        </p:nvSpPr>
        <p:spPr>
          <a:xfrm>
            <a:off x="2103120" y="4773168"/>
            <a:ext cx="2468880" cy="658368"/>
          </a:xfrm>
          <a:prstGeom prst="rect">
            <a:avLst/>
          </a:prstGeom>
          <a:solidFill>
            <a:srgbClr val="F2F2F2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/>
            <a:r>
              <a:rPr sz="1700" b="1">
                <a:solidFill>
                  <a:srgbClr val="000000"/>
                </a:solidFill>
                <a:latin typeface="Cambria"/>
              </a:rPr>
              <a:t>body</a:t>
            </a:r>
          </a:p>
        </p:txBody>
      </p:sp>
      <p:sp>
        <p:nvSpPr>
          <p:cNvPr id="391" name="Rectangle 390"/>
          <p:cNvSpPr/>
          <p:nvPr/>
        </p:nvSpPr>
        <p:spPr>
          <a:xfrm>
            <a:off x="2103120" y="5888736"/>
            <a:ext cx="2468880" cy="658368"/>
          </a:xfrm>
          <a:prstGeom prst="rect">
            <a:avLst/>
          </a:prstGeom>
          <a:solidFill>
            <a:srgbClr val="F2F2F2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/>
            <a:r>
              <a:rPr sz="1700" b="1">
                <a:solidFill>
                  <a:srgbClr val="000000"/>
                </a:solidFill>
                <a:latin typeface="Cambria"/>
              </a:rPr>
              <a:t>update</a:t>
            </a:r>
          </a:p>
        </p:txBody>
      </p:sp>
      <p:sp>
        <p:nvSpPr>
          <p:cNvPr id="392" name="Rounded Rectangle 391"/>
          <p:cNvSpPr/>
          <p:nvPr/>
        </p:nvSpPr>
        <p:spPr>
          <a:xfrm>
            <a:off x="6583680" y="3392424"/>
            <a:ext cx="2103120" cy="658368"/>
          </a:xfrm>
          <a:prstGeom prst="roundRect">
            <a:avLst/>
          </a:prstGeom>
          <a:noFill/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/>
            <a:r>
              <a:rPr sz="1700" b="1">
                <a:solidFill>
                  <a:srgbClr val="000000"/>
                </a:solidFill>
                <a:latin typeface="Cambria"/>
              </a:rPr>
              <a:t>after the loop</a:t>
            </a:r>
          </a:p>
        </p:txBody>
      </p:sp>
      <p:cxnSp>
        <p:nvCxnSpPr>
          <p:cNvPr id="393" name="Connector 392"/>
          <p:cNvCxnSpPr/>
          <p:nvPr/>
        </p:nvCxnSpPr>
        <p:spPr>
          <a:xfrm>
            <a:off x="3337560" y="2715768"/>
            <a:ext cx="0" cy="411480"/>
          </a:xfrm>
          <a:prstGeom prst="line">
            <a:avLst/>
          </a:prstGeom>
          <a:ln w="25400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4" name="Connector 393"/>
          <p:cNvCxnSpPr/>
          <p:nvPr/>
        </p:nvCxnSpPr>
        <p:spPr>
          <a:xfrm>
            <a:off x="3337560" y="4315968"/>
            <a:ext cx="0" cy="457200"/>
          </a:xfrm>
          <a:prstGeom prst="line">
            <a:avLst/>
          </a:prstGeom>
          <a:ln w="25400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5" name="Connector 394"/>
          <p:cNvCxnSpPr/>
          <p:nvPr/>
        </p:nvCxnSpPr>
        <p:spPr>
          <a:xfrm>
            <a:off x="3337560" y="5431536"/>
            <a:ext cx="0" cy="457200"/>
          </a:xfrm>
          <a:prstGeom prst="line">
            <a:avLst/>
          </a:prstGeom>
          <a:ln w="25400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6" name="Connector 395"/>
          <p:cNvCxnSpPr/>
          <p:nvPr/>
        </p:nvCxnSpPr>
        <p:spPr>
          <a:xfrm flipH="1">
            <a:off x="1234440" y="6217920"/>
            <a:ext cx="86868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7" name="Connector 396"/>
          <p:cNvCxnSpPr/>
          <p:nvPr/>
        </p:nvCxnSpPr>
        <p:spPr>
          <a:xfrm flipV="1">
            <a:off x="1234440" y="3721608"/>
            <a:ext cx="0" cy="2496312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8" name="Connector 397"/>
          <p:cNvCxnSpPr/>
          <p:nvPr/>
        </p:nvCxnSpPr>
        <p:spPr>
          <a:xfrm>
            <a:off x="1234440" y="3721608"/>
            <a:ext cx="868680" cy="0"/>
          </a:xfrm>
          <a:prstGeom prst="line">
            <a:avLst/>
          </a:prstGeom>
          <a:ln w="25400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9" name="Connector 398"/>
          <p:cNvCxnSpPr/>
          <p:nvPr/>
        </p:nvCxnSpPr>
        <p:spPr>
          <a:xfrm>
            <a:off x="4572000" y="3721608"/>
            <a:ext cx="2011680" cy="0"/>
          </a:xfrm>
          <a:prstGeom prst="line">
            <a:avLst/>
          </a:prstGeom>
          <a:ln w="25400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0" name="TextBox 399"/>
          <p:cNvSpPr txBox="1"/>
          <p:nvPr/>
        </p:nvSpPr>
        <p:spPr>
          <a:xfrm>
            <a:off x="3447288" y="4370832"/>
            <a:ext cx="914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Cambria"/>
              </a:rPr>
              <a:t>true</a:t>
            </a:r>
          </a:p>
        </p:txBody>
      </p:sp>
      <p:sp>
        <p:nvSpPr>
          <p:cNvPr id="401" name="TextBox 400"/>
          <p:cNvSpPr txBox="1"/>
          <p:nvPr/>
        </p:nvSpPr>
        <p:spPr>
          <a:xfrm>
            <a:off x="4846320" y="3803904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Cambria"/>
              </a:rPr>
              <a:t>false</a:t>
            </a:r>
          </a:p>
        </p:txBody>
      </p:sp>
      <p:sp>
        <p:nvSpPr>
          <p:cNvPr id="402" name="TextBox 401"/>
          <p:cNvSpPr txBox="1"/>
          <p:nvPr/>
        </p:nvSpPr>
        <p:spPr>
          <a:xfrm>
            <a:off x="576072" y="4800600"/>
            <a:ext cx="11887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1">
                <a:solidFill>
                  <a:srgbClr val="000000"/>
                </a:solidFill>
                <a:latin typeface="Cambria"/>
              </a:rPr>
              <a:t>repeat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The while Loop:  C and C++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while ( condition ) {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	body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}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Test the condition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If true, run the body and test again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If false, continue after the closing brace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The while Loop:  Rust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while condition {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	body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}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No parentheses needed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Braces are </a:t>
            </a:r>
            <a:r>
              <a:rPr sz="2800" b="1">
                <a:latin typeface="Cambria"/>
              </a:rPr>
              <a:t>required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The condition must be a </a:t>
            </a:r>
            <a:r>
              <a:rPr sz="2800" b="1">
                <a:latin typeface="Cambria"/>
              </a:rPr>
              <a:t>bool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Example: Count Down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C, C++: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int n = 10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while ( n &gt; 0 ) {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	printf ( "%d\n", n )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	n = n - 1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}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Point to the four parts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000" b="1" dirty="0" smtClean="0">
                <a:solidFill>
                  <a:schemeClr val="lt1"/>
                </a:solidFill>
                <a:latin typeface="Arial"/>
              </a:rPr>
              <a:t>Example: Count Down in Rust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let mut n = 10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while n &gt; 0 {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	println! ( "{}", n )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	n -= 1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}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n must be  </a:t>
            </a:r>
            <a:r>
              <a:rPr sz="2600" b="1">
                <a:latin typeface="Cambria"/>
              </a:rPr>
              <a:t>mut</a:t>
            </a:r>
            <a:r>
              <a:rPr sz="2600" b="0">
                <a:latin typeface="Cambria"/>
              </a:rPr>
              <a:t>  because the update changes 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000" b="1" dirty="0" smtClean="0">
                <a:solidFill>
                  <a:schemeClr val="lt1"/>
                </a:solidFill>
                <a:latin typeface="Arial"/>
              </a:rPr>
              <a:t>Example: Wait for the Sensor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0" y="1949942"/>
            <a:ext cx="9311211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 dirty="0">
                <a:latin typeface="Cambria"/>
              </a:rPr>
              <a:t>while ( </a:t>
            </a:r>
            <a:r>
              <a:rPr sz="2600" b="0" dirty="0" smtClean="0">
                <a:latin typeface="Cambria"/>
              </a:rPr>
              <a:t>!</a:t>
            </a:r>
            <a:r>
              <a:rPr sz="2600" b="0" dirty="0" err="1" smtClean="0">
                <a:latin typeface="Cambria"/>
              </a:rPr>
              <a:t>sensor_ready</a:t>
            </a:r>
            <a:r>
              <a:rPr sz="2600" b="0" dirty="0" smtClean="0">
                <a:latin typeface="Cambria"/>
              </a:rPr>
              <a:t> ( </a:t>
            </a:r>
            <a:r>
              <a:rPr sz="2600" b="0" dirty="0">
                <a:latin typeface="Cambria"/>
              </a:rPr>
              <a:t>) ) {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 dirty="0">
                <a:latin typeface="Cambria"/>
              </a:rPr>
              <a:t>	// do nothing - just ask again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 dirty="0">
                <a:latin typeface="Cambria"/>
              </a:rPr>
              <a:t>}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 dirty="0">
                <a:latin typeface="Cambria"/>
              </a:rPr>
              <a:t>counts = </a:t>
            </a:r>
            <a:r>
              <a:rPr sz="2600" b="0" dirty="0" err="1">
                <a:latin typeface="Cambria"/>
              </a:rPr>
              <a:t>read_adc</a:t>
            </a:r>
            <a:r>
              <a:rPr sz="2600" b="0" dirty="0">
                <a:latin typeface="Cambria"/>
              </a:rPr>
              <a:t> ( )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dirty="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 dirty="0">
                <a:latin typeface="Cambria"/>
              </a:rPr>
              <a:t>This is </a:t>
            </a:r>
            <a:r>
              <a:rPr sz="2600" b="1" dirty="0">
                <a:latin typeface="Cambria"/>
              </a:rPr>
              <a:t>polling</a:t>
            </a:r>
            <a:r>
              <a:rPr sz="2600" b="0" dirty="0">
                <a:latin typeface="Cambria"/>
              </a:rPr>
              <a:t>:  asking again and </a:t>
            </a:r>
            <a:r>
              <a:rPr sz="2600" b="0" dirty="0" smtClean="0">
                <a:latin typeface="Cambria"/>
              </a:rPr>
              <a:t>again</a:t>
            </a:r>
            <a:r>
              <a:rPr lang="en-US" sz="2600" b="0" dirty="0" smtClean="0">
                <a:latin typeface="Cambria"/>
              </a:rPr>
              <a:t> </a:t>
            </a:r>
            <a:r>
              <a:rPr sz="2600" b="0" dirty="0" smtClean="0">
                <a:latin typeface="Cambria"/>
              </a:rPr>
              <a:t>until </a:t>
            </a:r>
            <a:r>
              <a:rPr sz="2600" b="0" dirty="0">
                <a:latin typeface="Cambria"/>
              </a:rPr>
              <a:t>the answer changes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The Test Comes First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3108960" algn="l"/>
              </a:tabLst>
            </a:pPr>
            <a:r>
              <a:rPr sz="2600" b="0">
                <a:latin typeface="Cambria"/>
              </a:rPr>
              <a:t>int n = 0 ;</a:t>
            </a:r>
          </a:p>
          <a:p>
            <a:pPr>
              <a:tabLst>
                <a:tab pos="548640" algn="l"/>
                <a:tab pos="3108960" algn="l"/>
              </a:tabLst>
            </a:pPr>
            <a:r>
              <a:rPr sz="2600" b="0">
                <a:latin typeface="Cambria"/>
              </a:rPr>
              <a:t>while ( n &gt; 0 ) {</a:t>
            </a:r>
          </a:p>
          <a:p>
            <a:pPr>
              <a:tabLst>
                <a:tab pos="548640" algn="l"/>
                <a:tab pos="3108960" algn="l"/>
              </a:tabLst>
            </a:pPr>
            <a:r>
              <a:rPr sz="2600" b="0">
                <a:latin typeface="Cambria"/>
              </a:rPr>
              <a:t>	...	never runs</a:t>
            </a:r>
          </a:p>
          <a:p>
            <a:pPr>
              <a:tabLst>
                <a:tab pos="548640" algn="l"/>
                <a:tab pos="3108960" algn="l"/>
              </a:tabLst>
            </a:pPr>
            <a:r>
              <a:rPr sz="2600" b="0">
                <a:latin typeface="Cambria"/>
              </a:rPr>
              <a:t>}</a:t>
            </a:r>
          </a:p>
          <a:p>
            <a:pPr>
              <a:tabLst>
                <a:tab pos="548640" algn="l"/>
                <a:tab pos="310896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548640" algn="l"/>
                <a:tab pos="3108960" algn="l"/>
              </a:tabLst>
            </a:pPr>
            <a:r>
              <a:rPr sz="2600" b="0">
                <a:latin typeface="Cambria"/>
              </a:rPr>
              <a:t>If the condition is false at the start,</a:t>
            </a:r>
          </a:p>
          <a:p>
            <a:pPr>
              <a:tabLst>
                <a:tab pos="548640" algn="l"/>
                <a:tab pos="3108960" algn="l"/>
              </a:tabLst>
            </a:pPr>
            <a:r>
              <a:rPr sz="2600" b="0">
                <a:latin typeface="Cambria"/>
              </a:rPr>
              <a:t>the body runs </a:t>
            </a:r>
            <a:r>
              <a:rPr sz="2600" b="1">
                <a:latin typeface="Cambria"/>
              </a:rPr>
              <a:t>zero</a:t>
            </a:r>
            <a:r>
              <a:rPr sz="2600" b="0">
                <a:latin typeface="Cambria"/>
              </a:rPr>
              <a:t> times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do ... while:  C and C++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do {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	body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} while ( condition )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The body runs </a:t>
            </a:r>
            <a:r>
              <a:rPr sz="2800" b="1">
                <a:latin typeface="Cambria"/>
              </a:rPr>
              <a:t>first</a:t>
            </a:r>
            <a:r>
              <a:rPr sz="2800" b="0">
                <a:latin typeface="Cambria"/>
              </a:rPr>
              <a:t>, then the test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The body always runs </a:t>
            </a:r>
            <a:r>
              <a:rPr sz="2800" b="1">
                <a:latin typeface="Cambria"/>
              </a:rPr>
              <a:t>at least once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Note the semicolon at the end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Example: Read Until Valid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do {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counts = read_adc ( )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} while ( counts == 0 || counts &gt;= 4095 )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You must read at least once before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you can check the value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0 and 4095 mean the sensor is open or shorted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Rust Has No do ... while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Use  </a:t>
            </a:r>
            <a:r>
              <a:rPr sz="2400" b="1">
                <a:latin typeface="Cambria"/>
              </a:rPr>
              <a:t>loop</a:t>
            </a:r>
            <a:r>
              <a:rPr sz="2400" b="0">
                <a:latin typeface="Cambria"/>
              </a:rPr>
              <a:t>  with a  </a:t>
            </a:r>
            <a:r>
              <a:rPr sz="2400" b="1">
                <a:latin typeface="Cambria"/>
              </a:rPr>
              <a:t>break</a:t>
            </a:r>
            <a:r>
              <a:rPr sz="2400" b="0">
                <a:latin typeface="Cambria"/>
              </a:rPr>
              <a:t>: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let mut counts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loop {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counts = read_adc ( )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if counts &gt; 0 &amp;&amp; counts &lt; 4095 { break ; }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}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The test moves to the </a:t>
            </a:r>
            <a:r>
              <a:rPr sz="2400" b="1">
                <a:latin typeface="Cambria"/>
              </a:rPr>
              <a:t>end</a:t>
            </a:r>
            <a:r>
              <a:rPr sz="2400" b="0">
                <a:latin typeface="Cambria"/>
              </a:rPr>
              <a:t> of the body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The for Loop:  C and C++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for ( init ; test ; update ) {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	body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}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All the loop control on </a:t>
            </a:r>
            <a:r>
              <a:rPr sz="2600" b="1">
                <a:latin typeface="Cambria"/>
              </a:rPr>
              <a:t>one line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	for ( int i = 0 ; i &lt; 4 ; i++ ) {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		...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	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Tracing a for Loop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5394960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200" b="0">
                <a:latin typeface="Cambria"/>
              </a:rPr>
              <a:t>int a[4] = { 5, 3, 8, 2 }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200" b="0">
                <a:latin typeface="Cambria"/>
              </a:rPr>
              <a:t>int sum = 0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2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200" b="0">
                <a:latin typeface="Cambria"/>
              </a:rPr>
              <a:t>for ( int i = 0 ; i &lt; 4 ; i++ ) {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200" b="0">
                <a:latin typeface="Cambria"/>
              </a:rPr>
              <a:t>	sum += a[i]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200" b="0">
                <a:latin typeface="Cambria"/>
              </a:rPr>
              <a:t>}</a:t>
            </a:r>
          </a:p>
        </p:txBody>
      </p:sp>
      <p:sp>
        <p:nvSpPr>
          <p:cNvPr id="389" name="Rectangle 388"/>
          <p:cNvSpPr/>
          <p:nvPr/>
        </p:nvSpPr>
        <p:spPr>
          <a:xfrm>
            <a:off x="6172200" y="2103120"/>
            <a:ext cx="731520" cy="548640"/>
          </a:xfrm>
          <a:prstGeom prst="rect">
            <a:avLst/>
          </a:prstGeom>
          <a:solidFill>
            <a:srgbClr val="D9D9D9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700" b="1">
                <a:solidFill>
                  <a:srgbClr val="000000"/>
                </a:solidFill>
                <a:latin typeface="Cambria"/>
              </a:rPr>
              <a:t>i</a:t>
            </a:r>
          </a:p>
        </p:txBody>
      </p:sp>
      <p:sp>
        <p:nvSpPr>
          <p:cNvPr id="390" name="Rectangle 389"/>
          <p:cNvSpPr/>
          <p:nvPr/>
        </p:nvSpPr>
        <p:spPr>
          <a:xfrm>
            <a:off x="6903720" y="2103120"/>
            <a:ext cx="1143000" cy="548640"/>
          </a:xfrm>
          <a:prstGeom prst="rect">
            <a:avLst/>
          </a:prstGeom>
          <a:solidFill>
            <a:srgbClr val="D9D9D9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700" b="1">
                <a:solidFill>
                  <a:srgbClr val="000000"/>
                </a:solidFill>
                <a:latin typeface="Cambria"/>
              </a:rPr>
              <a:t>i &lt; 4</a:t>
            </a:r>
          </a:p>
        </p:txBody>
      </p:sp>
      <p:sp>
        <p:nvSpPr>
          <p:cNvPr id="391" name="Rectangle 390"/>
          <p:cNvSpPr/>
          <p:nvPr/>
        </p:nvSpPr>
        <p:spPr>
          <a:xfrm>
            <a:off x="8046720" y="2103120"/>
            <a:ext cx="1005840" cy="548640"/>
          </a:xfrm>
          <a:prstGeom prst="rect">
            <a:avLst/>
          </a:prstGeom>
          <a:solidFill>
            <a:srgbClr val="D9D9D9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700" b="1">
                <a:solidFill>
                  <a:srgbClr val="000000"/>
                </a:solidFill>
                <a:latin typeface="Cambria"/>
              </a:rPr>
              <a:t>sum</a:t>
            </a:r>
          </a:p>
        </p:txBody>
      </p:sp>
      <p:sp>
        <p:nvSpPr>
          <p:cNvPr id="392" name="Rectangle 391"/>
          <p:cNvSpPr/>
          <p:nvPr/>
        </p:nvSpPr>
        <p:spPr>
          <a:xfrm>
            <a:off x="6172200" y="2651760"/>
            <a:ext cx="731520" cy="548640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800" b="0">
                <a:solidFill>
                  <a:srgbClr val="000000"/>
                </a:solidFill>
                <a:latin typeface="Cambria"/>
              </a:rPr>
              <a:t>0</a:t>
            </a:r>
          </a:p>
        </p:txBody>
      </p:sp>
      <p:sp>
        <p:nvSpPr>
          <p:cNvPr id="393" name="Rectangle 392"/>
          <p:cNvSpPr/>
          <p:nvPr/>
        </p:nvSpPr>
        <p:spPr>
          <a:xfrm>
            <a:off x="6903720" y="2651760"/>
            <a:ext cx="1143000" cy="548640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800" b="0">
                <a:solidFill>
                  <a:srgbClr val="000000"/>
                </a:solidFill>
                <a:latin typeface="Cambria"/>
              </a:rPr>
              <a:t>true</a:t>
            </a:r>
          </a:p>
        </p:txBody>
      </p:sp>
      <p:sp>
        <p:nvSpPr>
          <p:cNvPr id="394" name="Rectangle 393"/>
          <p:cNvSpPr/>
          <p:nvPr/>
        </p:nvSpPr>
        <p:spPr>
          <a:xfrm>
            <a:off x="8046720" y="2651760"/>
            <a:ext cx="1005840" cy="548640"/>
          </a:xfrm>
          <a:prstGeom prst="rect">
            <a:avLst/>
          </a:prstGeom>
          <a:solidFill>
            <a:srgbClr val="F2F2F2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800" b="1">
                <a:solidFill>
                  <a:srgbClr val="000000"/>
                </a:solidFill>
                <a:latin typeface="Cambria"/>
              </a:rPr>
              <a:t>5</a:t>
            </a:r>
          </a:p>
        </p:txBody>
      </p:sp>
      <p:sp>
        <p:nvSpPr>
          <p:cNvPr id="395" name="Rectangle 394"/>
          <p:cNvSpPr/>
          <p:nvPr/>
        </p:nvSpPr>
        <p:spPr>
          <a:xfrm>
            <a:off x="6172200" y="3200400"/>
            <a:ext cx="731520" cy="548640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800" b="0">
                <a:solidFill>
                  <a:srgbClr val="000000"/>
                </a:solidFill>
                <a:latin typeface="Cambria"/>
              </a:rPr>
              <a:t>1</a:t>
            </a:r>
          </a:p>
        </p:txBody>
      </p:sp>
      <p:sp>
        <p:nvSpPr>
          <p:cNvPr id="396" name="Rectangle 395"/>
          <p:cNvSpPr/>
          <p:nvPr/>
        </p:nvSpPr>
        <p:spPr>
          <a:xfrm>
            <a:off x="6903720" y="3200400"/>
            <a:ext cx="1143000" cy="548640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800" b="0">
                <a:solidFill>
                  <a:srgbClr val="000000"/>
                </a:solidFill>
                <a:latin typeface="Cambria"/>
              </a:rPr>
              <a:t>true</a:t>
            </a:r>
          </a:p>
        </p:txBody>
      </p:sp>
      <p:sp>
        <p:nvSpPr>
          <p:cNvPr id="397" name="Rectangle 396"/>
          <p:cNvSpPr/>
          <p:nvPr/>
        </p:nvSpPr>
        <p:spPr>
          <a:xfrm>
            <a:off x="8046720" y="3200400"/>
            <a:ext cx="1005840" cy="548640"/>
          </a:xfrm>
          <a:prstGeom prst="rect">
            <a:avLst/>
          </a:prstGeom>
          <a:solidFill>
            <a:srgbClr val="F2F2F2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800" b="1">
                <a:solidFill>
                  <a:srgbClr val="000000"/>
                </a:solidFill>
                <a:latin typeface="Cambria"/>
              </a:rPr>
              <a:t>8</a:t>
            </a:r>
          </a:p>
        </p:txBody>
      </p:sp>
      <p:sp>
        <p:nvSpPr>
          <p:cNvPr id="398" name="Rectangle 397"/>
          <p:cNvSpPr/>
          <p:nvPr/>
        </p:nvSpPr>
        <p:spPr>
          <a:xfrm>
            <a:off x="6172200" y="3749039"/>
            <a:ext cx="731520" cy="548640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800" b="0">
                <a:solidFill>
                  <a:srgbClr val="000000"/>
                </a:solidFill>
                <a:latin typeface="Cambria"/>
              </a:rPr>
              <a:t>2</a:t>
            </a:r>
          </a:p>
        </p:txBody>
      </p:sp>
      <p:sp>
        <p:nvSpPr>
          <p:cNvPr id="399" name="Rectangle 398"/>
          <p:cNvSpPr/>
          <p:nvPr/>
        </p:nvSpPr>
        <p:spPr>
          <a:xfrm>
            <a:off x="6903720" y="3749039"/>
            <a:ext cx="1143000" cy="548640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800" b="0">
                <a:solidFill>
                  <a:srgbClr val="000000"/>
                </a:solidFill>
                <a:latin typeface="Cambria"/>
              </a:rPr>
              <a:t>true</a:t>
            </a:r>
          </a:p>
        </p:txBody>
      </p:sp>
      <p:sp>
        <p:nvSpPr>
          <p:cNvPr id="400" name="Rectangle 399"/>
          <p:cNvSpPr/>
          <p:nvPr/>
        </p:nvSpPr>
        <p:spPr>
          <a:xfrm>
            <a:off x="8046720" y="3749039"/>
            <a:ext cx="1005840" cy="548640"/>
          </a:xfrm>
          <a:prstGeom prst="rect">
            <a:avLst/>
          </a:prstGeom>
          <a:solidFill>
            <a:srgbClr val="F2F2F2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800" b="1">
                <a:solidFill>
                  <a:srgbClr val="000000"/>
                </a:solidFill>
                <a:latin typeface="Cambria"/>
              </a:rPr>
              <a:t>16</a:t>
            </a:r>
          </a:p>
        </p:txBody>
      </p:sp>
      <p:sp>
        <p:nvSpPr>
          <p:cNvPr id="401" name="Rectangle 400"/>
          <p:cNvSpPr/>
          <p:nvPr/>
        </p:nvSpPr>
        <p:spPr>
          <a:xfrm>
            <a:off x="6172200" y="4297679"/>
            <a:ext cx="731520" cy="548640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800" b="0">
                <a:solidFill>
                  <a:srgbClr val="000000"/>
                </a:solidFill>
                <a:latin typeface="Cambria"/>
              </a:rPr>
              <a:t>3</a:t>
            </a:r>
          </a:p>
        </p:txBody>
      </p:sp>
      <p:sp>
        <p:nvSpPr>
          <p:cNvPr id="402" name="Rectangle 401"/>
          <p:cNvSpPr/>
          <p:nvPr/>
        </p:nvSpPr>
        <p:spPr>
          <a:xfrm>
            <a:off x="6903720" y="4297679"/>
            <a:ext cx="1143000" cy="548640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800" b="0">
                <a:solidFill>
                  <a:srgbClr val="000000"/>
                </a:solidFill>
                <a:latin typeface="Cambria"/>
              </a:rPr>
              <a:t>true</a:t>
            </a:r>
          </a:p>
        </p:txBody>
      </p:sp>
      <p:sp>
        <p:nvSpPr>
          <p:cNvPr id="403" name="Rectangle 402"/>
          <p:cNvSpPr/>
          <p:nvPr/>
        </p:nvSpPr>
        <p:spPr>
          <a:xfrm>
            <a:off x="8046720" y="4297679"/>
            <a:ext cx="1005840" cy="548640"/>
          </a:xfrm>
          <a:prstGeom prst="rect">
            <a:avLst/>
          </a:prstGeom>
          <a:solidFill>
            <a:srgbClr val="F2F2F2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800" b="1">
                <a:solidFill>
                  <a:srgbClr val="000000"/>
                </a:solidFill>
                <a:latin typeface="Cambria"/>
              </a:rPr>
              <a:t>18</a:t>
            </a:r>
          </a:p>
        </p:txBody>
      </p:sp>
      <p:sp>
        <p:nvSpPr>
          <p:cNvPr id="404" name="Rectangle 403"/>
          <p:cNvSpPr/>
          <p:nvPr/>
        </p:nvSpPr>
        <p:spPr>
          <a:xfrm>
            <a:off x="6172200" y="4846320"/>
            <a:ext cx="731520" cy="548640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800" b="1">
                <a:solidFill>
                  <a:srgbClr val="000000"/>
                </a:solidFill>
                <a:latin typeface="Cambria"/>
              </a:rPr>
              <a:t>4</a:t>
            </a:r>
          </a:p>
        </p:txBody>
      </p:sp>
      <p:sp>
        <p:nvSpPr>
          <p:cNvPr id="405" name="Rectangle 404"/>
          <p:cNvSpPr/>
          <p:nvPr/>
        </p:nvSpPr>
        <p:spPr>
          <a:xfrm>
            <a:off x="6903720" y="4846320"/>
            <a:ext cx="1143000" cy="548640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800" b="1">
                <a:solidFill>
                  <a:srgbClr val="000000"/>
                </a:solidFill>
                <a:latin typeface="Cambria"/>
              </a:rPr>
              <a:t>false</a:t>
            </a:r>
          </a:p>
        </p:txBody>
      </p:sp>
      <p:sp>
        <p:nvSpPr>
          <p:cNvPr id="406" name="Rectangle 405"/>
          <p:cNvSpPr/>
          <p:nvPr/>
        </p:nvSpPr>
        <p:spPr>
          <a:xfrm>
            <a:off x="8046720" y="4846320"/>
            <a:ext cx="1005840" cy="548640"/>
          </a:xfrm>
          <a:prstGeom prst="rect">
            <a:avLst/>
          </a:prstGeom>
          <a:solidFill>
            <a:srgbClr val="F2F2F2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800" b="1">
                <a:solidFill>
                  <a:srgbClr val="000000"/>
                </a:solidFill>
                <a:latin typeface="Cambria"/>
              </a:rPr>
              <a:t>done</a:t>
            </a:r>
          </a:p>
        </p:txBody>
      </p:sp>
      <p:sp>
        <p:nvSpPr>
          <p:cNvPr id="407" name="TextBox 406"/>
          <p:cNvSpPr txBox="1"/>
          <p:nvPr/>
        </p:nvSpPr>
        <p:spPr>
          <a:xfrm>
            <a:off x="667512" y="5806440"/>
            <a:ext cx="86868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Cambria"/>
              </a:rPr>
              <a:t>The body runs 4 times;  the test runs 5 times.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for is while in Disguise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200" b="0">
                <a:latin typeface="Cambria"/>
              </a:rPr>
              <a:t>for ( int i = 0 ; i &lt; 4 ; i++ ) {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200" b="0">
                <a:latin typeface="Cambria"/>
              </a:rPr>
              <a:t>	sum += a[i]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200" b="0">
                <a:latin typeface="Cambria"/>
              </a:rPr>
              <a:t>}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2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200" b="0">
                <a:latin typeface="Cambria"/>
              </a:rPr>
              <a:t>is the same as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2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200" b="0">
                <a:latin typeface="Cambria"/>
              </a:rPr>
              <a:t>int i = 0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200" b="0">
                <a:latin typeface="Cambria"/>
              </a:rPr>
              <a:t>while ( i &lt; 4 ) {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200" b="0">
                <a:latin typeface="Cambria"/>
              </a:rPr>
              <a:t>	sum += a[i]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200" b="0">
                <a:latin typeface="Cambria"/>
              </a:rPr>
              <a:t>	i++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200" b="0">
                <a:latin typeface="Cambria"/>
              </a:rPr>
              <a:t>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Example: Sum an Array in C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float psi[100]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float sum = 0.0f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for ( int i = 0 ; i &lt; 100 ; i++ ) {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	sum += psi[i]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}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float average = sum / 100.0f 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Off by One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3840480" algn="l"/>
              </a:tabLst>
            </a:pPr>
            <a:r>
              <a:rPr sz="2500" b="0">
                <a:latin typeface="Cambria"/>
              </a:rPr>
              <a:t>for ( int i = 0 ; i &lt;= 100 ; i++ )</a:t>
            </a:r>
          </a:p>
          <a:p>
            <a:pPr>
              <a:tabLst>
                <a:tab pos="548640" algn="l"/>
                <a:tab pos="3840480" algn="l"/>
              </a:tabLst>
            </a:pPr>
            <a:r>
              <a:rPr sz="2500" b="0">
                <a:latin typeface="Cambria"/>
              </a:rPr>
              <a:t>	sum += psi[i] ;	reads psi[100]</a:t>
            </a:r>
          </a:p>
          <a:p>
            <a:pPr>
              <a:tabLst>
                <a:tab pos="548640" algn="l"/>
                <a:tab pos="384048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3840480" algn="l"/>
              </a:tabLst>
            </a:pPr>
            <a:r>
              <a:rPr sz="2500" b="0">
                <a:latin typeface="Cambria"/>
              </a:rPr>
              <a:t>An array of 100 has indices </a:t>
            </a:r>
            <a:r>
              <a:rPr sz="2500" b="1">
                <a:latin typeface="Cambria"/>
              </a:rPr>
              <a:t>0 to 99</a:t>
            </a:r>
          </a:p>
          <a:p>
            <a:pPr>
              <a:tabLst>
                <a:tab pos="548640" algn="l"/>
                <a:tab pos="384048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3840480" algn="l"/>
              </a:tabLst>
            </a:pPr>
            <a:r>
              <a:rPr sz="2500" b="0">
                <a:latin typeface="Cambria"/>
              </a:rPr>
              <a:t>Use  </a:t>
            </a:r>
            <a:r>
              <a:rPr sz="2500" b="1">
                <a:latin typeface="Cambria"/>
              </a:rPr>
              <a:t>i &lt; N</a:t>
            </a:r>
            <a:r>
              <a:rPr sz="2500" b="0">
                <a:latin typeface="Cambria"/>
              </a:rPr>
              <a:t>,  not  </a:t>
            </a:r>
            <a:r>
              <a:rPr sz="2500" b="1">
                <a:latin typeface="Cambria"/>
              </a:rPr>
              <a:t>i &lt;= N</a:t>
            </a:r>
          </a:p>
          <a:p>
            <a:pPr>
              <a:tabLst>
                <a:tab pos="548640" algn="l"/>
                <a:tab pos="384048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3840480" algn="l"/>
              </a:tabLst>
            </a:pPr>
            <a:r>
              <a:rPr sz="2500" b="0">
                <a:latin typeface="Cambria"/>
              </a:rPr>
              <a:t>C and C++:  reads garbage.   Rust:  panics.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The Loop Variable's Scope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3840480" algn="l"/>
              </a:tabLst>
            </a:pPr>
            <a:r>
              <a:rPr sz="2500" b="0">
                <a:latin typeface="Cambria"/>
              </a:rPr>
              <a:t>for ( int i = 0 ; i &lt; 4 ; i++ ) { ... }</a:t>
            </a:r>
          </a:p>
          <a:p>
            <a:pPr>
              <a:tabLst>
                <a:tab pos="384048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3840480" algn="l"/>
              </a:tabLst>
            </a:pPr>
            <a:r>
              <a:rPr sz="2500" b="0">
                <a:latin typeface="Cambria"/>
              </a:rPr>
              <a:t>printf ( "%d", i ) ;	</a:t>
            </a:r>
            <a:r>
              <a:rPr sz="2500" b="1">
                <a:latin typeface="Cambria"/>
              </a:rPr>
              <a:t>error</a:t>
            </a:r>
          </a:p>
          <a:p>
            <a:pPr>
              <a:tabLst>
                <a:tab pos="384048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3840480" algn="l"/>
              </a:tabLst>
            </a:pPr>
            <a:r>
              <a:rPr sz="2500" b="0">
                <a:latin typeface="Cambria"/>
              </a:rPr>
              <a:t>A variable declared in the  for  exists</a:t>
            </a:r>
          </a:p>
          <a:p>
            <a:pPr>
              <a:tabLst>
                <a:tab pos="3840480" algn="l"/>
              </a:tabLst>
            </a:pPr>
            <a:r>
              <a:rPr sz="2500" b="1">
                <a:latin typeface="Cambria"/>
              </a:rPr>
              <a:t>only inside</a:t>
            </a:r>
            <a:r>
              <a:rPr sz="2500" b="0">
                <a:latin typeface="Cambria"/>
              </a:rPr>
              <a:t> the loop</a:t>
            </a:r>
          </a:p>
          <a:p>
            <a:pPr>
              <a:tabLst>
                <a:tab pos="384048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3840480" algn="l"/>
              </a:tabLst>
            </a:pPr>
            <a:r>
              <a:rPr sz="2500" b="0">
                <a:latin typeface="Cambria"/>
              </a:rPr>
              <a:t>Declare it before the loop if you need it after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000" b="1" dirty="0" smtClean="0">
                <a:solidFill>
                  <a:schemeClr val="lt1"/>
                </a:solidFill>
                <a:latin typeface="Arial"/>
              </a:rPr>
              <a:t>The Unsigned Countdown Trap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for ( size_t i = n - 1 ; i &gt;= 0 ; i-- )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size_t is </a:t>
            </a:r>
            <a:r>
              <a:rPr sz="2500" b="1">
                <a:latin typeface="Cambria"/>
              </a:rPr>
              <a:t>unsigned</a:t>
            </a:r>
            <a:r>
              <a:rPr sz="2500" b="0">
                <a:latin typeface="Cambria"/>
              </a:rPr>
              <a:t> - it is never below 0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After 0 comes 18,446,744,073,709,551,615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i &gt;= 0  is always true:  the loop </a:t>
            </a:r>
            <a:r>
              <a:rPr sz="2500" b="1">
                <a:latin typeface="Cambria"/>
              </a:rPr>
              <a:t>never ends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Rust Has No C-Style for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In Rust,  </a:t>
            </a:r>
            <a:r>
              <a:rPr sz="2600" b="1">
                <a:latin typeface="Cambria"/>
              </a:rPr>
              <a:t>for</a:t>
            </a:r>
            <a:r>
              <a:rPr sz="2600" b="0">
                <a:latin typeface="Cambria"/>
              </a:rPr>
              <a:t>  walks through a collection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of values, one at a time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for i in 0..4 {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	sum += a[i]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}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No init, no test, no update to get wrong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Ranges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3291840" algn="l"/>
                <a:tab pos="5486400" algn="l"/>
              </a:tabLst>
            </a:pPr>
            <a:r>
              <a:rPr sz="2400" b="0">
                <a:latin typeface="Cambria"/>
              </a:rPr>
              <a:t>0..5	0 1 2 3 4	end excluded</a:t>
            </a:r>
          </a:p>
          <a:p>
            <a:pPr>
              <a:tabLst>
                <a:tab pos="3291840" algn="l"/>
                <a:tab pos="5486400" algn="l"/>
              </a:tabLst>
            </a:pPr>
            <a:r>
              <a:rPr sz="2400" b="0">
                <a:latin typeface="Cambria"/>
              </a:rPr>
              <a:t>0..=5	0 1 2 3 4 5	end included</a:t>
            </a:r>
          </a:p>
          <a:p>
            <a:pPr>
              <a:tabLst>
                <a:tab pos="3291840" algn="l"/>
                <a:tab pos="5486400" algn="l"/>
              </a:tabLst>
            </a:pPr>
            <a:r>
              <a:rPr sz="2400" b="0">
                <a:latin typeface="Cambria"/>
              </a:rPr>
              <a:t>(0..5).rev ( )	4 3 2 1 0	reversed</a:t>
            </a:r>
          </a:p>
          <a:p>
            <a:pPr>
              <a:tabLst>
                <a:tab pos="3291840" algn="l"/>
                <a:tab pos="5486400" algn="l"/>
              </a:tabLst>
            </a:pPr>
            <a:r>
              <a:rPr sz="2400" b="0">
                <a:latin typeface="Cambria"/>
              </a:rPr>
              <a:t>(0..10).step_by ( 2 )	0 2 4 6 8	every other</a:t>
            </a:r>
          </a:p>
          <a:p>
            <a:pPr>
              <a:tabLst>
                <a:tab pos="3291840" algn="l"/>
                <a:tab pos="548640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3291840" algn="l"/>
                <a:tab pos="5486400" algn="l"/>
              </a:tabLst>
            </a:pPr>
            <a:r>
              <a:rPr sz="2400" b="0">
                <a:latin typeface="Cambria"/>
              </a:rPr>
              <a:t>A range is a value that produces numbers</a:t>
            </a:r>
          </a:p>
          <a:p>
            <a:pPr>
              <a:tabLst>
                <a:tab pos="3291840" algn="l"/>
                <a:tab pos="5486400" algn="l"/>
              </a:tabLst>
            </a:pPr>
            <a:r>
              <a:rPr sz="2400" b="0">
                <a:latin typeface="Cambria"/>
              </a:rPr>
              <a:t>in order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000" b="1" dirty="0" smtClean="0">
                <a:solidFill>
                  <a:schemeClr val="lt1"/>
                </a:solidFill>
                <a:latin typeface="Arial"/>
              </a:rPr>
              <a:t>Example: Sum an Array in Rust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let psi : [f32 ; 100] = [0.0 ; 100]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let mut sum = 0.0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for i in 0..psi.len ( ) {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	sum += psi[i]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}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let average = sum / psi.len ( ) as f32 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Iterate Over the Elements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for p in psi.iter ( ) {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	sum += *p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}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No index at all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p </a:t>
            </a:r>
            <a:r>
              <a:rPr sz="2600" b="1">
                <a:latin typeface="Cambria"/>
              </a:rPr>
              <a:t>borrows</a:t>
            </a:r>
            <a:r>
              <a:rPr sz="2600" b="0">
                <a:latin typeface="Cambria"/>
              </a:rPr>
              <a:t> each element in turn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*p is its contents - no bounds to get wrong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Changing Elements in Rust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for p in psi.iter_mut ( ) {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	*p = *p * 2.0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}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iter_mut ( )  borrows each element as  </a:t>
            </a:r>
            <a:r>
              <a:rPr sz="2600" b="1">
                <a:latin typeface="Cambria"/>
              </a:rPr>
              <a:t>&amp;mut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psi must be declared  </a:t>
            </a:r>
            <a:r>
              <a:rPr sz="2600" b="1">
                <a:latin typeface="Cambria"/>
              </a:rPr>
              <a:t>let mut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Index and Value Together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for ( i, p ) in psi.iter ( ).enumerate ( ) {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println! ( "reading {} = {} psi", i, p )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}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enumerate  pairs each element with its index: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( 0, psi[0] ),  ( 1, psi[1] ),  ...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Range-based for in C++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std::array&lt;float, 100&gt; psi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for ( float p : psi ) {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	sum += p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}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C++11 and later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p is a </a:t>
            </a:r>
            <a:r>
              <a:rPr sz="2600" b="1">
                <a:latin typeface="Cambria"/>
              </a:rPr>
              <a:t>copy</a:t>
            </a:r>
            <a:r>
              <a:rPr sz="2600" b="0">
                <a:latin typeface="Cambria"/>
              </a:rPr>
              <a:t> of each element in turn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Changing Elements in C++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for ( float &amp;p : psi ) {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	p = p * 2.0f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}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p is a </a:t>
            </a:r>
            <a:r>
              <a:rPr sz="2600" b="1">
                <a:latin typeface="Cambria"/>
              </a:rPr>
              <a:t>reference</a:t>
            </a:r>
            <a:r>
              <a:rPr sz="2600" b="0">
                <a:latin typeface="Cambria"/>
              </a:rPr>
              <a:t> - another name for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each element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Without the  &amp;  only the copy changes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000" b="1" dirty="0" smtClean="0">
                <a:solidFill>
                  <a:schemeClr val="lt1"/>
                </a:solidFill>
                <a:latin typeface="Arial"/>
              </a:rPr>
              <a:t>Looping Over Structs in C++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std::array&lt;sample_t, 100&gt; history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for ( const auto &amp;s : history ) {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sum += s.psi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}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1">
                <a:latin typeface="Cambria"/>
              </a:rPr>
              <a:t>auto</a:t>
            </a:r>
            <a:r>
              <a:rPr sz="2500" b="0">
                <a:latin typeface="Cambria"/>
              </a:rPr>
              <a:t>:  let the compiler work out the type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1">
                <a:latin typeface="Cambria"/>
              </a:rPr>
              <a:t>const &amp;</a:t>
            </a:r>
            <a:r>
              <a:rPr sz="2500" b="0">
                <a:latin typeface="Cambria"/>
              </a:rPr>
              <a:t>:  read without copying 16 bytes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Iteration vs Indexing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1">
                <a:latin typeface="Cambria"/>
              </a:rPr>
              <a:t>Indexing</a:t>
            </a:r>
            <a:r>
              <a:rPr sz="2500" b="0">
                <a:latin typeface="Cambria"/>
              </a:rPr>
              <a:t>:  you count, then look up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psi[i]  -  you can count wrong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1">
                <a:latin typeface="Cambria"/>
              </a:rPr>
              <a:t>Iteration</a:t>
            </a:r>
            <a:r>
              <a:rPr sz="2500" b="0">
                <a:latin typeface="Cambria"/>
              </a:rPr>
              <a:t>:  the collection hands you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each element in turn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for p in psi  -  nothing to count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An </a:t>
            </a:r>
            <a:r>
              <a:rPr sz="2500" b="1">
                <a:latin typeface="Cambria"/>
              </a:rPr>
              <a:t>iterator</a:t>
            </a:r>
            <a:r>
              <a:rPr sz="2500" b="0">
                <a:latin typeface="Cambria"/>
              </a:rPr>
              <a:t> is the thing that hands them out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One Loop, Three Languages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1280160" algn="l"/>
                <a:tab pos="1828800" algn="l"/>
              </a:tabLst>
            </a:pPr>
            <a:r>
              <a:rPr sz="2500" b="0">
                <a:latin typeface="Cambria"/>
              </a:rPr>
              <a:t>C:	for ( int i = 0 ; i &lt; n ; i++ )</a:t>
            </a:r>
          </a:p>
          <a:p>
            <a:pPr>
              <a:tabLst>
                <a:tab pos="1280160" algn="l"/>
                <a:tab pos="1828800" algn="l"/>
              </a:tabLst>
            </a:pPr>
            <a:r>
              <a:rPr sz="2500" b="0">
                <a:latin typeface="Cambria"/>
              </a:rPr>
              <a:t>		sum += psi[i] ;</a:t>
            </a:r>
          </a:p>
          <a:p>
            <a:pPr>
              <a:tabLst>
                <a:tab pos="1280160" algn="l"/>
                <a:tab pos="182880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1280160" algn="l"/>
                <a:tab pos="1828800" algn="l"/>
              </a:tabLst>
            </a:pPr>
            <a:r>
              <a:rPr sz="2500" b="0">
                <a:latin typeface="Cambria"/>
              </a:rPr>
              <a:t>C++:	for ( float p : psi )</a:t>
            </a:r>
          </a:p>
          <a:p>
            <a:pPr>
              <a:tabLst>
                <a:tab pos="1280160" algn="l"/>
                <a:tab pos="1828800" algn="l"/>
              </a:tabLst>
            </a:pPr>
            <a:r>
              <a:rPr sz="2500" b="0">
                <a:latin typeface="Cambria"/>
              </a:rPr>
              <a:t>		sum += p ;</a:t>
            </a:r>
          </a:p>
          <a:p>
            <a:pPr>
              <a:tabLst>
                <a:tab pos="1280160" algn="l"/>
                <a:tab pos="182880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1280160" algn="l"/>
                <a:tab pos="1828800" algn="l"/>
              </a:tabLst>
            </a:pPr>
            <a:r>
              <a:rPr sz="2500" b="0">
                <a:latin typeface="Cambria"/>
              </a:rPr>
              <a:t>Rust:	for p in psi.iter ( ) {</a:t>
            </a:r>
          </a:p>
          <a:p>
            <a:pPr>
              <a:tabLst>
                <a:tab pos="1280160" algn="l"/>
                <a:tab pos="1828800" algn="l"/>
              </a:tabLst>
            </a:pPr>
            <a:r>
              <a:rPr sz="2500" b="0">
                <a:latin typeface="Cambria"/>
              </a:rPr>
              <a:t>		sum += *p ;</a:t>
            </a:r>
          </a:p>
          <a:p>
            <a:pPr>
              <a:tabLst>
                <a:tab pos="1280160" algn="l"/>
                <a:tab pos="1828800" algn="l"/>
              </a:tabLst>
            </a:pPr>
            <a:r>
              <a:rPr sz="2500" b="0">
                <a:latin typeface="Cambria"/>
              </a:rPr>
              <a:t>	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break:  Leave the Loop Now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int alarm_at = -1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for ( int i = 0 ; i &lt; n ; i++ ) {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if ( psi[i] &gt; 80.0f ) {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	alarm_at = i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	break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}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}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Stop at the </a:t>
            </a:r>
            <a:r>
              <a:rPr sz="2400" b="1">
                <a:latin typeface="Cambria"/>
              </a:rPr>
              <a:t>first</a:t>
            </a:r>
            <a:r>
              <a:rPr sz="2400" b="0">
                <a:latin typeface="Cambria"/>
              </a:rPr>
              <a:t> reading over 80 psi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continue:  Skip This One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for ( int i = 0 ; i &lt; n ; i++ ) {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if ( counts[i] == 0 || counts[i] &gt;= 4095 )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	continue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sum += adc_to_psi ( counts[i] )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good++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}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Skip the faulty readings, keep going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Rust's loop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loop {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	body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}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Repeats </a:t>
            </a:r>
            <a:r>
              <a:rPr sz="2800" b="1">
                <a:latin typeface="Cambria"/>
              </a:rPr>
              <a:t>forever</a:t>
            </a:r>
            <a:r>
              <a:rPr sz="2800" b="0">
                <a:latin typeface="Cambria"/>
              </a:rPr>
              <a:t> until a  break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Clearer than  while true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when you really mean "until I say stop"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loop Can Give Back a Value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let counts = loop {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let c = read_adc ( )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if c &gt; 0 &amp;&amp; c &lt; 4095 {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	break c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}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}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1">
                <a:latin typeface="Cambria"/>
              </a:rPr>
              <a:t>break value</a:t>
            </a:r>
            <a:r>
              <a:rPr sz="2500" b="0">
                <a:latin typeface="Cambria"/>
              </a:rPr>
              <a:t>  ends the loop with a result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Infinite Loops on Purpose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3840480" algn="l"/>
              </a:tabLst>
            </a:pPr>
            <a:r>
              <a:rPr sz="2500" b="0">
                <a:latin typeface="Cambria"/>
              </a:rPr>
              <a:t>Embedded programs </a:t>
            </a:r>
            <a:r>
              <a:rPr sz="2500" b="1">
                <a:latin typeface="Cambria"/>
              </a:rPr>
              <a:t>never end</a:t>
            </a:r>
            <a:r>
              <a:rPr sz="2500" b="0">
                <a:latin typeface="Cambria"/>
              </a:rPr>
              <a:t>:</a:t>
            </a:r>
          </a:p>
          <a:p>
            <a:pPr>
              <a:tabLst>
                <a:tab pos="548640" algn="l"/>
                <a:tab pos="384048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3840480" algn="l"/>
              </a:tabLst>
            </a:pPr>
            <a:r>
              <a:rPr sz="2500" b="0">
                <a:latin typeface="Cambria"/>
              </a:rPr>
              <a:t>	while ( 1 ) { ... }	C</a:t>
            </a:r>
          </a:p>
          <a:p>
            <a:pPr>
              <a:tabLst>
                <a:tab pos="548640" algn="l"/>
                <a:tab pos="3840480" algn="l"/>
              </a:tabLst>
            </a:pPr>
            <a:r>
              <a:rPr sz="2500" b="0">
                <a:latin typeface="Cambria"/>
              </a:rPr>
              <a:t>	for ( ; ; ) { ... }	C, C++</a:t>
            </a:r>
          </a:p>
          <a:p>
            <a:pPr>
              <a:tabLst>
                <a:tab pos="548640" algn="l"/>
                <a:tab pos="3840480" algn="l"/>
              </a:tabLst>
            </a:pPr>
            <a:r>
              <a:rPr sz="2500" b="0">
                <a:latin typeface="Cambria"/>
              </a:rPr>
              <a:t>	loop { ... }	Rust</a:t>
            </a:r>
          </a:p>
          <a:p>
            <a:pPr>
              <a:tabLst>
                <a:tab pos="548640" algn="l"/>
                <a:tab pos="384048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3840480" algn="l"/>
              </a:tabLst>
            </a:pPr>
            <a:r>
              <a:rPr sz="2500" b="0">
                <a:latin typeface="Cambria"/>
              </a:rPr>
              <a:t>Arduino's  loop ( )  function is called</a:t>
            </a:r>
          </a:p>
          <a:p>
            <a:pPr>
              <a:tabLst>
                <a:tab pos="548640" algn="l"/>
                <a:tab pos="3840480" algn="l"/>
              </a:tabLst>
            </a:pPr>
            <a:r>
              <a:rPr sz="2500" b="0">
                <a:latin typeface="Cambria"/>
              </a:rPr>
              <a:t>forever by a hidden  for ( ; ; 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Infinite Loops by Accident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Forgot the update: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while ( n &gt; 0 ) { printf ( "%d", n ) ; }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Update goes the wrong way: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for ( int i = 0 ; i &lt; 10 ; i-- )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Test can never become false: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for ( double x = 0.0 ; x != 1.0 ; x += 0.1 )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Nested Loops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3840480" algn="l"/>
              </a:tabLst>
            </a:pPr>
            <a:r>
              <a:rPr sz="2600" b="0">
                <a:latin typeface="Cambria"/>
              </a:rPr>
              <a:t>A loop inside a loop</a:t>
            </a:r>
          </a:p>
          <a:p>
            <a:pPr>
              <a:tabLst>
                <a:tab pos="384048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3840480" algn="l"/>
              </a:tabLst>
            </a:pPr>
            <a:r>
              <a:rPr sz="2600" b="0">
                <a:latin typeface="Cambria"/>
              </a:rPr>
              <a:t>The inner loop runs </a:t>
            </a:r>
            <a:r>
              <a:rPr sz="2600" b="1">
                <a:latin typeface="Cambria"/>
              </a:rPr>
              <a:t>completely</a:t>
            </a:r>
            <a:r>
              <a:rPr sz="2600" b="0">
                <a:latin typeface="Cambria"/>
              </a:rPr>
              <a:t> for each</a:t>
            </a:r>
          </a:p>
          <a:p>
            <a:pPr>
              <a:tabLst>
                <a:tab pos="3840480" algn="l"/>
              </a:tabLst>
            </a:pPr>
            <a:r>
              <a:rPr sz="2600" b="0">
                <a:latin typeface="Cambria"/>
              </a:rPr>
              <a:t>pass of the outer loop</a:t>
            </a:r>
          </a:p>
          <a:p>
            <a:pPr>
              <a:tabLst>
                <a:tab pos="384048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3840480" algn="l"/>
              </a:tabLst>
            </a:pPr>
            <a:r>
              <a:rPr sz="2600" b="0">
                <a:latin typeface="Cambria"/>
              </a:rPr>
              <a:t>uint8_t image[3][4] ;	3 rows of 4</a:t>
            </a:r>
          </a:p>
        </p:txBody>
      </p:sp>
      <p:sp>
        <p:nvSpPr>
          <p:cNvPr id="389" name="TextBox 388"/>
          <p:cNvSpPr txBox="1"/>
          <p:nvPr/>
        </p:nvSpPr>
        <p:spPr>
          <a:xfrm>
            <a:off x="2011680" y="4672584"/>
            <a:ext cx="11430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 i="1">
                <a:solidFill>
                  <a:srgbClr val="000000"/>
                </a:solidFill>
                <a:latin typeface="Cambria"/>
              </a:rPr>
              <a:t>c = 0</a:t>
            </a:r>
          </a:p>
        </p:txBody>
      </p:sp>
      <p:sp>
        <p:nvSpPr>
          <p:cNvPr id="390" name="TextBox 389"/>
          <p:cNvSpPr txBox="1"/>
          <p:nvPr/>
        </p:nvSpPr>
        <p:spPr>
          <a:xfrm>
            <a:off x="3154680" y="4672584"/>
            <a:ext cx="11430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 i="1">
                <a:solidFill>
                  <a:srgbClr val="000000"/>
                </a:solidFill>
                <a:latin typeface="Cambria"/>
              </a:rPr>
              <a:t>c = 1</a:t>
            </a:r>
          </a:p>
        </p:txBody>
      </p:sp>
      <p:sp>
        <p:nvSpPr>
          <p:cNvPr id="391" name="TextBox 390"/>
          <p:cNvSpPr txBox="1"/>
          <p:nvPr/>
        </p:nvSpPr>
        <p:spPr>
          <a:xfrm>
            <a:off x="4297680" y="4672584"/>
            <a:ext cx="11430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 i="1">
                <a:solidFill>
                  <a:srgbClr val="000000"/>
                </a:solidFill>
                <a:latin typeface="Cambria"/>
              </a:rPr>
              <a:t>c = 2</a:t>
            </a:r>
          </a:p>
        </p:txBody>
      </p:sp>
      <p:sp>
        <p:nvSpPr>
          <p:cNvPr id="392" name="TextBox 391"/>
          <p:cNvSpPr txBox="1"/>
          <p:nvPr/>
        </p:nvSpPr>
        <p:spPr>
          <a:xfrm>
            <a:off x="5440680" y="4672584"/>
            <a:ext cx="11430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 i="1">
                <a:solidFill>
                  <a:srgbClr val="000000"/>
                </a:solidFill>
                <a:latin typeface="Cambria"/>
              </a:rPr>
              <a:t>c = 3</a:t>
            </a:r>
          </a:p>
        </p:txBody>
      </p:sp>
      <p:sp>
        <p:nvSpPr>
          <p:cNvPr id="393" name="TextBox 392"/>
          <p:cNvSpPr txBox="1"/>
          <p:nvPr/>
        </p:nvSpPr>
        <p:spPr>
          <a:xfrm>
            <a:off x="1051560" y="5120640"/>
            <a:ext cx="82296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1">
                <a:solidFill>
                  <a:srgbClr val="000000"/>
                </a:solidFill>
                <a:latin typeface="Cambria"/>
              </a:rPr>
              <a:t>r = 0</a:t>
            </a:r>
          </a:p>
        </p:txBody>
      </p:sp>
      <p:sp>
        <p:nvSpPr>
          <p:cNvPr id="394" name="Rectangle 393"/>
          <p:cNvSpPr/>
          <p:nvPr/>
        </p:nvSpPr>
        <p:spPr>
          <a:xfrm>
            <a:off x="2011680" y="4983480"/>
            <a:ext cx="1143000" cy="566928"/>
          </a:xfrm>
          <a:prstGeom prst="rect">
            <a:avLst/>
          </a:prstGeom>
          <a:solidFill>
            <a:srgbClr val="F2F2F2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800" b="1">
                <a:solidFill>
                  <a:srgbClr val="000000"/>
                </a:solidFill>
                <a:latin typeface="Cambria"/>
              </a:rPr>
              <a:t>1</a:t>
            </a:r>
          </a:p>
        </p:txBody>
      </p:sp>
      <p:sp>
        <p:nvSpPr>
          <p:cNvPr id="395" name="Rectangle 394"/>
          <p:cNvSpPr/>
          <p:nvPr/>
        </p:nvSpPr>
        <p:spPr>
          <a:xfrm>
            <a:off x="3154680" y="4983480"/>
            <a:ext cx="1143000" cy="566928"/>
          </a:xfrm>
          <a:prstGeom prst="rect">
            <a:avLst/>
          </a:prstGeom>
          <a:solidFill>
            <a:srgbClr val="F2F2F2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800" b="1">
                <a:solidFill>
                  <a:srgbClr val="000000"/>
                </a:solidFill>
                <a:latin typeface="Cambria"/>
              </a:rPr>
              <a:t>2</a:t>
            </a:r>
          </a:p>
        </p:txBody>
      </p:sp>
      <p:sp>
        <p:nvSpPr>
          <p:cNvPr id="396" name="Rectangle 395"/>
          <p:cNvSpPr/>
          <p:nvPr/>
        </p:nvSpPr>
        <p:spPr>
          <a:xfrm>
            <a:off x="4297680" y="4983480"/>
            <a:ext cx="1143000" cy="566928"/>
          </a:xfrm>
          <a:prstGeom prst="rect">
            <a:avLst/>
          </a:prstGeom>
          <a:solidFill>
            <a:srgbClr val="F2F2F2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800" b="1">
                <a:solidFill>
                  <a:srgbClr val="000000"/>
                </a:solidFill>
                <a:latin typeface="Cambria"/>
              </a:rPr>
              <a:t>3</a:t>
            </a:r>
          </a:p>
        </p:txBody>
      </p:sp>
      <p:sp>
        <p:nvSpPr>
          <p:cNvPr id="397" name="Rectangle 396"/>
          <p:cNvSpPr/>
          <p:nvPr/>
        </p:nvSpPr>
        <p:spPr>
          <a:xfrm>
            <a:off x="5440680" y="4983480"/>
            <a:ext cx="1143000" cy="566928"/>
          </a:xfrm>
          <a:prstGeom prst="rect">
            <a:avLst/>
          </a:prstGeom>
          <a:solidFill>
            <a:srgbClr val="F2F2F2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800" b="1">
                <a:solidFill>
                  <a:srgbClr val="000000"/>
                </a:solidFill>
                <a:latin typeface="Cambria"/>
              </a:rPr>
              <a:t>4</a:t>
            </a:r>
          </a:p>
        </p:txBody>
      </p:sp>
      <p:sp>
        <p:nvSpPr>
          <p:cNvPr id="398" name="TextBox 397"/>
          <p:cNvSpPr txBox="1"/>
          <p:nvPr/>
        </p:nvSpPr>
        <p:spPr>
          <a:xfrm>
            <a:off x="1051560" y="5687568"/>
            <a:ext cx="82296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1">
                <a:solidFill>
                  <a:srgbClr val="000000"/>
                </a:solidFill>
                <a:latin typeface="Cambria"/>
              </a:rPr>
              <a:t>r = 1</a:t>
            </a:r>
          </a:p>
        </p:txBody>
      </p:sp>
      <p:sp>
        <p:nvSpPr>
          <p:cNvPr id="399" name="Rectangle 398"/>
          <p:cNvSpPr/>
          <p:nvPr/>
        </p:nvSpPr>
        <p:spPr>
          <a:xfrm>
            <a:off x="2011680" y="5550408"/>
            <a:ext cx="1143000" cy="56692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800" b="1">
                <a:solidFill>
                  <a:srgbClr val="000000"/>
                </a:solidFill>
                <a:latin typeface="Cambria"/>
              </a:rPr>
              <a:t>5</a:t>
            </a:r>
          </a:p>
        </p:txBody>
      </p:sp>
      <p:sp>
        <p:nvSpPr>
          <p:cNvPr id="400" name="Rectangle 399"/>
          <p:cNvSpPr/>
          <p:nvPr/>
        </p:nvSpPr>
        <p:spPr>
          <a:xfrm>
            <a:off x="3154680" y="5550408"/>
            <a:ext cx="1143000" cy="56692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800" b="1">
                <a:solidFill>
                  <a:srgbClr val="000000"/>
                </a:solidFill>
                <a:latin typeface="Cambria"/>
              </a:rPr>
              <a:t>6</a:t>
            </a:r>
          </a:p>
        </p:txBody>
      </p:sp>
      <p:sp>
        <p:nvSpPr>
          <p:cNvPr id="401" name="Rectangle 400"/>
          <p:cNvSpPr/>
          <p:nvPr/>
        </p:nvSpPr>
        <p:spPr>
          <a:xfrm>
            <a:off x="4297680" y="5550408"/>
            <a:ext cx="1143000" cy="56692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800" b="1">
                <a:solidFill>
                  <a:srgbClr val="000000"/>
                </a:solidFill>
                <a:latin typeface="Cambria"/>
              </a:rPr>
              <a:t>7</a:t>
            </a:r>
          </a:p>
        </p:txBody>
      </p:sp>
      <p:sp>
        <p:nvSpPr>
          <p:cNvPr id="402" name="Rectangle 401"/>
          <p:cNvSpPr/>
          <p:nvPr/>
        </p:nvSpPr>
        <p:spPr>
          <a:xfrm>
            <a:off x="5440680" y="5550408"/>
            <a:ext cx="1143000" cy="56692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800" b="1">
                <a:solidFill>
                  <a:srgbClr val="000000"/>
                </a:solidFill>
                <a:latin typeface="Cambria"/>
              </a:rPr>
              <a:t>8</a:t>
            </a:r>
          </a:p>
        </p:txBody>
      </p:sp>
      <p:sp>
        <p:nvSpPr>
          <p:cNvPr id="403" name="TextBox 402"/>
          <p:cNvSpPr txBox="1"/>
          <p:nvPr/>
        </p:nvSpPr>
        <p:spPr>
          <a:xfrm>
            <a:off x="1051560" y="6254496"/>
            <a:ext cx="82296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1">
                <a:solidFill>
                  <a:srgbClr val="000000"/>
                </a:solidFill>
                <a:latin typeface="Cambria"/>
              </a:rPr>
              <a:t>r = 2</a:t>
            </a:r>
          </a:p>
        </p:txBody>
      </p:sp>
      <p:sp>
        <p:nvSpPr>
          <p:cNvPr id="404" name="Rectangle 403"/>
          <p:cNvSpPr/>
          <p:nvPr/>
        </p:nvSpPr>
        <p:spPr>
          <a:xfrm>
            <a:off x="2011680" y="6117336"/>
            <a:ext cx="1143000" cy="566928"/>
          </a:xfrm>
          <a:prstGeom prst="rect">
            <a:avLst/>
          </a:prstGeom>
          <a:solidFill>
            <a:srgbClr val="F2F2F2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800" b="1">
                <a:solidFill>
                  <a:srgbClr val="000000"/>
                </a:solidFill>
                <a:latin typeface="Cambria"/>
              </a:rPr>
              <a:t>9</a:t>
            </a:r>
          </a:p>
        </p:txBody>
      </p:sp>
      <p:sp>
        <p:nvSpPr>
          <p:cNvPr id="405" name="Rectangle 404"/>
          <p:cNvSpPr/>
          <p:nvPr/>
        </p:nvSpPr>
        <p:spPr>
          <a:xfrm>
            <a:off x="3154680" y="6117336"/>
            <a:ext cx="1143000" cy="566928"/>
          </a:xfrm>
          <a:prstGeom prst="rect">
            <a:avLst/>
          </a:prstGeom>
          <a:solidFill>
            <a:srgbClr val="F2F2F2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800" b="1">
                <a:solidFill>
                  <a:srgbClr val="000000"/>
                </a:solidFill>
                <a:latin typeface="Cambria"/>
              </a:rPr>
              <a:t>10</a:t>
            </a:r>
          </a:p>
        </p:txBody>
      </p:sp>
      <p:sp>
        <p:nvSpPr>
          <p:cNvPr id="406" name="Rectangle 405"/>
          <p:cNvSpPr/>
          <p:nvPr/>
        </p:nvSpPr>
        <p:spPr>
          <a:xfrm>
            <a:off x="4297680" y="6117336"/>
            <a:ext cx="1143000" cy="566928"/>
          </a:xfrm>
          <a:prstGeom prst="rect">
            <a:avLst/>
          </a:prstGeom>
          <a:solidFill>
            <a:srgbClr val="F2F2F2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800" b="1">
                <a:solidFill>
                  <a:srgbClr val="000000"/>
                </a:solidFill>
                <a:latin typeface="Cambria"/>
              </a:rPr>
              <a:t>11</a:t>
            </a:r>
          </a:p>
        </p:txBody>
      </p:sp>
      <p:sp>
        <p:nvSpPr>
          <p:cNvPr id="407" name="Rectangle 406"/>
          <p:cNvSpPr/>
          <p:nvPr/>
        </p:nvSpPr>
        <p:spPr>
          <a:xfrm>
            <a:off x="5440680" y="6117336"/>
            <a:ext cx="1143000" cy="566928"/>
          </a:xfrm>
          <a:prstGeom prst="rect">
            <a:avLst/>
          </a:prstGeom>
          <a:solidFill>
            <a:srgbClr val="F2F2F2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800" b="1">
                <a:solidFill>
                  <a:srgbClr val="000000"/>
                </a:solidFill>
                <a:latin typeface="Cambria"/>
              </a:rPr>
              <a:t>12</a:t>
            </a:r>
          </a:p>
        </p:txBody>
      </p:sp>
      <p:sp>
        <p:nvSpPr>
          <p:cNvPr id="408" name="TextBox 407"/>
          <p:cNvSpPr txBox="1"/>
          <p:nvPr/>
        </p:nvSpPr>
        <p:spPr>
          <a:xfrm>
            <a:off x="2011680" y="6848856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1">
                <a:solidFill>
                  <a:srgbClr val="000000"/>
                </a:solidFill>
                <a:latin typeface="Cambria"/>
              </a:rPr>
              <a:t>The numbers show the visiting order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Example: Nested Loops in C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for ( int r = 0 ; r &lt; 3 ; r++ ) {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	for ( int c = 0 ; c &lt; 4 ; c++ ) {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		image[r][c] = 0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	}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}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3 x 4  =  12 iterations of the inner body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000" b="1" dirty="0" smtClean="0">
                <a:solidFill>
                  <a:schemeClr val="lt1"/>
                </a:solidFill>
                <a:latin typeface="Arial"/>
              </a:rPr>
              <a:t>Example: Nested Loops in Rust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0">
                <a:latin typeface="Cambria"/>
              </a:rPr>
              <a:t>for r in 0..3 {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0">
                <a:latin typeface="Cambria"/>
              </a:rPr>
              <a:t>	for c in 0..4 {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0">
                <a:latin typeface="Cambria"/>
              </a:rPr>
              <a:t>		image[r][c] = 0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0">
                <a:latin typeface="Cambria"/>
              </a:rPr>
              <a:t>	}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0">
                <a:latin typeface="Cambria"/>
              </a:rPr>
              <a:t>}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0">
                <a:latin typeface="Cambria"/>
              </a:rPr>
              <a:t>Or without indices: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0">
                <a:latin typeface="Cambria"/>
              </a:rPr>
              <a:t>	for row in image.iter_mut ( ) {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0">
                <a:latin typeface="Cambria"/>
              </a:rPr>
              <a:t>		for px in row.iter_mut ( ) { *px = 0 ; }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0">
                <a:latin typeface="Cambria"/>
              </a:rPr>
              <a:t>	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Breaking Out of Two Loops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200" b="0">
                <a:latin typeface="Cambria"/>
              </a:rPr>
              <a:t>break  leaves only the </a:t>
            </a:r>
            <a:r>
              <a:rPr sz="2200" b="1">
                <a:latin typeface="Cambria"/>
              </a:rPr>
              <a:t>innermost</a:t>
            </a:r>
            <a:r>
              <a:rPr sz="2200" b="0">
                <a:latin typeface="Cambria"/>
              </a:rPr>
              <a:t> loop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2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200" b="0">
                <a:latin typeface="Cambria"/>
              </a:rPr>
              <a:t>Rust:  label the outer loop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200" b="0">
                <a:latin typeface="Cambria"/>
              </a:rPr>
              <a:t>	'outer : for r in 0..3 {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200" b="0">
                <a:latin typeface="Cambria"/>
              </a:rPr>
              <a:t>		for c in 0..4 {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200" b="0">
                <a:latin typeface="Cambria"/>
              </a:rPr>
              <a:t>			if image[r][c] == 255 { break 'outer ; }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200" b="0">
                <a:latin typeface="Cambria"/>
              </a:rPr>
              <a:t>		}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200" b="0">
                <a:latin typeface="Cambria"/>
              </a:rPr>
              <a:t>	}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2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200" b="0">
                <a:latin typeface="Cambria"/>
              </a:rPr>
              <a:t>C, C++:  use a flag, or move the loops into a function and return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000" b="1" dirty="0" smtClean="0">
                <a:solidFill>
                  <a:schemeClr val="lt1"/>
                </a:solidFill>
                <a:latin typeface="Arial"/>
              </a:rPr>
              <a:t>Looping Over an Array of Structs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sample_t history[100]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float sum = 0.0f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for ( int i = 0 ; i &lt; 100 ; i++ ) {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	sum += history[i].psi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}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Index the array, then reach the member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Example: Min and Max in C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float lo = psi[0],  hi = psi[0]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for ( size_t i = 1 ; i &lt; n ; i++ ) {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if ( psi[i] &lt; lo )  lo = psi[i]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if ( psi[i] &gt; hi )  hi = psi[i]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}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Start from the first element, not from 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000" b="1" dirty="0" smtClean="0">
                <a:solidFill>
                  <a:schemeClr val="lt1"/>
                </a:solidFill>
                <a:latin typeface="Arial"/>
              </a:rPr>
              <a:t>Example: Min and Max in Rust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let mut lo = psi[0]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let mut hi = psi[0]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for p in psi.iter ( ) {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	if *p &lt; lo { lo = *p ; }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	if *p &gt; hi { hi = *p ; }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A Loop Inside a Function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float average ( const float *psi, size_t n ) {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if ( n == 0 ) return 0.0f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float sum = 0.0f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for ( size_t i = 0 ; i &lt; n ; i++ )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	sum += psi[i]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return sum / (float) n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Same Function in Rust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fn average ( psi : &amp;[f32] ) -&gt; f32 {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if psi.is_empty ( ) { return 0.0 ; }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let mut sum = 0.0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for p in psi.iter ( ) {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	sum += *p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}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sum / psi.len ( ) as f32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Example: Moving Average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Smooth noisy readings:  average the last W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for ( size_t i = W - 1 ; i &lt; n ; i++ ) {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float sum = 0.0f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for ( size_t k = 0 ; k &lt; W ; k++ )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	sum += psi[i - k]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smooth[i] = sum / W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Moving Average in Rust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for i in ( W - 1 )..n {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let window = &amp;psi[ i + 1 - W ..= i ]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let mut sum = 0.0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for p in window.iter ( ) { sum += *p ; }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smooth[i] = sum / W as f32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}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A </a:t>
            </a:r>
            <a:r>
              <a:rPr sz="2400" b="1">
                <a:latin typeface="Cambria"/>
              </a:rPr>
              <a:t>slice</a:t>
            </a:r>
            <a:r>
              <a:rPr sz="2400" b="0">
                <a:latin typeface="Cambria"/>
              </a:rPr>
              <a:t> of W elements replaces the inner 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Example: Count the 1 Bits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int count = 0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while ( x != 0 ) {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	count += x &amp; 1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	x &gt;&gt;= 1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}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Test the low bit, shift, repeat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Rust has it built in:  x.count_ones ( 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000" b="1" dirty="0" smtClean="0">
                <a:solidFill>
                  <a:schemeClr val="lt1"/>
                </a:solidFill>
                <a:latin typeface="Arial"/>
              </a:rPr>
              <a:t>Rust:  Loops Without a Loop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let sum : f32 = psi.iter ( ).sum ( )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let n_high = psi.iter ( )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.filter ( | p | **p &gt; 80.0 )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.count ( )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Iterator methods run the loop for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C++:  Standard Algorithms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#include &lt;numeric&gt;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#include &lt;algorithm&gt;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float sum = std::accumulate (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psi.begin ( ), psi.end ( ), 0.0f )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auto hi = std::max_element (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psi.begin ( ), psi.end ( ) ) 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3600" b="1" dirty="0" smtClean="0">
                <a:solidFill>
                  <a:schemeClr val="lt1"/>
                </a:solidFill>
                <a:latin typeface="Arial"/>
              </a:rPr>
              <a:t>Recursion:  Another Way to Repeat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A function that calls </a:t>
            </a:r>
            <a:r>
              <a:rPr sz="2500" b="1">
                <a:latin typeface="Cambria"/>
              </a:rPr>
              <a:t>itself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unsigned long factorial ( unsigned n ) {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if ( n &lt;= 1 ) return 1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return n * factorial ( n - 1 )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}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Every problem needs a </a:t>
            </a:r>
            <a:r>
              <a:rPr sz="2500" b="1">
                <a:latin typeface="Cambria"/>
              </a:rPr>
              <a:t>stopping case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Iteration or Recursion?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Each recursive call pushes a </a:t>
            </a:r>
            <a:r>
              <a:rPr sz="2500" b="1">
                <a:latin typeface="Cambria"/>
              </a:rPr>
              <a:t>stack frame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factorial ( 5 )  uses 5 frames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A loop uses </a:t>
            </a:r>
            <a:r>
              <a:rPr sz="2500" b="1">
                <a:latin typeface="Cambria"/>
              </a:rPr>
              <a:t>one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Too deep:  </a:t>
            </a:r>
            <a:r>
              <a:rPr sz="2500" b="1">
                <a:latin typeface="Cambria"/>
              </a:rPr>
              <a:t>stack overflow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Prefer a loop unless the problem is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naturally recursive - trees, for example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Loops in the Debugger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break main.c:12 if i == 97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stop only on the iteration you care about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watch sum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stop every time sum changes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display i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print i automatically at every stop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Loop Invariants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What is </a:t>
            </a:r>
            <a:r>
              <a:rPr sz="2500" b="1">
                <a:latin typeface="Cambria"/>
              </a:rPr>
              <a:t>always true</a:t>
            </a:r>
            <a:r>
              <a:rPr sz="2500" b="0">
                <a:latin typeface="Cambria"/>
              </a:rPr>
              <a:t> at the top of each pass?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sum holds the total of psi[0] .. psi[i-1]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True before the first pass  (sum = 0, i = 0)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Kept true by each pass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At exit, i = n  -  so sum is the whole total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Choosing a Loop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3017520" algn="l"/>
              </a:tabLst>
            </a:pPr>
            <a:r>
              <a:rPr sz="2300" b="1">
                <a:latin typeface="Cambria"/>
              </a:rPr>
              <a:t>Every element</a:t>
            </a:r>
            <a:r>
              <a:rPr sz="2300" b="0">
                <a:latin typeface="Cambria"/>
              </a:rPr>
              <a:t>	Rust  for p in ...   C++  for ( p : ... )</a:t>
            </a:r>
          </a:p>
          <a:p>
            <a:pPr>
              <a:tabLst>
                <a:tab pos="3017520" algn="l"/>
              </a:tabLst>
            </a:pPr>
            <a:r>
              <a:rPr sz="2300">
                <a:latin typeface="Cambria"/>
              </a:rPr>
              <a:t> </a:t>
            </a:r>
          </a:p>
          <a:p>
            <a:pPr>
              <a:tabLst>
                <a:tab pos="3017520" algn="l"/>
              </a:tabLst>
            </a:pPr>
            <a:r>
              <a:rPr sz="2300" b="1">
                <a:latin typeface="Cambria"/>
              </a:rPr>
              <a:t>Known count</a:t>
            </a:r>
            <a:r>
              <a:rPr sz="2300" b="0">
                <a:latin typeface="Cambria"/>
              </a:rPr>
              <a:t>	for</a:t>
            </a:r>
          </a:p>
          <a:p>
            <a:pPr>
              <a:tabLst>
                <a:tab pos="3017520" algn="l"/>
              </a:tabLst>
            </a:pPr>
            <a:r>
              <a:rPr sz="2300">
                <a:latin typeface="Cambria"/>
              </a:rPr>
              <a:t> </a:t>
            </a:r>
          </a:p>
          <a:p>
            <a:pPr>
              <a:tabLst>
                <a:tab pos="3017520" algn="l"/>
              </a:tabLst>
            </a:pPr>
            <a:r>
              <a:rPr sz="2300" b="1">
                <a:latin typeface="Cambria"/>
              </a:rPr>
              <a:t>Until a condition</a:t>
            </a:r>
            <a:r>
              <a:rPr sz="2300" b="0">
                <a:latin typeface="Cambria"/>
              </a:rPr>
              <a:t>	while</a:t>
            </a:r>
          </a:p>
          <a:p>
            <a:pPr>
              <a:tabLst>
                <a:tab pos="3017520" algn="l"/>
              </a:tabLst>
            </a:pPr>
            <a:r>
              <a:rPr sz="2300">
                <a:latin typeface="Cambria"/>
              </a:rPr>
              <a:t> </a:t>
            </a:r>
          </a:p>
          <a:p>
            <a:pPr>
              <a:tabLst>
                <a:tab pos="3017520" algn="l"/>
              </a:tabLst>
            </a:pPr>
            <a:r>
              <a:rPr sz="2300" b="1">
                <a:latin typeface="Cambria"/>
              </a:rPr>
              <a:t>At least once</a:t>
            </a:r>
            <a:r>
              <a:rPr sz="2300" b="0">
                <a:latin typeface="Cambria"/>
              </a:rPr>
              <a:t>	do ... while   /   Rust  loop + break</a:t>
            </a:r>
          </a:p>
          <a:p>
            <a:pPr>
              <a:tabLst>
                <a:tab pos="3017520" algn="l"/>
              </a:tabLst>
            </a:pPr>
            <a:r>
              <a:rPr sz="2300">
                <a:latin typeface="Cambria"/>
              </a:rPr>
              <a:t> </a:t>
            </a:r>
          </a:p>
          <a:p>
            <a:pPr>
              <a:tabLst>
                <a:tab pos="3017520" algn="l"/>
              </a:tabLst>
            </a:pPr>
            <a:r>
              <a:rPr sz="2300" b="1">
                <a:latin typeface="Cambria"/>
              </a:rPr>
              <a:t>Forever</a:t>
            </a:r>
            <a:r>
              <a:rPr sz="2300" b="0">
                <a:latin typeface="Cambria"/>
              </a:rPr>
              <a:t>	while ( 1 )   /   loop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Loops Across the Languages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2743200" algn="l"/>
                <a:tab pos="4023360" algn="l"/>
                <a:tab pos="5669280" algn="l"/>
              </a:tabLst>
            </a:pPr>
            <a:r>
              <a:rPr sz="2200" b="0">
                <a:latin typeface="Cambria"/>
              </a:rPr>
              <a:t>	C	C++	Rust</a:t>
            </a:r>
          </a:p>
          <a:p>
            <a:pPr>
              <a:tabLst>
                <a:tab pos="2743200" algn="l"/>
                <a:tab pos="4023360" algn="l"/>
                <a:tab pos="5669280" algn="l"/>
              </a:tabLst>
            </a:pPr>
            <a:r>
              <a:rPr sz="2200">
                <a:latin typeface="Cambria"/>
              </a:rPr>
              <a:t> </a:t>
            </a:r>
          </a:p>
          <a:p>
            <a:pPr>
              <a:tabLst>
                <a:tab pos="2743200" algn="l"/>
                <a:tab pos="4023360" algn="l"/>
                <a:tab pos="5669280" algn="l"/>
              </a:tabLst>
            </a:pPr>
            <a:r>
              <a:rPr sz="2200" b="1">
                <a:latin typeface="Cambria"/>
              </a:rPr>
              <a:t>while</a:t>
            </a:r>
            <a:r>
              <a:rPr sz="2200" b="0">
                <a:latin typeface="Cambria"/>
              </a:rPr>
              <a:t>	yes	yes	yes</a:t>
            </a:r>
          </a:p>
          <a:p>
            <a:pPr>
              <a:tabLst>
                <a:tab pos="2743200" algn="l"/>
                <a:tab pos="4023360" algn="l"/>
                <a:tab pos="5669280" algn="l"/>
              </a:tabLst>
            </a:pPr>
            <a:r>
              <a:rPr sz="2200" b="1">
                <a:latin typeface="Cambria"/>
              </a:rPr>
              <a:t>do while</a:t>
            </a:r>
            <a:r>
              <a:rPr sz="2200" b="0">
                <a:latin typeface="Cambria"/>
              </a:rPr>
              <a:t>	yes	yes	loop + break</a:t>
            </a:r>
          </a:p>
          <a:p>
            <a:pPr>
              <a:tabLst>
                <a:tab pos="2743200" algn="l"/>
                <a:tab pos="4023360" algn="l"/>
                <a:tab pos="5669280" algn="l"/>
              </a:tabLst>
            </a:pPr>
            <a:r>
              <a:rPr sz="2200" b="1">
                <a:latin typeface="Cambria"/>
              </a:rPr>
              <a:t>for ( ; ; )</a:t>
            </a:r>
            <a:r>
              <a:rPr sz="2200" b="0">
                <a:latin typeface="Cambria"/>
              </a:rPr>
              <a:t>	yes	yes	no</a:t>
            </a:r>
          </a:p>
          <a:p>
            <a:pPr>
              <a:tabLst>
                <a:tab pos="2743200" algn="l"/>
                <a:tab pos="4023360" algn="l"/>
                <a:tab pos="5669280" algn="l"/>
              </a:tabLst>
            </a:pPr>
            <a:r>
              <a:rPr sz="2200" b="1">
                <a:latin typeface="Cambria"/>
              </a:rPr>
              <a:t>for each</a:t>
            </a:r>
            <a:r>
              <a:rPr sz="2200" b="0">
                <a:latin typeface="Cambria"/>
              </a:rPr>
              <a:t>	no	for ( x : c )	for x in c</a:t>
            </a:r>
          </a:p>
          <a:p>
            <a:pPr>
              <a:tabLst>
                <a:tab pos="2743200" algn="l"/>
                <a:tab pos="4023360" algn="l"/>
                <a:tab pos="5669280" algn="l"/>
              </a:tabLst>
            </a:pPr>
            <a:r>
              <a:rPr sz="2200" b="1">
                <a:latin typeface="Cambria"/>
              </a:rPr>
              <a:t>loop</a:t>
            </a:r>
            <a:r>
              <a:rPr sz="2200" b="0">
                <a:latin typeface="Cambria"/>
              </a:rPr>
              <a:t>	no	no	yes</a:t>
            </a:r>
          </a:p>
          <a:p>
            <a:pPr>
              <a:tabLst>
                <a:tab pos="2743200" algn="l"/>
                <a:tab pos="4023360" algn="l"/>
                <a:tab pos="5669280" algn="l"/>
              </a:tabLst>
            </a:pPr>
            <a:r>
              <a:rPr sz="2200" b="1">
                <a:latin typeface="Cambria"/>
              </a:rPr>
              <a:t>labeled break</a:t>
            </a:r>
            <a:r>
              <a:rPr sz="2200" b="0">
                <a:latin typeface="Cambria"/>
              </a:rPr>
              <a:t>	no	no	yes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What We Can Now Do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1">
                <a:latin typeface="Cambria"/>
              </a:rPr>
              <a:t>Repeat</a:t>
            </a:r>
            <a:r>
              <a:rPr sz="2500" b="0">
                <a:latin typeface="Cambria"/>
              </a:rPr>
              <a:t> statements with while, do, for, loop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1">
                <a:latin typeface="Cambria"/>
              </a:rPr>
              <a:t>Iterate</a:t>
            </a:r>
            <a:r>
              <a:rPr sz="2500" b="0">
                <a:latin typeface="Cambria"/>
              </a:rPr>
              <a:t> over every element without an index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1">
                <a:latin typeface="Cambria"/>
              </a:rPr>
              <a:t>Control</a:t>
            </a:r>
            <a:r>
              <a:rPr sz="2500" b="0">
                <a:latin typeface="Cambria"/>
              </a:rPr>
              <a:t> the loop with break and continue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1">
                <a:latin typeface="Cambria"/>
              </a:rPr>
              <a:t>Nest</a:t>
            </a:r>
            <a:r>
              <a:rPr sz="2500" b="0">
                <a:latin typeface="Cambria"/>
              </a:rPr>
              <a:t> loops for tables and images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Check the four parts:  init, test, body, update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Let's practice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Exercise:  Using </a:t>
            </a:r>
            <a:r>
              <a:rPr sz="2800" b="1">
                <a:latin typeface="Cambria"/>
              </a:rPr>
              <a:t>looppractice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eme1">
  <a:themeElements>
    <a:clrScheme name="ECS-whitebackground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CS-whitebackground">
      <a:majorFont>
        <a:latin typeface="Arial"/>
        <a:ea typeface="Osaka"/>
        <a:cs typeface="Osaka"/>
      </a:majorFont>
      <a:minorFont>
        <a:latin typeface="Arial"/>
        <a:ea typeface="Osaka"/>
        <a:cs typeface="Osak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Theme1">
  <a:themeElements>
    <a:clrScheme name="ECS-whitebackground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CS-whitebackground">
      <a:majorFont>
        <a:latin typeface="Arial"/>
        <a:ea typeface="Osaka"/>
        <a:cs typeface="Osaka"/>
      </a:majorFont>
      <a:minorFont>
        <a:latin typeface="Arial"/>
        <a:ea typeface="Osaka"/>
        <a:cs typeface="Osak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57926</TotalTime>
  <Words>2770</Words>
  <Application>Microsoft Office PowerPoint</Application>
  <PresentationFormat>Custom</PresentationFormat>
  <Paragraphs>630</Paragraphs>
  <Slides>61</Slides>
  <Notes>61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61</vt:i4>
      </vt:variant>
    </vt:vector>
  </HeadingPairs>
  <TitlesOfParts>
    <vt:vector size="74" baseType="lpstr">
      <vt:lpstr>ＭＳ Ｐゴシック</vt:lpstr>
      <vt:lpstr>Arial</vt:lpstr>
      <vt:lpstr>Calibri</vt:lpstr>
      <vt:lpstr>Cambria</vt:lpstr>
      <vt:lpstr>DejaVu Sans</vt:lpstr>
      <vt:lpstr>OpenSymbol</vt:lpstr>
      <vt:lpstr>Osaka</vt:lpstr>
      <vt:lpstr>Symbol</vt:lpstr>
      <vt:lpstr>Times New Roman</vt:lpstr>
      <vt:lpstr>Wingdings</vt:lpstr>
      <vt:lpstr>Office Theme</vt:lpstr>
      <vt:lpstr>Theme1</vt:lpstr>
      <vt:lpstr>1_Theme1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perf</dc:title>
  <dc:subject/>
  <dc:creator>Bill Swartz</dc:creator>
  <dc:description/>
  <cp:lastModifiedBy>Bill Swartz</cp:lastModifiedBy>
  <cp:revision>543</cp:revision>
  <dcterms:created xsi:type="dcterms:W3CDTF">2013-08-28T11:36:20Z</dcterms:created>
  <dcterms:modified xsi:type="dcterms:W3CDTF">2026-10-21T19:12:55Z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2012-08-29T00:00:00Z</vt:filetime>
  </property>
  <property fmtid="{D5CDD505-2E9C-101B-9397-08002B2CF9AE}" pid="3" name="LastSaved">
    <vt:filetime>2013-08-28T00:00:00Z</vt:filetime>
  </property>
  <property fmtid="{D5CDD505-2E9C-101B-9397-08002B2CF9AE}" pid="4" name="Notes">
    <vt:i4>8</vt:i4>
  </property>
  <property fmtid="{D5CDD505-2E9C-101B-9397-08002B2CF9AE}" pid="5" name="PresentationFormat">
    <vt:lpwstr>Custom</vt:lpwstr>
  </property>
  <property fmtid="{D5CDD505-2E9C-101B-9397-08002B2CF9AE}" pid="6" name="Slides">
    <vt:i4>8</vt:i4>
  </property>
</Properties>
</file>